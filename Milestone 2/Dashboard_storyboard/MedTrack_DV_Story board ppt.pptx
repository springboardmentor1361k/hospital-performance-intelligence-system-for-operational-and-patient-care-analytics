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notesSlides/notesSlide2.xml" ContentType="application/vnd.openxmlformats-officedocument.presentationml.notesSlide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8" r:id="rId2"/>
    <p:sldId id="262" r:id="rId3"/>
    <p:sldId id="264" r:id="rId4"/>
    <p:sldId id="259" r:id="rId5"/>
    <p:sldId id="265" r:id="rId6"/>
    <p:sldId id="266" r:id="rId7"/>
    <p:sldId id="260" r:id="rId8"/>
    <p:sldId id="267" r:id="rId9"/>
    <p:sldId id="268" r:id="rId10"/>
    <p:sldId id="261" r:id="rId11"/>
    <p:sldId id="270" r:id="rId12"/>
    <p:sldId id="269" r:id="rId1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0F2D52"/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9" autoAdjust="0"/>
    <p:restoredTop sz="92418" autoAdjust="0"/>
  </p:normalViewPr>
  <p:slideViewPr>
    <p:cSldViewPr snapToGrid="0" snapToObjects="1">
      <p:cViewPr varScale="1">
        <p:scale>
          <a:sx n="69" d="100"/>
          <a:sy n="69" d="100"/>
        </p:scale>
        <p:origin x="38" y="15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24:48.4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1174 24575,'2'-2'0,"1"0"0,-1 1 0,0-1 0,0 0 0,0-1 0,0 1 0,-1 0 0,1 0 0,0-1 0,-1 1 0,0-1 0,2-3 0,2-2 0,38-64 0,-31 51 0,1 0 0,0 1 0,1 0 0,29-30 0,139-103 0,-150 124 0,2 2 0,43-26 0,-41 21 0,-32 27 0,1 0 0,0 1 0,0-1 0,0 1 0,11-7 0,-15 11 0,1 0 0,-1-1 0,0 1 0,0 0 0,1 0 0,-1 0 0,0 0 0,1 0 0,-1 1 0,0-1 0,0 0 0,1 1 0,-1-1 0,0 0 0,0 1 0,0-1 0,0 1 0,1 0 0,-1-1 0,0 1 0,0 0 0,0 0 0,0 0 0,-1 0 0,1 0 0,0 0 0,0 0 0,0 0 0,-1 0 0,1 0 0,0 2 0,21 41 0,-21-41 0,49 135 0,12 28 0,-58-157 0,10 16 0,-13-25 0,0 1 0,-1-1 0,1 0 0,0 0 0,-1 1 0,1-1 0,0 0 0,-1 0 0,1 0 0,0 0 0,0 0 0,-1 0 0,1 0 0,0 0 0,-1 0 0,1-1 0,0 1 0,0 0 0,-1 0 0,1-1 0,0 1 0,-1 0 0,1-1 0,-1 1 0,1 0 0,0-1 0,-1 1 0,1-1 0,-1 1 0,1-1 0,-1 1 0,0-1 0,1 1 0,-1-1 0,1 0 0,-1 1 0,1-2 0,123-179 0,-86 121 0,57-71 0,-89 125 0,17-23 0,1 1 0,2 1 0,1 2 0,42-32 0,-69 57 0,1-1 0,-1 1 0,1 0 0,0-1 0,-1 1 0,1 0 0,-1-1 0,1 1 0,0 0 0,-1 0 0,1 0 0,0 0 0,0 0 0,-1 0 0,1 0 0,0 0 0,-1 0 0,1 0 0,0 0 0,-1 0 0,1 0 0,0 1 0,-1-1 0,1 0 0,0 0 0,0 1 0,13 17 0,3 30 0,-15-42 0,11 56 0,-1 0 0,4 104 0,-11-94 0,-1-44 0,1-1 0,1 0 0,2 0 0,0 0 0,2-1 0,1 0 0,15 26 0,-19-29 0,-7-21 0,0 1 0,1 0 0,-1-1 0,1 1 0,0 0 0,0-1 0,0 1 0,0-1 0,1 0 0,-1 1 0,2 2 0,-2-5 0,0 0 0,-1-1 0,1 1 0,-1 0 0,0 0 0,1 0 0,-1-1 0,1 1 0,-1 0 0,1 0 0,-1-1 0,1 1 0,-1 0 0,0-1 0,1 1 0,-1-1 0,0 1 0,1 0 0,-1-1 0,0 1 0,0-1 0,1 1 0,-1-1 0,0 1 0,0-1 0,0 1 0,0-1 0,1 1 0,-1-1 0,0 1 0,0-1 0,0 0 0,5-19 0,5-25 0,-5 17 0,2 0 0,1 1 0,16-41 0,-12 42 0,-8 15 0,1 0 0,1 0 0,-1 0 0,2 0 0,12-16 0,-18 27 0,0-1 0,-1 1 0,1-1 0,0 1 0,0 0 0,0-1 0,0 1 0,0 0 0,0-1 0,0 1 0,-1 0 0,1 0 0,0 0 0,0 0 0,0 0 0,0 0 0,0 0 0,0 0 0,0 1 0,0-1 0,0 0 0,0 0 0,0 1 0,0-1 0,-1 1 0,1-1 0,0 1 0,0-1 0,0 1 0,-1-1 0,1 1 0,0 0 0,-1-1 0,1 1 0,0 1 0,30 33 0,-23-24 0,15 14 0,0-1 0,1-2 0,1 0 0,1-2 0,39 24 0,-64-43 0,0-1 0,0 1 0,0-1 0,-1 1 0,1-1 0,0 1 0,0-1 0,0 0 0,0 0 0,0 1 0,0-1 0,0 0 0,0 0 0,0 0 0,0 0 0,0 0 0,0 0 0,0 0 0,0 0 0,0-1 0,0 1 0,0 0 0,0-1 0,0 1 0,0 0 0,0-1 0,0 1 0,-1-1 0,1 1 0,0-1 0,0 0 0,-1 1 0,1-1 0,0 0 0,-1 0 0,1 1 0,0-1 0,-1 0 0,1 0 0,-1 0 0,1 0 0,-1-1 0,4-6 0,-2 0 0,1 0 0,-1-1 0,1-11 0,1 0 0,52-227 0,-49 227 0,2 1 0,0 0 0,1 0 0,0 1 0,25-31 0,-26 35 0,34-43 0,81-87 0,-110 128 0,-10 11 0,0 0 0,-1 1 0,2-1 0,-1 1 0,0 0 0,6-3 0,-9 7 0,0-1 0,0 1 0,0-1 0,0 1 0,0 0 0,0-1 0,0 1 0,0 0 0,0 0 0,0 0 0,0 0 0,0 0 0,0 0 0,0 0 0,0 0 0,0 0 0,0 1 0,0-1 0,0 0 0,0 1 0,0-1 0,0 1 0,0-1 0,0 1 0,0-1 0,0 1 0,-1-1 0,1 1 0,0 0 0,0 0 0,-1-1 0,1 1 0,0 0 0,-1 0 0,1 0 0,-1 0 0,1 0 0,0 2 0,19 35 0,-2 1 0,-1 1 0,19 73 0,-12-37 0,26 87 0,51 135 0,-95-282 0,-2-6 0,0-1 0,0 1 0,1-1 0,11 16 0,-16-25 0,1 0 0,-1 1 0,0-1 0,1 0 0,-1 0 0,1 0 0,-1 0 0,1-1 0,-1 1 0,0 0 0,1 0 0,-1 0 0,1 0 0,-1 0 0,0 0 0,1-1 0,-1 1 0,0 0 0,1 0 0,-1 0 0,0-1 0,1 1 0,-1 0 0,0-1 0,1 1 0,-1 0 0,0-1 0,0 1 0,1 0 0,-1-1 0,0 1 0,0 0 0,0-1 0,0 1 0,1-1 0,-1 1 0,0 0 0,0-1 0,0 1 0,0-1 0,10-25 0,-8 21 0,52-124 0,-13 35 0,35-126 0,-61 165 0,-2 2 0,2 1 0,2 0 0,25-49 0,-12 46 0,47-66 0,-77 121 0,0-1 0,0 1 0,0 0 0,0 0 0,0 0 0,0-1 0,0 1 0,1 0 0,-1 0 0,0 0 0,0 0 0,0 0 0,0-1 0,0 1 0,1 0 0,-1 0 0,0 0 0,0 0 0,0 0 0,1 0 0,-1 0 0,0 0 0,0-1 0,0 1 0,1 0 0,-1 0 0,0 0 0,0 0 0,0 0 0,1 0 0,-1 0 0,0 0 0,0 0 0,0 0 0,1 1 0,-1-1 0,0 0 0,0 0 0,0 0 0,1 0 0,-1 0 0,0 0 0,0 0 0,0 0 0,0 0 0,1 1 0,5 12 0,-1 19 0,-5-31 0,18 95 0,3 0 0,57 152 0,-45-149 0,-32-96 0,0-1 0,1 1 0,-1 0 0,1-1 0,-1 0 0,1 1 0,0-1 0,0 0 0,0 0 0,0 0 0,0 0 0,0 0 0,4 2 0,-4-2 0,1 0 0,0 0 0,-1 0 0,1 0 0,-1 1 0,0-1 0,0 1 0,0 0 0,0 0 0,2 3 0,65 166 0,-58-227 0,-3 13 0,2 1 0,1 0 0,3 0 0,1 1 0,1 0 0,3 2 0,24-39 0,-43 76 0,1 0 0,0-1 0,-1 1 0,1 0 0,0-1 0,0 1 0,0 0 0,0 0 0,0 0 0,0 0 0,0 0 0,0 0 0,0 0 0,1 0 0,-1 0 0,0 1 0,1-1 0,-1 1 0,0-1 0,1 1 0,-1-1 0,1 1 0,-1-1 0,3 1 0,-2 1 0,0 0 0,0-1 0,0 1 0,-1 0 0,1 0 0,0 1 0,-1-1 0,1 0 0,-1 0 0,1 1 0,-1-1 0,0 1 0,0 0 0,1-1 0,-1 1 0,0 0 0,0-1 0,0 4 0,81 176 0,-32-65 0,-33-78 0,6 13 0,35 57 0,-58-107 0,1 1 0,0-1 0,0 1 0,0-1 0,0 0 0,0 0 0,0 0 0,0 1 0,0-1 0,0 0 0,0 0 0,1 0 0,-1-1 0,0 1 0,1 0 0,-1 0 0,1-1 0,2 2 0,-4-3 0,1 1 0,0 0 0,0 0 0,0 0 0,0-1 0,0 1 0,0 0 0,0-1 0,0 1 0,0-1 0,-1 1 0,1-1 0,0 1 0,0-1 0,-1 0 0,1 1 0,0-1 0,-1 0 0,1 0 0,-1 1 0,1-1 0,0-1 0,4-9 0,0 1 0,-1-1 0,0 0 0,2-14 0,0 3 0,109-277 0,-85 212 0,47-152 0,-63 186 0,66-292 0,-80 345 0,0 0 0,0 0 0,0 0 0,0 1 0,0-1 0,0 0 0,0 0 0,0 0 0,0 0 0,0 0 0,0 0 0,0 0 0,0 0 0,0 0 0,0 0 0,0 0 0,0 0 0,0 0 0,0 0 0,0 0 0,0 0 0,0 0 0,0 0 0,0 0 0,1 0 0,-1 1 0,0-1 0,0 0 0,0 0 0,0 0 0,0 0 0,0 0 0,0 0 0,0 0 0,0 0 0,0 0 0,0 0 0,0 0 0,0 0 0,1 0 0,-1-1 0,0 1 0,0 0 0,0 0 0,0 0 0,0 0 0,4 14 0,2 18 0,14 135 0,23 145 0,-29-239 0,3-1 0,30 83 0,-43-144 0,-2-4 0,1 0 0,-1 0 0,1 0 0,1 0 0,-1-1 0,1 1 0,0-1 0,6 6 0,-9-12 0,0 1 0,0-1 0,0 1 0,0-1 0,0 1 0,0-1 0,0 0 0,0 1 0,0-1 0,0 0 0,0 0 0,0 0 0,0 0 0,0 0 0,1 0 0,-1 0 0,0 0 0,0 0 0,0-1 0,0 1 0,0 0 0,0-1 0,0 1 0,0-1 0,0 1 0,0-1 0,1 0 0,31-23 0,-22 15 0,76-48 0,179-86 0,-217 119 0,-28 15-1365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29:55.3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1174 24575,'2'-2'0,"1"0"0,-1 1 0,0-1 0,0 0 0,0-1 0,0 1 0,-1 0 0,1 0 0,0-1 0,-1 1 0,0-1 0,2-3 0,2-2 0,38-64 0,-31 51 0,1 0 0,0 1 0,1 0 0,29-30 0,139-103 0,-150 124 0,2 2 0,43-26 0,-41 21 0,-32 27 0,1 0 0,0 1 0,0-1 0,0 1 0,11-7 0,-15 11 0,1 0 0,-1-1 0,0 1 0,0 0 0,1 0 0,-1 0 0,0 0 0,1 0 0,-1 1 0,0-1 0,0 0 0,1 1 0,-1-1 0,0 0 0,0 1 0,0-1 0,0 1 0,1 0 0,-1-1 0,0 1 0,0 0 0,0 0 0,0 0 0,-1 0 0,1 0 0,0 0 0,0 0 0,0 0 0,-1 0 0,1 0 0,0 2 0,21 41 0,-21-41 0,49 135 0,12 28 0,-58-157 0,10 16 0,-13-25 0,0 1 0,-1-1 0,1 0 0,0 0 0,-1 1 0,1-1 0,0 0 0,-1 0 0,1 0 0,0 0 0,0 0 0,-1 0 0,1 0 0,0 0 0,-1 0 0,1-1 0,0 1 0,0 0 0,-1 0 0,1-1 0,0 1 0,-1 0 0,1-1 0,-1 1 0,1 0 0,0-1 0,-1 1 0,1-1 0,-1 1 0,1-1 0,-1 1 0,0-1 0,1 1 0,-1-1 0,1 0 0,-1 1 0,1-2 0,123-179 0,-86 121 0,57-71 0,-89 125 0,17-23 0,1 1 0,2 1 0,1 2 0,42-32 0,-69 57 0,1-1 0,-1 1 0,1 0 0,0-1 0,-1 1 0,1 0 0,-1-1 0,1 1 0,0 0 0,-1 0 0,1 0 0,0 0 0,0 0 0,-1 0 0,1 0 0,0 0 0,-1 0 0,1 0 0,0 0 0,-1 0 0,1 0 0,0 1 0,-1-1 0,1 0 0,0 0 0,0 1 0,13 17 0,3 30 0,-15-42 0,11 56 0,-1 0 0,4 104 0,-11-94 0,-1-44 0,1-1 0,1 0 0,2 0 0,0 0 0,2-1 0,1 0 0,15 26 0,-19-29 0,-7-21 0,0 1 0,1 0 0,-1-1 0,1 1 0,0 0 0,0-1 0,0 1 0,0-1 0,1 0 0,-1 1 0,2 2 0,-2-5 0,0 0 0,-1-1 0,1 1 0,-1 0 0,0 0 0,1 0 0,-1-1 0,1 1 0,-1 0 0,1 0 0,-1-1 0,1 1 0,-1 0 0,0-1 0,1 1 0,-1-1 0,0 1 0,1 0 0,-1-1 0,0 1 0,0-1 0,1 1 0,-1-1 0,0 1 0,0-1 0,0 1 0,0-1 0,1 1 0,-1-1 0,0 1 0,0-1 0,0 0 0,5-19 0,5-25 0,-5 17 0,2 0 0,1 1 0,16-41 0,-12 42 0,-8 15 0,1 0 0,1 0 0,-1 0 0,2 0 0,12-16 0,-18 27 0,0-1 0,-1 1 0,1-1 0,0 1 0,0 0 0,0-1 0,0 1 0,0 0 0,0-1 0,0 1 0,-1 0 0,1 0 0,0 0 0,0 0 0,0 0 0,0 0 0,0 0 0,0 0 0,0 1 0,0-1 0,0 0 0,0 0 0,0 1 0,0-1 0,-1 1 0,1-1 0,0 1 0,0-1 0,0 1 0,-1-1 0,1 1 0,0 0 0,-1-1 0,1 1 0,0 1 0,30 33 0,-23-24 0,15 14 0,0-1 0,1-2 0,1 0 0,1-2 0,39 24 0,-64-43 0,0-1 0,0 1 0,0-1 0,-1 1 0,1-1 0,0 1 0,0-1 0,0 0 0,0 0 0,0 1 0,0-1 0,0 0 0,0 0 0,0 0 0,0 0 0,0 0 0,0 0 0,0 0 0,0 0 0,0-1 0,0 1 0,0 0 0,0-1 0,0 1 0,0 0 0,0-1 0,0 1 0,-1-1 0,1 1 0,0-1 0,0 0 0,-1 1 0,1-1 0,0 0 0,-1 0 0,1 1 0,0-1 0,-1 0 0,1 0 0,-1 0 0,1 0 0,-1-1 0,4-6 0,-2 0 0,1 0 0,-1-1 0,1-11 0,1 0 0,52-227 0,-49 227 0,2 1 0,0 0 0,1 0 0,0 1 0,25-31 0,-26 35 0,34-43 0,81-87 0,-110 128 0,-10 11 0,0 0 0,-1 1 0,2-1 0,-1 1 0,0 0 0,6-3 0,-9 7 0,0-1 0,0 1 0,0-1 0,0 1 0,0 0 0,0-1 0,0 1 0,0 0 0,0 0 0,0 0 0,0 0 0,0 0 0,0 0 0,0 0 0,0 0 0,0 0 0,0 1 0,0-1 0,0 0 0,0 1 0,0-1 0,0 1 0,0-1 0,0 1 0,0-1 0,0 1 0,-1-1 0,1 1 0,0 0 0,0 0 0,-1-1 0,1 1 0,0 0 0,-1 0 0,1 0 0,-1 0 0,1 0 0,0 2 0,19 35 0,-2 1 0,-1 1 0,19 73 0,-12-37 0,26 87 0,51 135 0,-95-282 0,-2-6 0,0-1 0,0 1 0,1-1 0,11 16 0,-16-25 0,1 0 0,-1 1 0,0-1 0,1 0 0,-1 0 0,1 0 0,-1 0 0,1-1 0,-1 1 0,0 0 0,1 0 0,-1 0 0,1 0 0,-1 0 0,0 0 0,1-1 0,-1 1 0,0 0 0,1 0 0,-1 0 0,0-1 0,1 1 0,-1 0 0,0-1 0,1 1 0,-1 0 0,0-1 0,0 1 0,1 0 0,-1-1 0,0 1 0,0 0 0,0-1 0,0 1 0,1-1 0,-1 1 0,0 0 0,0-1 0,0 1 0,0-1 0,10-25 0,-8 21 0,52-124 0,-13 35 0,35-126 0,-61 165 0,-2 2 0,2 1 0,2 0 0,25-49 0,-12 46 0,47-66 0,-77 121 0,0-1 0,0 1 0,0 0 0,0 0 0,0 0 0,0-1 0,0 1 0,1 0 0,-1 0 0,0 0 0,0 0 0,0 0 0,0-1 0,0 1 0,1 0 0,-1 0 0,0 0 0,0 0 0,0 0 0,1 0 0,-1 0 0,0 0 0,0-1 0,0 1 0,1 0 0,-1 0 0,0 0 0,0 0 0,0 0 0,1 0 0,-1 0 0,0 0 0,0 0 0,0 0 0,1 1 0,-1-1 0,0 0 0,0 0 0,0 0 0,1 0 0,-1 0 0,0 0 0,0 0 0,0 0 0,0 0 0,1 1 0,5 12 0,-1 19 0,-5-31 0,18 95 0,3 0 0,57 152 0,-45-149 0,-32-96 0,0-1 0,1 1 0,-1 0 0,1-1 0,-1 0 0,1 1 0,0-1 0,0 0 0,0 0 0,0 0 0,0 0 0,0 0 0,4 2 0,-4-2 0,1 0 0,0 0 0,-1 0 0,1 0 0,-1 1 0,0-1 0,0 1 0,0 0 0,0 0 0,2 3 0,65 166 0,-58-227 0,-3 13 0,2 1 0,1 0 0,3 0 0,1 1 0,1 0 0,3 2 0,24-39 0,-43 76 0,1 0 0,0-1 0,-1 1 0,1 0 0,0-1 0,0 1 0,0 0 0,0 0 0,0 0 0,0 0 0,0 0 0,0 0 0,0 0 0,1 0 0,-1 0 0,0 1 0,1-1 0,-1 1 0,0-1 0,1 1 0,-1-1 0,1 1 0,-1-1 0,3 1 0,-2 1 0,0 0 0,0-1 0,0 1 0,-1 0 0,1 0 0,0 1 0,-1-1 0,1 0 0,-1 0 0,1 1 0,-1-1 0,0 1 0,0 0 0,1-1 0,-1 1 0,0 0 0,0-1 0,0 4 0,81 176 0,-32-65 0,-33-78 0,6 13 0,35 57 0,-58-107 0,1 1 0,0-1 0,0 1 0,0-1 0,0 0 0,0 0 0,0 0 0,0 1 0,0-1 0,0 0 0,0 0 0,1 0 0,-1-1 0,0 1 0,1 0 0,-1 0 0,1-1 0,2 2 0,-4-3 0,1 1 0,0 0 0,0 0 0,0 0 0,0-1 0,0 1 0,0 0 0,0-1 0,0 1 0,0-1 0,-1 1 0,1-1 0,0 1 0,0-1 0,-1 0 0,1 1 0,0-1 0,-1 0 0,1 0 0,-1 1 0,1-1 0,0-1 0,4-9 0,0 1 0,-1-1 0,0 0 0,2-14 0,0 3 0,109-277 0,-85 212 0,47-152 0,-63 186 0,66-292 0,-80 345 0,0 0 0,0 0 0,0 0 0,0 1 0,0-1 0,0 0 0,0 0 0,0 0 0,0 0 0,0 0 0,0 0 0,0 0 0,0 0 0,0 0 0,0 0 0,0 0 0,0 0 0,0 0 0,0 0 0,0 0 0,0 0 0,0 0 0,0 0 0,0 0 0,1 0 0,-1 1 0,0-1 0,0 0 0,0 0 0,0 0 0,0 0 0,0 0 0,0 0 0,0 0 0,0 0 0,0 0 0,0 0 0,0 0 0,0 0 0,1 0 0,-1-1 0,0 1 0,0 0 0,0 0 0,0 0 0,0 0 0,4 14 0,2 18 0,14 135 0,23 145 0,-29-239 0,3-1 0,30 83 0,-43-144 0,-2-4 0,1 0 0,-1 0 0,1 0 0,1 0 0,-1-1 0,1 1 0,0-1 0,6 6 0,-9-12 0,0 1 0,0-1 0,0 1 0,0-1 0,0 1 0,0-1 0,0 0 0,0 1 0,0-1 0,0 0 0,0 0 0,0 0 0,0 0 0,0 0 0,1 0 0,-1 0 0,0 0 0,0 0 0,0-1 0,0 1 0,0 0 0,0-1 0,0 1 0,0-1 0,0 1 0,0-1 0,1 0 0,31-23 0,-22 15 0,76-48 0,179-86 0,-217 119 0,-28 15-1365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30:05.1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1174 24575,'2'-2'0,"1"0"0,-1 1 0,0-1 0,0 0 0,0-1 0,0 1 0,-1 0 0,1 0 0,0-1 0,-1 1 0,0-1 0,2-3 0,2-2 0,38-64 0,-31 51 0,1 0 0,0 1 0,1 0 0,29-30 0,139-103 0,-150 124 0,2 2 0,43-26 0,-41 21 0,-32 27 0,1 0 0,0 1 0,0-1 0,0 1 0,11-7 0,-15 11 0,1 0 0,-1-1 0,0 1 0,0 0 0,1 0 0,-1 0 0,0 0 0,1 0 0,-1 1 0,0-1 0,0 0 0,1 1 0,-1-1 0,0 0 0,0 1 0,0-1 0,0 1 0,1 0 0,-1-1 0,0 1 0,0 0 0,0 0 0,0 0 0,-1 0 0,1 0 0,0 0 0,0 0 0,0 0 0,-1 0 0,1 0 0,0 2 0,21 41 0,-21-41 0,49 135 0,12 28 0,-58-157 0,10 16 0,-13-25 0,0 1 0,-1-1 0,1 0 0,0 0 0,-1 1 0,1-1 0,0 0 0,-1 0 0,1 0 0,0 0 0,0 0 0,-1 0 0,1 0 0,0 0 0,-1 0 0,1-1 0,0 1 0,0 0 0,-1 0 0,1-1 0,0 1 0,-1 0 0,1-1 0,-1 1 0,1 0 0,0-1 0,-1 1 0,1-1 0,-1 1 0,1-1 0,-1 1 0,0-1 0,1 1 0,-1-1 0,1 0 0,-1 1 0,1-2 0,123-179 0,-86 121 0,57-71 0,-89 125 0,17-23 0,1 1 0,2 1 0,1 2 0,42-32 0,-69 57 0,1-1 0,-1 1 0,1 0 0,0-1 0,-1 1 0,1 0 0,-1-1 0,1 1 0,0 0 0,-1 0 0,1 0 0,0 0 0,0 0 0,-1 0 0,1 0 0,0 0 0,-1 0 0,1 0 0,0 0 0,-1 0 0,1 0 0,0 1 0,-1-1 0,1 0 0,0 0 0,0 1 0,13 17 0,3 30 0,-15-42 0,11 56 0,-1 0 0,4 104 0,-11-94 0,-1-44 0,1-1 0,1 0 0,2 0 0,0 0 0,2-1 0,1 0 0,15 26 0,-19-29 0,-7-21 0,0 1 0,1 0 0,-1-1 0,1 1 0,0 0 0,0-1 0,0 1 0,0-1 0,1 0 0,-1 1 0,2 2 0,-2-5 0,0 0 0,-1-1 0,1 1 0,-1 0 0,0 0 0,1 0 0,-1-1 0,1 1 0,-1 0 0,1 0 0,-1-1 0,1 1 0,-1 0 0,0-1 0,1 1 0,-1-1 0,0 1 0,1 0 0,-1-1 0,0 1 0,0-1 0,1 1 0,-1-1 0,0 1 0,0-1 0,0 1 0,0-1 0,1 1 0,-1-1 0,0 1 0,0-1 0,0 0 0,5-19 0,5-25 0,-5 17 0,2 0 0,1 1 0,16-41 0,-12 42 0,-8 15 0,1 0 0,1 0 0,-1 0 0,2 0 0,12-16 0,-18 27 0,0-1 0,-1 1 0,1-1 0,0 1 0,0 0 0,0-1 0,0 1 0,0 0 0,0-1 0,0 1 0,-1 0 0,1 0 0,0 0 0,0 0 0,0 0 0,0 0 0,0 0 0,0 0 0,0 1 0,0-1 0,0 0 0,0 0 0,0 1 0,0-1 0,-1 1 0,1-1 0,0 1 0,0-1 0,0 1 0,-1-1 0,1 1 0,0 0 0,-1-1 0,1 1 0,0 1 0,30 33 0,-23-24 0,15 14 0,0-1 0,1-2 0,1 0 0,1-2 0,39 24 0,-64-43 0,0-1 0,0 1 0,0-1 0,-1 1 0,1-1 0,0 1 0,0-1 0,0 0 0,0 0 0,0 1 0,0-1 0,0 0 0,0 0 0,0 0 0,0 0 0,0 0 0,0 0 0,0 0 0,0 0 0,0-1 0,0 1 0,0 0 0,0-1 0,0 1 0,0 0 0,0-1 0,0 1 0,-1-1 0,1 1 0,0-1 0,0 0 0,-1 1 0,1-1 0,0 0 0,-1 0 0,1 1 0,0-1 0,-1 0 0,1 0 0,-1 0 0,1 0 0,-1-1 0,4-6 0,-2 0 0,1 0 0,-1-1 0,1-11 0,1 0 0,52-227 0,-49 227 0,2 1 0,0 0 0,1 0 0,0 1 0,25-31 0,-26 35 0,34-43 0,81-87 0,-110 128 0,-10 11 0,0 0 0,-1 1 0,2-1 0,-1 1 0,0 0 0,6-3 0,-9 7 0,0-1 0,0 1 0,0-1 0,0 1 0,0 0 0,0-1 0,0 1 0,0 0 0,0 0 0,0 0 0,0 0 0,0 0 0,0 0 0,0 0 0,0 0 0,0 0 0,0 1 0,0-1 0,0 0 0,0 1 0,0-1 0,0 1 0,0-1 0,0 1 0,0-1 0,0 1 0,-1-1 0,1 1 0,0 0 0,0 0 0,-1-1 0,1 1 0,0 0 0,-1 0 0,1 0 0,-1 0 0,1 0 0,0 2 0,19 35 0,-2 1 0,-1 1 0,19 73 0,-12-37 0,26 87 0,51 135 0,-95-282 0,-2-6 0,0-1 0,0 1 0,1-1 0,11 16 0,-16-25 0,1 0 0,-1 1 0,0-1 0,1 0 0,-1 0 0,1 0 0,-1 0 0,1-1 0,-1 1 0,0 0 0,1 0 0,-1 0 0,1 0 0,-1 0 0,0 0 0,1-1 0,-1 1 0,0 0 0,1 0 0,-1 0 0,0-1 0,1 1 0,-1 0 0,0-1 0,1 1 0,-1 0 0,0-1 0,0 1 0,1 0 0,-1-1 0,0 1 0,0 0 0,0-1 0,0 1 0,1-1 0,-1 1 0,0 0 0,0-1 0,0 1 0,0-1 0,10-25 0,-8 21 0,52-124 0,-13 35 0,35-126 0,-61 165 0,-2 2 0,2 1 0,2 0 0,25-49 0,-12 46 0,47-66 0,-77 121 0,0-1 0,0 1 0,0 0 0,0 0 0,0 0 0,0-1 0,0 1 0,1 0 0,-1 0 0,0 0 0,0 0 0,0 0 0,0-1 0,0 1 0,1 0 0,-1 0 0,0 0 0,0 0 0,0 0 0,1 0 0,-1 0 0,0 0 0,0-1 0,0 1 0,1 0 0,-1 0 0,0 0 0,0 0 0,0 0 0,1 0 0,-1 0 0,0 0 0,0 0 0,0 0 0,1 1 0,-1-1 0,0 0 0,0 0 0,0 0 0,1 0 0,-1 0 0,0 0 0,0 0 0,0 0 0,0 0 0,1 1 0,5 12 0,-1 19 0,-5-31 0,18 95 0,3 0 0,57 152 0,-45-149 0,-32-96 0,0-1 0,1 1 0,-1 0 0,1-1 0,-1 0 0,1 1 0,0-1 0,0 0 0,0 0 0,0 0 0,0 0 0,0 0 0,4 2 0,-4-2 0,1 0 0,0 0 0,-1 0 0,1 0 0,-1 1 0,0-1 0,0 1 0,0 0 0,0 0 0,2 3 0,65 166 0,-58-227 0,-3 13 0,2 1 0,1 0 0,3 0 0,1 1 0,1 0 0,3 2 0,24-39 0,-43 76 0,1 0 0,0-1 0,-1 1 0,1 0 0,0-1 0,0 1 0,0 0 0,0 0 0,0 0 0,0 0 0,0 0 0,0 0 0,0 0 0,1 0 0,-1 0 0,0 1 0,1-1 0,-1 1 0,0-1 0,1 1 0,-1-1 0,1 1 0,-1-1 0,3 1 0,-2 1 0,0 0 0,0-1 0,0 1 0,-1 0 0,1 0 0,0 1 0,-1-1 0,1 0 0,-1 0 0,1 1 0,-1-1 0,0 1 0,0 0 0,1-1 0,-1 1 0,0 0 0,0-1 0,0 4 0,81 176 0,-32-65 0,-33-78 0,6 13 0,35 57 0,-58-107 0,1 1 0,0-1 0,0 1 0,0-1 0,0 0 0,0 0 0,0 0 0,0 1 0,0-1 0,0 0 0,0 0 0,1 0 0,-1-1 0,0 1 0,1 0 0,-1 0 0,1-1 0,2 2 0,-4-3 0,1 1 0,0 0 0,0 0 0,0 0 0,0-1 0,0 1 0,0 0 0,0-1 0,0 1 0,0-1 0,-1 1 0,1-1 0,0 1 0,0-1 0,-1 0 0,1 1 0,0-1 0,-1 0 0,1 0 0,-1 1 0,1-1 0,0-1 0,4-9 0,0 1 0,-1-1 0,0 0 0,2-14 0,0 3 0,109-277 0,-85 212 0,47-152 0,-63 186 0,66-292 0,-80 345 0,0 0 0,0 0 0,0 0 0,0 1 0,0-1 0,0 0 0,0 0 0,0 0 0,0 0 0,0 0 0,0 0 0,0 0 0,0 0 0,0 0 0,0 0 0,0 0 0,0 0 0,0 0 0,0 0 0,0 0 0,0 0 0,0 0 0,0 0 0,0 0 0,1 0 0,-1 1 0,0-1 0,0 0 0,0 0 0,0 0 0,0 0 0,0 0 0,0 0 0,0 0 0,0 0 0,0 0 0,0 0 0,0 0 0,0 0 0,1 0 0,-1-1 0,0 1 0,0 0 0,0 0 0,0 0 0,0 0 0,4 14 0,2 18 0,14 135 0,23 145 0,-29-239 0,3-1 0,30 83 0,-43-144 0,-2-4 0,1 0 0,-1 0 0,1 0 0,1 0 0,-1-1 0,1 1 0,0-1 0,6 6 0,-9-12 0,0 1 0,0-1 0,0 1 0,0-1 0,0 1 0,0-1 0,0 0 0,0 1 0,0-1 0,0 0 0,0 0 0,0 0 0,0 0 0,0 0 0,1 0 0,-1 0 0,0 0 0,0 0 0,0-1 0,0 1 0,0 0 0,0-1 0,0 1 0,0-1 0,0 1 0,0-1 0,1 0 0,31-23 0,-22 15 0,76-48 0,179-86 0,-217 119 0,-28 15-1365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30:11.6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1174 24575,'2'-2'0,"1"0"0,-1 1 0,0-1 0,0 0 0,0-1 0,0 1 0,-1 0 0,1 0 0,0-1 0,-1 1 0,0-1 0,2-3 0,2-2 0,38-64 0,-31 51 0,1 0 0,0 1 0,1 0 0,29-30 0,139-103 0,-150 124 0,2 2 0,43-26 0,-41 21 0,-32 27 0,1 0 0,0 1 0,0-1 0,0 1 0,11-7 0,-15 11 0,1 0 0,-1-1 0,0 1 0,0 0 0,1 0 0,-1 0 0,0 0 0,1 0 0,-1 1 0,0-1 0,0 0 0,1 1 0,-1-1 0,0 0 0,0 1 0,0-1 0,0 1 0,1 0 0,-1-1 0,0 1 0,0 0 0,0 0 0,0 0 0,-1 0 0,1 0 0,0 0 0,0 0 0,0 0 0,-1 0 0,1 0 0,0 2 0,21 41 0,-21-41 0,49 135 0,12 28 0,-58-157 0,10 16 0,-13-25 0,0 1 0,-1-1 0,1 0 0,0 0 0,-1 1 0,1-1 0,0 0 0,-1 0 0,1 0 0,0 0 0,0 0 0,-1 0 0,1 0 0,0 0 0,-1 0 0,1-1 0,0 1 0,0 0 0,-1 0 0,1-1 0,0 1 0,-1 0 0,1-1 0,-1 1 0,1 0 0,0-1 0,-1 1 0,1-1 0,-1 1 0,1-1 0,-1 1 0,0-1 0,1 1 0,-1-1 0,1 0 0,-1 1 0,1-2 0,123-179 0,-86 121 0,57-71 0,-89 125 0,17-23 0,1 1 0,2 1 0,1 2 0,42-32 0,-69 57 0,1-1 0,-1 1 0,1 0 0,0-1 0,-1 1 0,1 0 0,-1-1 0,1 1 0,0 0 0,-1 0 0,1 0 0,0 0 0,0 0 0,-1 0 0,1 0 0,0 0 0,-1 0 0,1 0 0,0 0 0,-1 0 0,1 0 0,0 1 0,-1-1 0,1 0 0,0 0 0,0 1 0,13 17 0,3 30 0,-15-42 0,11 56 0,-1 0 0,4 104 0,-11-94 0,-1-44 0,1-1 0,1 0 0,2 0 0,0 0 0,2-1 0,1 0 0,15 26 0,-19-29 0,-7-21 0,0 1 0,1 0 0,-1-1 0,1 1 0,0 0 0,0-1 0,0 1 0,0-1 0,1 0 0,-1 1 0,2 2 0,-2-5 0,0 0 0,-1-1 0,1 1 0,-1 0 0,0 0 0,1 0 0,-1-1 0,1 1 0,-1 0 0,1 0 0,-1-1 0,1 1 0,-1 0 0,0-1 0,1 1 0,-1-1 0,0 1 0,1 0 0,-1-1 0,0 1 0,0-1 0,1 1 0,-1-1 0,0 1 0,0-1 0,0 1 0,0-1 0,1 1 0,-1-1 0,0 1 0,0-1 0,0 0 0,5-19 0,5-25 0,-5 17 0,2 0 0,1 1 0,16-41 0,-12 42 0,-8 15 0,1 0 0,1 0 0,-1 0 0,2 0 0,12-16 0,-18 27 0,0-1 0,-1 1 0,1-1 0,0 1 0,0 0 0,0-1 0,0 1 0,0 0 0,0-1 0,0 1 0,-1 0 0,1 0 0,0 0 0,0 0 0,0 0 0,0 0 0,0 0 0,0 0 0,0 1 0,0-1 0,0 0 0,0 0 0,0 1 0,0-1 0,-1 1 0,1-1 0,0 1 0,0-1 0,0 1 0,-1-1 0,1 1 0,0 0 0,-1-1 0,1 1 0,0 1 0,30 33 0,-23-24 0,15 14 0,0-1 0,1-2 0,1 0 0,1-2 0,39 24 0,-64-43 0,0-1 0,0 1 0,0-1 0,-1 1 0,1-1 0,0 1 0,0-1 0,0 0 0,0 0 0,0 1 0,0-1 0,0 0 0,0 0 0,0 0 0,0 0 0,0 0 0,0 0 0,0 0 0,0 0 0,0-1 0,0 1 0,0 0 0,0-1 0,0 1 0,0 0 0,0-1 0,0 1 0,-1-1 0,1 1 0,0-1 0,0 0 0,-1 1 0,1-1 0,0 0 0,-1 0 0,1 1 0,0-1 0,-1 0 0,1 0 0,-1 0 0,1 0 0,-1-1 0,4-6 0,-2 0 0,1 0 0,-1-1 0,1-11 0,1 0 0,52-227 0,-49 227 0,2 1 0,0 0 0,1 0 0,0 1 0,25-31 0,-26 35 0,34-43 0,81-87 0,-110 128 0,-10 11 0,0 0 0,-1 1 0,2-1 0,-1 1 0,0 0 0,6-3 0,-9 7 0,0-1 0,0 1 0,0-1 0,0 1 0,0 0 0,0-1 0,0 1 0,0 0 0,0 0 0,0 0 0,0 0 0,0 0 0,0 0 0,0 0 0,0 0 0,0 0 0,0 1 0,0-1 0,0 0 0,0 1 0,0-1 0,0 1 0,0-1 0,0 1 0,0-1 0,0 1 0,-1-1 0,1 1 0,0 0 0,0 0 0,-1-1 0,1 1 0,0 0 0,-1 0 0,1 0 0,-1 0 0,1 0 0,0 2 0,19 35 0,-2 1 0,-1 1 0,19 73 0,-12-37 0,26 87 0,51 135 0,-95-282 0,-2-6 0,0-1 0,0 1 0,1-1 0,11 16 0,-16-25 0,1 0 0,-1 1 0,0-1 0,1 0 0,-1 0 0,1 0 0,-1 0 0,1-1 0,-1 1 0,0 0 0,1 0 0,-1 0 0,1 0 0,-1 0 0,0 0 0,1-1 0,-1 1 0,0 0 0,1 0 0,-1 0 0,0-1 0,1 1 0,-1 0 0,0-1 0,1 1 0,-1 0 0,0-1 0,0 1 0,1 0 0,-1-1 0,0 1 0,0 0 0,0-1 0,0 1 0,1-1 0,-1 1 0,0 0 0,0-1 0,0 1 0,0-1 0,10-25 0,-8 21 0,52-124 0,-13 35 0,35-126 0,-61 165 0,-2 2 0,2 1 0,2 0 0,25-49 0,-12 46 0,47-66 0,-77 121 0,0-1 0,0 1 0,0 0 0,0 0 0,0 0 0,0-1 0,0 1 0,1 0 0,-1 0 0,0 0 0,0 0 0,0 0 0,0-1 0,0 1 0,1 0 0,-1 0 0,0 0 0,0 0 0,0 0 0,1 0 0,-1 0 0,0 0 0,0-1 0,0 1 0,1 0 0,-1 0 0,0 0 0,0 0 0,0 0 0,1 0 0,-1 0 0,0 0 0,0 0 0,0 0 0,1 1 0,-1-1 0,0 0 0,0 0 0,0 0 0,1 0 0,-1 0 0,0 0 0,0 0 0,0 0 0,0 0 0,1 1 0,5 12 0,-1 19 0,-5-31 0,18 95 0,3 0 0,57 152 0,-45-149 0,-32-96 0,0-1 0,1 1 0,-1 0 0,1-1 0,-1 0 0,1 1 0,0-1 0,0 0 0,0 0 0,0 0 0,0 0 0,0 0 0,4 2 0,-4-2 0,1 0 0,0 0 0,-1 0 0,1 0 0,-1 1 0,0-1 0,0 1 0,0 0 0,0 0 0,2 3 0,65 166 0,-58-227 0,-3 13 0,2 1 0,1 0 0,3 0 0,1 1 0,1 0 0,3 2 0,24-39 0,-43 76 0,1 0 0,0-1 0,-1 1 0,1 0 0,0-1 0,0 1 0,0 0 0,0 0 0,0 0 0,0 0 0,0 0 0,0 0 0,0 0 0,1 0 0,-1 0 0,0 1 0,1-1 0,-1 1 0,0-1 0,1 1 0,-1-1 0,1 1 0,-1-1 0,3 1 0,-2 1 0,0 0 0,0-1 0,0 1 0,-1 0 0,1 0 0,0 1 0,-1-1 0,1 0 0,-1 0 0,1 1 0,-1-1 0,0 1 0,0 0 0,1-1 0,-1 1 0,0 0 0,0-1 0,0 4 0,81 176 0,-32-65 0,-33-78 0,6 13 0,35 57 0,-58-107 0,1 1 0,0-1 0,0 1 0,0-1 0,0 0 0,0 0 0,0 0 0,0 1 0,0-1 0,0 0 0,0 0 0,1 0 0,-1-1 0,0 1 0,1 0 0,-1 0 0,1-1 0,2 2 0,-4-3 0,1 1 0,0 0 0,0 0 0,0 0 0,0-1 0,0 1 0,0 0 0,0-1 0,0 1 0,0-1 0,-1 1 0,1-1 0,0 1 0,0-1 0,-1 0 0,1 1 0,0-1 0,-1 0 0,1 0 0,-1 1 0,1-1 0,0-1 0,4-9 0,0 1 0,-1-1 0,0 0 0,2-14 0,0 3 0,109-277 0,-85 212 0,47-152 0,-63 186 0,66-292 0,-80 345 0,0 0 0,0 0 0,0 0 0,0 1 0,0-1 0,0 0 0,0 0 0,0 0 0,0 0 0,0 0 0,0 0 0,0 0 0,0 0 0,0 0 0,0 0 0,0 0 0,0 0 0,0 0 0,0 0 0,0 0 0,0 0 0,0 0 0,0 0 0,0 0 0,1 0 0,-1 1 0,0-1 0,0 0 0,0 0 0,0 0 0,0 0 0,0 0 0,0 0 0,0 0 0,0 0 0,0 0 0,0 0 0,0 0 0,0 0 0,1 0 0,-1-1 0,0 1 0,0 0 0,0 0 0,0 0 0,0 0 0,4 14 0,2 18 0,14 135 0,23 145 0,-29-239 0,3-1 0,30 83 0,-43-144 0,-2-4 0,1 0 0,-1 0 0,1 0 0,1 0 0,-1-1 0,1 1 0,0-1 0,6 6 0,-9-12 0,0 1 0,0-1 0,0 1 0,0-1 0,0 1 0,0-1 0,0 0 0,0 1 0,0-1 0,0 0 0,0 0 0,0 0 0,0 0 0,0 0 0,1 0 0,-1 0 0,0 0 0,0 0 0,0-1 0,0 1 0,0 0 0,0-1 0,0 1 0,0-1 0,0 1 0,0-1 0,1 0 0,31-23 0,-22 15 0,76-48 0,179-86 0,-217 119 0,-28 15-1365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30:43.3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1174 24575,'2'-2'0,"1"0"0,-1 1 0,0-1 0,0 0 0,0-1 0,0 1 0,-1 0 0,1 0 0,0-1 0,-1 1 0,0-1 0,2-3 0,2-2 0,38-64 0,-31 51 0,1 0 0,0 1 0,1 0 0,29-30 0,139-103 0,-150 124 0,2 2 0,43-26 0,-41 21 0,-32 27 0,1 0 0,0 1 0,0-1 0,0 1 0,11-7 0,-15 11 0,1 0 0,-1-1 0,0 1 0,0 0 0,1 0 0,-1 0 0,0 0 0,1 0 0,-1 1 0,0-1 0,0 0 0,1 1 0,-1-1 0,0 0 0,0 1 0,0-1 0,0 1 0,1 0 0,-1-1 0,0 1 0,0 0 0,0 0 0,0 0 0,-1 0 0,1 0 0,0 0 0,0 0 0,0 0 0,-1 0 0,1 0 0,0 2 0,21 41 0,-21-41 0,49 135 0,12 28 0,-58-157 0,10 16 0,-13-25 0,0 1 0,-1-1 0,1 0 0,0 0 0,-1 1 0,1-1 0,0 0 0,-1 0 0,1 0 0,0 0 0,0 0 0,-1 0 0,1 0 0,0 0 0,-1 0 0,1-1 0,0 1 0,0 0 0,-1 0 0,1-1 0,0 1 0,-1 0 0,1-1 0,-1 1 0,1 0 0,0-1 0,-1 1 0,1-1 0,-1 1 0,1-1 0,-1 1 0,0-1 0,1 1 0,-1-1 0,1 0 0,-1 1 0,1-2 0,123-179 0,-86 121 0,57-71 0,-89 125 0,17-23 0,1 1 0,2 1 0,1 2 0,42-32 0,-69 57 0,1-1 0,-1 1 0,1 0 0,0-1 0,-1 1 0,1 0 0,-1-1 0,1 1 0,0 0 0,-1 0 0,1 0 0,0 0 0,0 0 0,-1 0 0,1 0 0,0 0 0,-1 0 0,1 0 0,0 0 0,-1 0 0,1 0 0,0 1 0,-1-1 0,1 0 0,0 0 0,0 1 0,13 17 0,3 30 0,-15-42 0,11 56 0,-1 0 0,4 104 0,-11-94 0,-1-44 0,1-1 0,1 0 0,2 0 0,0 0 0,2-1 0,1 0 0,15 26 0,-19-29 0,-7-21 0,0 1 0,1 0 0,-1-1 0,1 1 0,0 0 0,0-1 0,0 1 0,0-1 0,1 0 0,-1 1 0,2 2 0,-2-5 0,0 0 0,-1-1 0,1 1 0,-1 0 0,0 0 0,1 0 0,-1-1 0,1 1 0,-1 0 0,1 0 0,-1-1 0,1 1 0,-1 0 0,0-1 0,1 1 0,-1-1 0,0 1 0,1 0 0,-1-1 0,0 1 0,0-1 0,1 1 0,-1-1 0,0 1 0,0-1 0,0 1 0,0-1 0,1 1 0,-1-1 0,0 1 0,0-1 0,0 0 0,5-19 0,5-25 0,-5 17 0,2 0 0,1 1 0,16-41 0,-12 42 0,-8 15 0,1 0 0,1 0 0,-1 0 0,2 0 0,12-16 0,-18 27 0,0-1 0,-1 1 0,1-1 0,0 1 0,0 0 0,0-1 0,0 1 0,0 0 0,0-1 0,0 1 0,-1 0 0,1 0 0,0 0 0,0 0 0,0 0 0,0 0 0,0 0 0,0 0 0,0 1 0,0-1 0,0 0 0,0 0 0,0 1 0,0-1 0,-1 1 0,1-1 0,0 1 0,0-1 0,0 1 0,-1-1 0,1 1 0,0 0 0,-1-1 0,1 1 0,0 1 0,30 33 0,-23-24 0,15 14 0,0-1 0,1-2 0,1 0 0,1-2 0,39 24 0,-64-43 0,0-1 0,0 1 0,0-1 0,-1 1 0,1-1 0,0 1 0,0-1 0,0 0 0,0 0 0,0 1 0,0-1 0,0 0 0,0 0 0,0 0 0,0 0 0,0 0 0,0 0 0,0 0 0,0 0 0,0-1 0,0 1 0,0 0 0,0-1 0,0 1 0,0 0 0,0-1 0,0 1 0,-1-1 0,1 1 0,0-1 0,0 0 0,-1 1 0,1-1 0,0 0 0,-1 0 0,1 1 0,0-1 0,-1 0 0,1 0 0,-1 0 0,1 0 0,-1-1 0,4-6 0,-2 0 0,1 0 0,-1-1 0,1-11 0,1 0 0,52-227 0,-49 227 0,2 1 0,0 0 0,1 0 0,0 1 0,25-31 0,-26 35 0,34-43 0,81-87 0,-110 128 0,-10 11 0,0 0 0,-1 1 0,2-1 0,-1 1 0,0 0 0,6-3 0,-9 7 0,0-1 0,0 1 0,0-1 0,0 1 0,0 0 0,0-1 0,0 1 0,0 0 0,0 0 0,0 0 0,0 0 0,0 0 0,0 0 0,0 0 0,0 0 0,0 0 0,0 1 0,0-1 0,0 0 0,0 1 0,0-1 0,0 1 0,0-1 0,0 1 0,0-1 0,0 1 0,-1-1 0,1 1 0,0 0 0,0 0 0,-1-1 0,1 1 0,0 0 0,-1 0 0,1 0 0,-1 0 0,1 0 0,0 2 0,19 35 0,-2 1 0,-1 1 0,19 73 0,-12-37 0,26 87 0,51 135 0,-95-282 0,-2-6 0,0-1 0,0 1 0,1-1 0,11 16 0,-16-25 0,1 0 0,-1 1 0,0-1 0,1 0 0,-1 0 0,1 0 0,-1 0 0,1-1 0,-1 1 0,0 0 0,1 0 0,-1 0 0,1 0 0,-1 0 0,0 0 0,1-1 0,-1 1 0,0 0 0,1 0 0,-1 0 0,0-1 0,1 1 0,-1 0 0,0-1 0,1 1 0,-1 0 0,0-1 0,0 1 0,1 0 0,-1-1 0,0 1 0,0 0 0,0-1 0,0 1 0,1-1 0,-1 1 0,0 0 0,0-1 0,0 1 0,0-1 0,10-25 0,-8 21 0,52-124 0,-13 35 0,35-126 0,-61 165 0,-2 2 0,2 1 0,2 0 0,25-49 0,-12 46 0,47-66 0,-77 121 0,0-1 0,0 1 0,0 0 0,0 0 0,0 0 0,0-1 0,0 1 0,1 0 0,-1 0 0,0 0 0,0 0 0,0 0 0,0-1 0,0 1 0,1 0 0,-1 0 0,0 0 0,0 0 0,0 0 0,1 0 0,-1 0 0,0 0 0,0-1 0,0 1 0,1 0 0,-1 0 0,0 0 0,0 0 0,0 0 0,1 0 0,-1 0 0,0 0 0,0 0 0,0 0 0,1 1 0,-1-1 0,0 0 0,0 0 0,0 0 0,1 0 0,-1 0 0,0 0 0,0 0 0,0 0 0,0 0 0,1 1 0,5 12 0,-1 19 0,-5-31 0,18 95 0,3 0 0,57 152 0,-45-149 0,-32-96 0,0-1 0,1 1 0,-1 0 0,1-1 0,-1 0 0,1 1 0,0-1 0,0 0 0,0 0 0,0 0 0,0 0 0,0 0 0,4 2 0,-4-2 0,1 0 0,0 0 0,-1 0 0,1 0 0,-1 1 0,0-1 0,0 1 0,0 0 0,0 0 0,2 3 0,65 166 0,-58-227 0,-3 13 0,2 1 0,1 0 0,3 0 0,1 1 0,1 0 0,3 2 0,24-39 0,-43 76 0,1 0 0,0-1 0,-1 1 0,1 0 0,0-1 0,0 1 0,0 0 0,0 0 0,0 0 0,0 0 0,0 0 0,0 0 0,0 0 0,1 0 0,-1 0 0,0 1 0,1-1 0,-1 1 0,0-1 0,1 1 0,-1-1 0,1 1 0,-1-1 0,3 1 0,-2 1 0,0 0 0,0-1 0,0 1 0,-1 0 0,1 0 0,0 1 0,-1-1 0,1 0 0,-1 0 0,1 1 0,-1-1 0,0 1 0,0 0 0,1-1 0,-1 1 0,0 0 0,0-1 0,0 4 0,81 176 0,-32-65 0,-33-78 0,6 13 0,35 57 0,-58-107 0,1 1 0,0-1 0,0 1 0,0-1 0,0 0 0,0 0 0,0 0 0,0 1 0,0-1 0,0 0 0,0 0 0,1 0 0,-1-1 0,0 1 0,1 0 0,-1 0 0,1-1 0,2 2 0,-4-3 0,1 1 0,0 0 0,0 0 0,0 0 0,0-1 0,0 1 0,0 0 0,0-1 0,0 1 0,0-1 0,-1 1 0,1-1 0,0 1 0,0-1 0,-1 0 0,1 1 0,0-1 0,-1 0 0,1 0 0,-1 1 0,1-1 0,0-1 0,4-9 0,0 1 0,-1-1 0,0 0 0,2-14 0,0 3 0,109-277 0,-85 212 0,47-152 0,-63 186 0,66-292 0,-80 345 0,0 0 0,0 0 0,0 0 0,0 1 0,0-1 0,0 0 0,0 0 0,0 0 0,0 0 0,0 0 0,0 0 0,0 0 0,0 0 0,0 0 0,0 0 0,0 0 0,0 0 0,0 0 0,0 0 0,0 0 0,0 0 0,0 0 0,0 0 0,0 0 0,1 0 0,-1 1 0,0-1 0,0 0 0,0 0 0,0 0 0,0 0 0,0 0 0,0 0 0,0 0 0,0 0 0,0 0 0,0 0 0,0 0 0,0 0 0,1 0 0,-1-1 0,0 1 0,0 0 0,0 0 0,0 0 0,0 0 0,4 14 0,2 18 0,14 135 0,23 145 0,-29-239 0,3-1 0,30 83 0,-43-144 0,-2-4 0,1 0 0,-1 0 0,1 0 0,1 0 0,-1-1 0,1 1 0,0-1 0,6 6 0,-9-12 0,0 1 0,0-1 0,0 1 0,0-1 0,0 1 0,0-1 0,0 0 0,0 1 0,0-1 0,0 0 0,0 0 0,0 0 0,0 0 0,0 0 0,1 0 0,-1 0 0,0 0 0,0 0 0,0-1 0,0 1 0,0 0 0,0-1 0,0 1 0,0-1 0,0 1 0,0-1 0,1 0 0,31-23 0,-22 15 0,76-48 0,179-86 0,-217 119 0,-28 15-1365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30:53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1174 24575,'2'-2'0,"1"0"0,-1 1 0,0-1 0,0 0 0,0-1 0,0 1 0,-1 0 0,1 0 0,0-1 0,-1 1 0,0-1 0,2-3 0,2-2 0,38-64 0,-31 51 0,1 0 0,0 1 0,1 0 0,29-30 0,139-103 0,-150 124 0,2 2 0,43-26 0,-41 21 0,-32 27 0,1 0 0,0 1 0,0-1 0,0 1 0,11-7 0,-15 11 0,1 0 0,-1-1 0,0 1 0,0 0 0,1 0 0,-1 0 0,0 0 0,1 0 0,-1 1 0,0-1 0,0 0 0,1 1 0,-1-1 0,0 0 0,0 1 0,0-1 0,0 1 0,1 0 0,-1-1 0,0 1 0,0 0 0,0 0 0,0 0 0,-1 0 0,1 0 0,0 0 0,0 0 0,0 0 0,-1 0 0,1 0 0,0 2 0,21 41 0,-21-41 0,49 135 0,12 28 0,-58-157 0,10 16 0,-13-25 0,0 1 0,-1-1 0,1 0 0,0 0 0,-1 1 0,1-1 0,0 0 0,-1 0 0,1 0 0,0 0 0,0 0 0,-1 0 0,1 0 0,0 0 0,-1 0 0,1-1 0,0 1 0,0 0 0,-1 0 0,1-1 0,0 1 0,-1 0 0,1-1 0,-1 1 0,1 0 0,0-1 0,-1 1 0,1-1 0,-1 1 0,1-1 0,-1 1 0,0-1 0,1 1 0,-1-1 0,1 0 0,-1 1 0,1-2 0,123-179 0,-86 121 0,57-71 0,-89 125 0,17-23 0,1 1 0,2 1 0,1 2 0,42-32 0,-69 57 0,1-1 0,-1 1 0,1 0 0,0-1 0,-1 1 0,1 0 0,-1-1 0,1 1 0,0 0 0,-1 0 0,1 0 0,0 0 0,0 0 0,-1 0 0,1 0 0,0 0 0,-1 0 0,1 0 0,0 0 0,-1 0 0,1 0 0,0 1 0,-1-1 0,1 0 0,0 0 0,0 1 0,13 17 0,3 30 0,-15-42 0,11 56 0,-1 0 0,4 104 0,-11-94 0,-1-44 0,1-1 0,1 0 0,2 0 0,0 0 0,2-1 0,1 0 0,15 26 0,-19-29 0,-7-21 0,0 1 0,1 0 0,-1-1 0,1 1 0,0 0 0,0-1 0,0 1 0,0-1 0,1 0 0,-1 1 0,2 2 0,-2-5 0,0 0 0,-1-1 0,1 1 0,-1 0 0,0 0 0,1 0 0,-1-1 0,1 1 0,-1 0 0,1 0 0,-1-1 0,1 1 0,-1 0 0,0-1 0,1 1 0,-1-1 0,0 1 0,1 0 0,-1-1 0,0 1 0,0-1 0,1 1 0,-1-1 0,0 1 0,0-1 0,0 1 0,0-1 0,1 1 0,-1-1 0,0 1 0,0-1 0,0 0 0,5-19 0,5-25 0,-5 17 0,2 0 0,1 1 0,16-41 0,-12 42 0,-8 15 0,1 0 0,1 0 0,-1 0 0,2 0 0,12-16 0,-18 27 0,0-1 0,-1 1 0,1-1 0,0 1 0,0 0 0,0-1 0,0 1 0,0 0 0,0-1 0,0 1 0,-1 0 0,1 0 0,0 0 0,0 0 0,0 0 0,0 0 0,0 0 0,0 0 0,0 1 0,0-1 0,0 0 0,0 0 0,0 1 0,0-1 0,-1 1 0,1-1 0,0 1 0,0-1 0,0 1 0,-1-1 0,1 1 0,0 0 0,-1-1 0,1 1 0,0 1 0,30 33 0,-23-24 0,15 14 0,0-1 0,1-2 0,1 0 0,1-2 0,39 24 0,-64-43 0,0-1 0,0 1 0,0-1 0,-1 1 0,1-1 0,0 1 0,0-1 0,0 0 0,0 0 0,0 1 0,0-1 0,0 0 0,0 0 0,0 0 0,0 0 0,0 0 0,0 0 0,0 0 0,0 0 0,0-1 0,0 1 0,0 0 0,0-1 0,0 1 0,0 0 0,0-1 0,0 1 0,-1-1 0,1 1 0,0-1 0,0 0 0,-1 1 0,1-1 0,0 0 0,-1 0 0,1 1 0,0-1 0,-1 0 0,1 0 0,-1 0 0,1 0 0,-1-1 0,4-6 0,-2 0 0,1 0 0,-1-1 0,1-11 0,1 0 0,52-227 0,-49 227 0,2 1 0,0 0 0,1 0 0,0 1 0,25-31 0,-26 35 0,34-43 0,81-87 0,-110 128 0,-10 11 0,0 0 0,-1 1 0,2-1 0,-1 1 0,0 0 0,6-3 0,-9 7 0,0-1 0,0 1 0,0-1 0,0 1 0,0 0 0,0-1 0,0 1 0,0 0 0,0 0 0,0 0 0,0 0 0,0 0 0,0 0 0,0 0 0,0 0 0,0 0 0,0 1 0,0-1 0,0 0 0,0 1 0,0-1 0,0 1 0,0-1 0,0 1 0,0-1 0,0 1 0,-1-1 0,1 1 0,0 0 0,0 0 0,-1-1 0,1 1 0,0 0 0,-1 0 0,1 0 0,-1 0 0,1 0 0,0 2 0,19 35 0,-2 1 0,-1 1 0,19 73 0,-12-37 0,26 87 0,51 135 0,-95-282 0,-2-6 0,0-1 0,0 1 0,1-1 0,11 16 0,-16-25 0,1 0 0,-1 1 0,0-1 0,1 0 0,-1 0 0,1 0 0,-1 0 0,1-1 0,-1 1 0,0 0 0,1 0 0,-1 0 0,1 0 0,-1 0 0,0 0 0,1-1 0,-1 1 0,0 0 0,1 0 0,-1 0 0,0-1 0,1 1 0,-1 0 0,0-1 0,1 1 0,-1 0 0,0-1 0,0 1 0,1 0 0,-1-1 0,0 1 0,0 0 0,0-1 0,0 1 0,1-1 0,-1 1 0,0 0 0,0-1 0,0 1 0,0-1 0,10-25 0,-8 21 0,52-124 0,-13 35 0,35-126 0,-61 165 0,-2 2 0,2 1 0,2 0 0,25-49 0,-12 46 0,47-66 0,-77 121 0,0-1 0,0 1 0,0 0 0,0 0 0,0 0 0,0-1 0,0 1 0,1 0 0,-1 0 0,0 0 0,0 0 0,0 0 0,0-1 0,0 1 0,1 0 0,-1 0 0,0 0 0,0 0 0,0 0 0,1 0 0,-1 0 0,0 0 0,0-1 0,0 1 0,1 0 0,-1 0 0,0 0 0,0 0 0,0 0 0,1 0 0,-1 0 0,0 0 0,0 0 0,0 0 0,1 1 0,-1-1 0,0 0 0,0 0 0,0 0 0,1 0 0,-1 0 0,0 0 0,0 0 0,0 0 0,0 0 0,1 1 0,5 12 0,-1 19 0,-5-31 0,18 95 0,3 0 0,57 152 0,-45-149 0,-32-96 0,0-1 0,1 1 0,-1 0 0,1-1 0,-1 0 0,1 1 0,0-1 0,0 0 0,0 0 0,0 0 0,0 0 0,0 0 0,4 2 0,-4-2 0,1 0 0,0 0 0,-1 0 0,1 0 0,-1 1 0,0-1 0,0 1 0,0 0 0,0 0 0,2 3 0,65 166 0,-58-227 0,-3 13 0,2 1 0,1 0 0,3 0 0,1 1 0,1 0 0,3 2 0,24-39 0,-43 76 0,1 0 0,0-1 0,-1 1 0,1 0 0,0-1 0,0 1 0,0 0 0,0 0 0,0 0 0,0 0 0,0 0 0,0 0 0,0 0 0,1 0 0,-1 0 0,0 1 0,1-1 0,-1 1 0,0-1 0,1 1 0,-1-1 0,1 1 0,-1-1 0,3 1 0,-2 1 0,0 0 0,0-1 0,0 1 0,-1 0 0,1 0 0,0 1 0,-1-1 0,1 0 0,-1 0 0,1 1 0,-1-1 0,0 1 0,0 0 0,1-1 0,-1 1 0,0 0 0,0-1 0,0 4 0,81 176 0,-32-65 0,-33-78 0,6 13 0,35 57 0,-58-107 0,1 1 0,0-1 0,0 1 0,0-1 0,0 0 0,0 0 0,0 0 0,0 1 0,0-1 0,0 0 0,0 0 0,1 0 0,-1-1 0,0 1 0,1 0 0,-1 0 0,1-1 0,2 2 0,-4-3 0,1 1 0,0 0 0,0 0 0,0 0 0,0-1 0,0 1 0,0 0 0,0-1 0,0 1 0,0-1 0,-1 1 0,1-1 0,0 1 0,0-1 0,-1 0 0,1 1 0,0-1 0,-1 0 0,1 0 0,-1 1 0,1-1 0,0-1 0,4-9 0,0 1 0,-1-1 0,0 0 0,2-14 0,0 3 0,109-277 0,-85 212 0,47-152 0,-63 186 0,66-292 0,-80 345 0,0 0 0,0 0 0,0 0 0,0 1 0,0-1 0,0 0 0,0 0 0,0 0 0,0 0 0,0 0 0,0 0 0,0 0 0,0 0 0,0 0 0,0 0 0,0 0 0,0 0 0,0 0 0,0 0 0,0 0 0,0 0 0,0 0 0,0 0 0,0 0 0,1 0 0,-1 1 0,0-1 0,0 0 0,0 0 0,0 0 0,0 0 0,0 0 0,0 0 0,0 0 0,0 0 0,0 0 0,0 0 0,0 0 0,0 0 0,1 0 0,-1-1 0,0 1 0,0 0 0,0 0 0,0 0 0,0 0 0,4 14 0,2 18 0,14 135 0,23 145 0,-29-239 0,3-1 0,30 83 0,-43-144 0,-2-4 0,1 0 0,-1 0 0,1 0 0,1 0 0,-1-1 0,1 1 0,0-1 0,6 6 0,-9-12 0,0 1 0,0-1 0,0 1 0,0-1 0,0 1 0,0-1 0,0 0 0,0 1 0,0-1 0,0 0 0,0 0 0,0 0 0,0 0 0,0 0 0,1 0 0,-1 0 0,0 0 0,0 0 0,0-1 0,0 1 0,0 0 0,0-1 0,0 1 0,0-1 0,0 1 0,0-1 0,1 0 0,31-23 0,-22 15 0,76-48 0,179-86 0,-217 119 0,-28 15-1365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34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2718 24575,'1'-39'0,"2"1"0,2 0 0,11-43 0,37-110 0,12-52 0,-46 124 0,-6 34 0,34-122 0,8 46 0,79-159 0,-133 319 0,1-5 0,0 1 0,1 0 0,0 0 0,0 0 0,0 0 0,5-5 0,-7 9 0,-1 1 0,0 0 0,1 0 0,-1 0 0,0-1 0,0 1 0,1 0 0,-1 0 0,0 0 0,1 0 0,-1-1 0,1 1 0,-1 0 0,0 0 0,1 0 0,-1 0 0,0 0 0,1 0 0,-1 0 0,0 0 0,1 0 0,-1 0 0,1 0 0,-1 1 0,0-1 0,1 0 0,-1 0 0,0 0 0,1 0 0,-1 0 0,0 1 0,0-1 0,1 0 0,-1 0 0,1 1 0,0 1 0,1 0 0,-1 1 0,0-1 0,1 0 0,-1 1 0,0-1 0,0 1 0,1 4 0,26 117 0,16 168 0,9 47 0,-24-225 0,45 111 0,57 104 0,37 103 0,-163-415 0,-4-12 0,0 0 0,1 0 0,-1 1 0,1-1 0,1-1 0,-1 1 0,1 0 0,-1-1 0,6 7 0,-7-10 0,-1-1 0,0 0 0,1 0 0,-1 1 0,0-1 0,1 0 0,-1 0 0,1 1 0,-1-1 0,0 0 0,1 0 0,-1 0 0,1 0 0,-1 0 0,1 0 0,-1 0 0,0 0 0,1 0 0,-1 0 0,1 0 0,-1 0 0,1 0 0,-1 0 0,0 0 0,1 0 0,-1 0 0,1-1 0,-1 1 0,0 0 0,1 0 0,-1 0 0,1-1 0,-1 1 0,0 0 0,1-1 0,-1 1 0,0 0 0,0-1 0,1 1 0,-1 0 0,0-1 0,0 1 0,1 0 0,-1-1 0,0 1 0,0-1 0,0 0 0,9-22 0,-8 21 0,22-87 0,53-158 0,-26 119 0,228-666 0,-221 589 0,90-365 0,36-120 0,-181 683 0,-1 3 0,0-1 0,1 1 0,-1 0 0,1 0 0,0 0 0,0 0 0,1 0 0,-1 1 0,6-7 0,-8 10 0,1 0 0,-1 0 0,1 0 0,-1-1 0,1 1 0,-1 0 0,1 0 0,-1 0 0,1 0 0,-1 0 0,1 0 0,-1 0 0,1 0 0,-1 1 0,1-1 0,-1 0 0,1 0 0,-1 0 0,1 0 0,-1 1 0,1-1 0,-1 0 0,0 0 0,1 1 0,-1-1 0,1 0 0,-1 1 0,0-1 0,1 1 0,-1-1 0,0 0 0,0 1 0,1-1 0,-1 1 0,0-1 0,0 1 0,1-1 0,-1 1 0,0-1 0,0 1 0,0-1 0,0 1 0,0-1 0,0 2 0,8 26 0,2 36 0,-4 0 0,-2 113 0,-3-48 0,1-85 0,17 324 0,-10-281 0,4 0 0,29 102 0,-5-23 0,-25-100 0,29 86 0,-27-103 0,-2 0 0,8 64 0,0 8 0,-17-107 0,0-1 0,-2-18 0,4-38 0,0 27 0,1 1 0,0 0 0,1 0 0,1 0 0,1 1 0,0 0 0,0 0 0,1 1 0,1 1 0,0-1 0,1 2 0,22-17 0,13-7 0,2 2 0,62-30 0,-105 60 0,-5 2 0,0 0 0,1 0 0,-1 0 0,1 0 0,-1 0 0,1 1 0,-1-1 0,1 1 0,0-1 0,-1 1 0,1 0 0,-1-1 0,1 1 0,0 0 0,-1 0 0,1 0 0,0 0 0,-1 1 0,1-1 0,0 0 0,-1 1 0,1-1 0,-1 1 0,1-1 0,-1 1 0,1 0 0,2 1 0,-2 1 0,1 0 0,-1 0 0,1 1 0,-1-1 0,0 1 0,-1-1 0,1 1 0,0 0 0,-1-1 0,2 7 0,26 119 0,-4-18 0,12 49 0,-28-221 0,75-511 0,-33 282 0,-34 182 0,43-247 0,-41 270 0,3 2 0,39-93 0,-22 68 0,28-126 0,12-36 0,-79 269 0,0 0 0,0 0 0,0 0 0,0 1 0,1-1 0,-1 0 0,0 0 0,1 1 0,-1-1 0,1 0 0,-1 1 0,0-1 0,1 0 0,0 1 0,-1-1 0,1 1 0,-1-1 0,1 1 0,0-1 0,-1 1 0,1-1 0,1 0 0,-1 1 0,-1 1 0,1-1 0,-1 0 0,1 0 0,0 1 0,-1-1 0,1 0 0,-1 1 0,1-1 0,-1 0 0,1 1 0,-1-1 0,1 1 0,-1-1 0,0 1 0,1-1 0,-1 1 0,0-1 0,1 1 0,-1 0 0,1 0 0,13 41 0,12 75 0,11 141 0,-15-90 0,75 365 0,-30-185 0,25 88 0,-43-115 0,1 14 0,-30-252 0,-11-46 0,7 49 0,-2-7 0,-15-83 0,1-1 0,1 1 0,-1 0 0,1-1 0,0 1 0,0 0 0,0-1 0,0 1 0,1 0 0,2-6 0,25-45 0,-28 53 0,38-68 0,19-32 0,53-130 0,-74 134 0,35-84 0,-58 151 0,2 2 0,0 0 0,36-47 0,-50 74 0,-1 0 0,1 0 0,0-1 0,0 1 0,0 0 0,0 1 0,0-1 0,0 0 0,1 0 0,-1 1 0,1 0 0,-1-1 0,1 1 0,-1 0 0,1 0 0,3-1 0,-4 3 0,0-1 0,0 0 0,-1 1 0,1-1 0,0 1 0,0 0 0,-1 0 0,1 0 0,-1 0 0,1 0 0,-1 0 0,1 0 0,-1 0 0,1 0 0,-1 1 0,0-1 0,0 0 0,0 1 0,1-1 0,-2 1 0,1 0 0,0-1 0,0 1 0,1 3 0,8 23 0,-9-23 0,1 0 0,-1 0 0,1 0 0,1 0 0,-1 0 0,0 0 0,1-1 0,6 8 0,-9-12 0,1 0 0,0 0 0,0 0 0,-1 0 0,1 0 0,0 0 0,0 0 0,-1 0 0,1-1 0,0 1 0,-1 0 0,1 0 0,0-1 0,0 1 0,-1 0 0,1-1 0,-1 1 0,1 0 0,0-1 0,-1 1 0,1-1 0,-1 0 0,1 1 0,-1-1 0,1 1 0,-1-1 0,1 0 0,-1 1 0,0-1 0,1 0 0,-1 1 0,0-2 0,17-28 0,-15 27 0,61-129 0,-5-2 0,-6-2 0,-5-3 0,-7-1 0,24-163 0,-48 191 0,38-225 0,-35 248 0,52-150 0,-67 230 0,1 0 0,0 1 0,0-1 0,12-14 0,-2 2 0,-15 21 0,0 1 0,0-1 0,0 0 0,0 0 0,0 0 0,0 1 0,0-1 0,0 0 0,1 0 0,-1 0 0,0 1 0,0-1 0,0 0 0,0 0 0,0 0 0,0 1 0,0-1 0,0 0 0,1 0 0,-1 0 0,0 0 0,0 0 0,0 1 0,0-1 0,0 0 0,1 0 0,-1 0 0,0 0 0,0 0 0,0 0 0,1 0 0,-1 0 0,0 0 0,0 1 0,0-1 0,1 0 0,-1 0 0,0 0 0,0 0 0,0 0 0,1 0 0,-1 0 0,0 0 0,0-1 0,0 1 0,1 0 0,-1 0 0,0 0 0,0 0 0,0 0 0,0 0 0,1 0 0,-1 0 0,0 0 0,0-1 0,0 1 0,0 0 0,1 0 0,-1 0 0,0 0 0,0 0 0,0-1 0,0 1 0,0 0 0,0 0 0,0 0 0,1-1 0,2 25 0,-3-17 0,45 349 0,36 466 0,-73-539 0,5 132 0,25-2 0,-37-407 0,4 21 0,0-23 0,1-16 0,12-37 0,59-145 0,-64 167 0,1-1 0,2 2 0,0 0 0,36-42 0,-41 58 0,0-1 0,0 2 0,1 0 0,0 0 0,20-10 0,72-30 0,-61 29 0,5-2 0,158-66 0,-197 86 0,0-1 0,0 2 0,0-1 0,0 1 0,0 0 0,1 1 0,15 1 0,65 15 0,-58-9 0,457 98-1365,-443-96-5461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22.8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24575,'12'284'0,"-1"-62"0,-6-141 0,30 139 0,-8-70 0,2 217 0,-29 4 0,-2-152 0,2-155 0,-1 41 0,18 153 0,-4-125 0,-8 239 0,-7-200 0,2 1256 0,11-1319-1365,-11-98-5461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25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24575,'0'0'0,"1"-1"0,-1 1 0,1-1 0,-1 1 0,1-1 0,0 1 0,-1-1 0,1 1 0,0-1 0,-1 1 0,1 0 0,0 0 0,-1-1 0,1 1 0,0 0 0,0 0 0,-1 0 0,1 0 0,0 0 0,0 0 0,1 0 0,25-2 0,-22 2 0,643-4 0,-366 5 0,3777 0 0,-3356 36 0,304-12 0,-452-23 0,-393 8 0,33 0 0,-179-10-1365,-3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38.0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24575,'24'0'0,"-1"0"0,0-2 0,1 0 0,-1-2 0,39-10 0,-20 4-1365,-31 9-5461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39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 24575,'1'13'0,"0"0"0,1 0 0,0 0 0,7 19 0,-4-17 0,-2 1 0,4 19 0,-7-32 0,0 0 0,0 0 0,0 0 0,0 0 0,0 0 0,-1 0 0,1 0 0,-1 0 0,0 0 0,0-1 0,0 1 0,0 0 0,0 0 0,-1-1 0,1 1 0,-1-1 0,0 1 0,0-1 0,0 0 0,0 1 0,0-1 0,-4 2 0,2-1 0,0 0 0,-1-1 0,1 0 0,-1 0 0,1 0 0,-1 0 0,0-1 0,1 0 0,-1 0 0,0 0 0,0 0 0,-8-1 0,-10 0-111,-75-4-1143,82 1-5572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0.9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24575,'0'1'0,"0"4"0,0 3 0,0 4 0,0 3 0,0-1 0,0 0 0,0-1 0,0 0 0,0 0 0,0 1 0,2-3 0,0-1 0,0-1 0,0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1.6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24575,'2'-2'0,"2"-1"0,2 1 0,6-3 0,3-2 0,3 0 0,3 1 0,0-1 0,-1 1 0,1 2 0,-4 1-8191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2.7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24575,'0'-2'0,"4"0"0,2-1 0,5 2 0,1-1 0,2 1 0,-1 1 0,-1-2 0,0 0 0,0-1 0,-3 0 0,-1-1 0,1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3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 24575,'0'1'0,"-2"3"0,-1 3 0,-1 3 0,0 2 0,0 1 0,2 1 0,0 3 0,1-1 0,1 0 0,-1-2 0,2-3-8191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4.4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24575,'5'2'0,"-1"-1"0,1 1 0,-1 1 0,0-1 0,1 0 0,-1 1 0,-1 0 0,6 4 0,4 3 0,-11-9-28,68 40 180,-63-38-338,0 0-1,1 0 1,-1 0 0,1-1 0,0 0 0,0-1 0,15 2 0,-12-3-6640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4.9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0 24575,'0'2'0,"-2"1"0,-2 1 0,-3 2 0,1 1 0,-1 3 0,-3 1 0,-2 4 0,0 3 0,0-1 0,0-2 0,3-3 0,0-1 0,0-2 0,0-2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5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24575,'0'2'0,"0"2"0,0 6 0,0 5 0,0 2 0,0 3 0,0 0 0,0-2 0,0 1 0,0-3 0,-1-1 0,-2-3-8191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8.8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1 24575,'-2'1'0,"-2"2"0,-4 5 0,-3 4 0,1 3 0,0 0 0,2-1 0,1 2 0,0-1 0,1-1 0,1-1 0,2-3-8191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9.7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24575,'2'0'0,"1"1"0,-1-1 0,1 1 0,-1-1 0,1 1 0,-1 0 0,1 0 0,-1 0 0,1 0 0,-1 0 0,0 1 0,0-1 0,0 1 0,0-1 0,0 1 0,0 0 0,0 0 0,2 2 0,28 47 0,-27-42 0,0 0 0,0-1 0,13 15 0,-5-12-51,-11-10-9,0-1 0,0 1 1,-1 0-1,1 0 0,-1 1 1,1-1-1,-1 0 0,1 0 0,-1 1 1,0-1-1,1 1 0,-1-1 0,0 1 1,0 0-1,0-1 0,0 1 1,-1 0-1,1-1 0,0 1 0,-1 0 1,1 3-1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0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 24575,'0'-2'0,"2"0"0,2-1 0,3 2 0,1-3 0,2 1 0,0 0 0,1 1 0,0 1 0,0 0 0,0 1 0,-2-2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4.0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24575,'32'-3'0,"-27"2"0,0 0 0,0 1 0,1 0 0,-1-1 0,0 2 0,1-1 0,8 2 0,-12-1 0,-1 0 0,1 0 0,-1 0 0,1 0 0,-1 0 0,1 0 0,-1 0 0,0 0 0,1 1 0,-1-1 0,0 0 0,0 1 0,0-1 0,0 1 0,0-1 0,0 1 0,-1 0 0,1-1 0,0 1 0,-1 0 0,0 0 0,1-1 0,-1 1 0,0 0 0,0 0 0,0 0 0,0 3 0,0-1 0,0 0 0,-1 0 0,0 0 0,1 1 0,-1-1 0,-1 0 0,1 0 0,-1 0 0,1-1 0,-1 1 0,0 0 0,0-1 0,-1 1 0,-4 4 0,-13 26 0,20-34 0,0 1 0,0-1 0,-1 1 0,1-1 0,0 1 0,0-1 0,0 1 0,0-1 0,-1 1 0,1-1 0,0 1 0,0-1 0,0 1 0,0-1 0,1 1 0,-1 0 0,0-1 0,0 1 0,0-1 0,0 1 0,0-1 0,1 1 0,-1-1 0,0 0 0,0 1 0,1-1 0,-1 1 0,0-1 0,1 1 0,-1-1 0,0 0 0,1 1 0,-1-1 0,1 1 0,21 3 0,24-11 0,-21-1-1365,-15 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5.7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24575,'0'0'0,"1"0"0,0 0 0,0 1 0,0-1 0,0 0 0,-1 1 0,1-1 0,0 0 0,0 1 0,0-1 0,-1 1 0,1-1 0,0 1 0,-1 0 0,1-1 0,0 1 0,-1 0 0,1-1 0,-1 1 0,1 0 0,-1 0 0,0-1 0,1 1 0,-1 0 0,0 0 0,1 0 0,-1 0 0,0-1 0,0 1 0,0 1 0,4 36 0,-1-13 0,-3-24 0,0 0 0,0 0 0,0 0 0,1-1 0,-1 1 0,0 0 0,1 0 0,-1-1 0,1 1 0,-1 0 0,1-1 0,-1 1 0,1 0 0,-1-1 0,1 1 0,0-1 0,-1 1 0,1-1 0,0 1 0,-1-1 0,1 0 0,0 1 0,0-1 0,-1 0 0,1 1 0,0-1 0,0 0 0,0 0 0,-1 0 0,1 0 0,0 0 0,0 0 0,0 0 0,-1 0 0,1 0 0,0 0 0,0 0 0,0 0 0,0-1 0,-1 1 0,2-1 0,0 0 0,-1 1 0,1-1 0,-1 0 0,1 0 0,-1 0 0,0-1 0,1 1 0,-1 0 0,0 0 0,0-1 0,0 1 0,0-1 0,0 1 0,0-1 0,0 1 0,-1-1 0,1 0 0,0-2 0,0 0 0,-1-1 0,1 1 0,0 0 0,0 0 0,1 0 0,-1 0 0,1 0 0,0 0 0,0 0 0,0 1 0,0-1 0,1 1 0,0-1 0,-1 1 0,1 0 0,0 0 0,4-3 0,-6 6 0,-1 0 0,0-1 0,1 1 0,-1 0 0,0 0 0,1 0 0,-1 0 0,0-1 0,0 1 0,1 0 0,-1 0 0,1 0 0,-1 0 0,0 0 0,1 0 0,-1 0 0,0 0 0,1 0 0,-1 0 0,0 0 0,1 0 0,-1 0 0,0 0 0,1 0 0,-1 1 0,0-1 0,1 0 0,-1 0 0,0 0 0,1 0 0,-1 1 0,0-1 0,1 1 0,6 13 0,-1 17 0,4 140-1365,-9-162-5461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6.6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24575,'0'2'0,"3"0"0,4 0 0,3-2 0,3-1 0,-2 0-8191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7.8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24575,'-1'0'0,"0"1"0,0 0 0,0 0 0,0 0 0,0-1 0,1 1 0,-1 0 0,0 0 0,1 0 0,-1 0 0,1 1 0,-1-1 0,1 0 0,-1 0 0,1 0 0,0 0 0,0 0 0,-1 1 0,1-1 0,0 0 0,0 0 0,0 0 0,0 0 0,1 1 0,-1-1 0,0 0 0,0 0 0,1 0 0,-1 0 0,0 1 0,1-1 0,0 0 0,0 1 0,1 0 0,-1-1 0,0 1 0,1-1 0,0 1 0,-1-1 0,1 0 0,0 0 0,0 0 0,-1 0 0,1 0 0,0-1 0,0 1 0,0 0 0,0-1 0,0 1 0,0-1 0,0 0 0,3 0 0,-4 0 0,1 0 0,-1 0 0,1 1 0,-1-1 0,1 0 0,-1 0 0,1 1 0,-1-1 0,1 1 0,-1 0 0,0-1 0,1 1 0,-1 0 0,0 0 0,1 0 0,-1-1 0,0 1 0,0 1 0,0-1 0,0 0 0,0 0 0,0 0 0,0 0 0,-1 1 0,1-1 0,0 1 0,-1-1 0,1 0 0,0 1 0,-1-1 0,1 2 0,-1 2 0,1-1 0,-1 1 0,0-1 0,0 1 0,0-1 0,0 0 0,-1 1 0,0-1 0,0 1 0,-1 4 0,0-7 0,1 1 0,-1-1 0,1 0 0,-1 0 0,0 0 0,1 1 0,-1-2 0,0 1 0,-1 0 0,1 0 0,0-1 0,0 1 0,-1-1 0,1 0 0,-3 2 0,3-3 0,1 1 0,0 0 0,-1-1 0,1 1 0,-1-1 0,1 1 0,-1-1 0,1 1 0,-1-1 0,1 0 0,-1 0 0,0 0 0,1 0 0,-1 0 0,1 0 0,-1-1 0,1 1 0,-1 0 0,1-1 0,-1 1 0,1-1 0,-1 1 0,1-1 0,0 0 0,-1 0 0,1 0 0,-2-1 0,3 1-54,-1 1-1,1-1 0,0 0 1,0 1-1,-1-1 1,1 1-1,0-1 0,0 0 1,0 0-1,0 1 1,0-1-1,0 0 0,0 1 1,0-1-1,0 0 0,0 1 1,0-1-1,1 0 1,-1 1-1,0-1 0,0 1 1,1-1-1,-1 0 1,1 0-1,4-10-6771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8.9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0 24575,'-2'0'0,"-1"0"0,0 0 0,0 1 0,0-1 0,0 0 0,0 1 0,1 0 0,-1 0 0,0 0 0,0 0 0,1 0 0,-1 1 0,1-1 0,-1 1 0,1-1 0,0 1 0,-1 0 0,1 0 0,-3 3 0,3-1 0,-1 0 0,1 1 0,0-1 0,0 0 0,0 1 0,1-1 0,-1 1 0,1-1 0,0 1 0,0 0 0,1 7 0,-1-5 0,1 0 0,0 0 0,0 1 0,1-1 0,0 0 0,3 11 0,-4-16 0,1-1 0,-1 0 0,1 1 0,-1-1 0,1 1 0,0-1 0,0 0 0,-1 0 0,1 0 0,0 1 0,0-1 0,0 0 0,0 0 0,0 0 0,1 0 0,-1 0 0,0-1 0,0 1 0,0 0 0,1-1 0,-1 1 0,1 0 0,-1-1 0,0 0 0,1 1 0,-1-1 0,1 0 0,-1 0 0,1 0 0,-1 1 0,1-2 0,-1 1 0,0 0 0,1 0 0,-1 0 0,1-1 0,-1 1 0,3-2 0,-3 2 0,0 0 0,0 0 0,0-1 0,0 1 0,0 0 0,1-1 0,-1 1 0,0-1 0,-1 1 0,1-1 0,0 0 0,0 1 0,0-1 0,0 0 0,0 0 0,-1 0 0,1 1 0,0-1 0,-1 0 0,1 0 0,-1 0 0,1 0 0,-1 0 0,1 0 0,-1 0 0,0 0 0,1-1 0,-1 1 0,0 0 0,0 0 0,0 0 0,0 0 0,0 0 0,0 0 0,0-1 0,0 1 0,-1-2 0,1 2 0,-1-1 0,0 0 0,0 0 0,0 0 0,0 0 0,0 1 0,-1-1 0,1 0 0,0 1 0,-1-1 0,1 1 0,-1 0 0,0-1 0,1 1 0,-1 0 0,0 0 0,0 0 0,0 0 0,-2-1 0,-21-6-1365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1.1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24575,'6'-2'0,"0"1"0,0 0 0,0-1 0,-1 0 0,10-5 0,3-1 0,-6 3 0,25-9 0,-36 14 0,-1 0 0,1 0 0,0 0 0,-1 0 0,1 0 0,0 0 0,0 0 0,-1 0 0,1 0 0,0 0 0,-1 0 0,1 0 0,0 0 0,-1 1 0,1-1 0,0 0 0,-1 0 0,1 1 0,-1-1 0,1 1 0,-1-1 0,1 0 0,-1 1 0,1-1 0,-1 1 0,1-1 0,-1 1 0,1 0 0,-1-1 0,0 1 0,1-1 0,-1 1 0,0 0 0,1-1 0,-1 1 0,0 0 0,0-1 0,0 1 0,0 0 0,0-1 0,0 1 0,0 0 0,0-1 0,0 1 0,0 1 0,-2 21 0,-1-1 0,-1 0 0,-10 34 0,-3 12 0,1 4-1365,11-58-5461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1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 24575,'0'-2'0,"0"-2"0,0-3 0,2 1 0,2-3 0,4 0 0,3 0 0,1 2 0,2-1 0,1 2 0,-1 0 0,1-1 0,0-1 0,-1 1 0,-1 0 0,-1 1 0,-3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2.5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0 24575,'-15'24'0,"11"-6"0,1 0 0,0 0 0,1 19 0,-1-7 0,7 1 0,-4-30 0,-1-1 0,1 1 0,0-1 0,0 0 0,0 1 0,0-1 0,0 1 0,0-1 0,1 0 0,-1 1 0,0-1 0,0 1 0,0-1 0,0 0 0,0 1 0,1-1 0,-1 0 0,0 1 0,0-1 0,1 0 0,-1 1 0,0-1 0,0 0 0,1 1 0,-1-1 0,0 0 0,1 0 0,-1 1 0,0-1 0,1 0 0,-1 0 0,1 0 0,-1 0 0,0 1 0,1-1 0,-1 0 0,1 0 0,-1 0 0,0 0 0,1 0 0,-1 0 0,1 0 0,-1 0 0,0 0 0,1 0 0,-1 0 0,1 0 0,-1-1 0,0 1 0,1 0 0,-1 0 0,1 0 0,-1-1 0,0 1 0,1 0 0,-1 0 0,0-1 0,0 1 0,1 0 0,-1 0 0,0-1 0,1 1 0,-1 0 0,0-1 0,0 1 0,0 0 0,1-1 0,-1 1 0,0-1 0,2-2-91,-1 0 0,0 0 0,0 0 0,0 0 0,0 0 0,0 0 0,-1 0 0,1 0 0,-1 0 0,0-1 0,0 1 0,0 0 0,0 0 0,-2-6 0,0-1-6735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3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24575,'0'-1'0,"1"0"0,-1 0 0,0 0 0,0 0 0,1 1 0,-1-1 0,1 0 0,-1 0 0,1 0 0,-1 1 0,1-1 0,-1 0 0,1 0 0,0 1 0,-1-1 0,1 1 0,0-1 0,0 0 0,-1 1 0,1-1 0,0 1 0,0 0 0,0-1 0,0 1 0,0 0 0,-1-1 0,1 1 0,2 0 0,32-5 0,-23 4 0,-10 1 0,-1-1 0,0 1 0,1 0 0,-1 0 0,1 0 0,-1 0 0,0 0 0,1 0 0,-1 0 0,1 0 0,-1 0 0,0 1 0,1-1 0,-1 1 0,0-1 0,1 1 0,-1-1 0,0 1 0,0 0 0,0-1 0,2 2 0,-2 0 0,0 0 0,0 0 0,0 0 0,0 0 0,0 0 0,0 0 0,-1 0 0,1 0 0,-1 0 0,0 0 0,1 0 0,-1 0 0,0 1 0,0 1 0,-2 27 0,0 0 0,-2 0 0,-1 0 0,-14 46 0,14-66-1365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4.1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24575,'0'-2'0,"0"-2"0,2-1 0,2 1 0,6 1 0,3 1 0,2-2 0,2 0 0,2-3 0,-2-1 0,0 0 0,0 2 0,-4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5.0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14 116 24575,'4'0'0,"0"-1"0,0 0 0,0 0 0,0-1 0,0 1 0,0-1 0,-1 0 0,1 0 0,-1 0 0,1 0 0,-1-1 0,0 1 0,0-1 0,0 0 0,0 0 0,0 0 0,3-4 0,-5 6 0,0-1 0,0 1 0,1-1 0,-1 0 0,0 1 0,0-1 0,0 0 0,-1 1 0,1-1 0,0 0 0,-1 0 0,1 0 0,-1 0 0,0 1 0,1-1 0,-1 0 0,0 0 0,0 0 0,0 0 0,0 0 0,-1 0 0,1 0 0,0 0 0,-1 0 0,0 1 0,1-1 0,-1 0 0,0 0 0,0 1 0,0-1 0,0 0 0,0 1 0,0-1 0,0 1 0,-1-1 0,1 1 0,0 0 0,-3-2 0,3 2 4,-1 0-1,1 0 1,-1 0-1,0 1 1,1-1-1,-1 0 1,0 1-1,0-1 1,0 1-1,1 0 1,-1 0 0,0-1-1,0 1 1,0 0-1,0 1 1,0-1-1,1 0 1,-1 0-1,0 1 1,0-1-1,0 1 1,1 0-1,-1-1 1,0 1-1,1 0 1,-1 0-1,0 0 1,1 0-1,-1 0 1,1 1-1,0-1 1,-1 0-1,-1 3 1,2-3-57,-1 1 0,1 0 0,0 0 0,0 0 0,-1 0 0,1 0 0,0 0 0,0 0 0,1 0 0,-1 0 0,0 0 0,1 1 0,0-1-1,-1 0 1,1 1 0,0-1 0,0 0 0,0 0 0,0 1 0,1-1 0,-1 0 0,0 0 0,1 1 0,0-1 0,-1 0 0,1 0 0,2 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6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29 24575,'-11'50'0,"10"-36"0,1-7 0,-1 0 0,1 0 0,0 1 0,2 12 0,-2-19 0,0 1 0,1-1 0,-1 0 0,0 0 0,1 1 0,0-1 0,-1 0 0,1 0 0,0 0 0,-1 1 0,1-1 0,0 0 0,0 0 0,0 0 0,0 0 0,0-1 0,0 1 0,0 0 0,0 0 0,0 0 0,0-1 0,1 1 0,-1-1 0,0 1 0,0-1 0,1 1 0,-1-1 0,0 0 0,1 0 0,-1 0 0,2 0 0,1 1 0,0-1 0,1 0 0,-1 0 0,0 0 0,0 0 0,0-1 0,1 0 0,-1 0 0,0 0 0,0 0 0,6-3 0,-8 2 0,-1 1 0,1-1 0,0 0 0,-1 1 0,1-1 0,-1 0 0,1 0 0,-1 0 0,0 0 0,0 0 0,0-1 0,0 1 0,0 0 0,0 0 0,-1-1 0,1 1 0,-1 0 0,0-1 0,0 1 0,1 0 0,-2-5 0,2-1 20,-1 0 0,-1 0 0,1-1 0,-2 1 0,-2-11 0,3 16-107,0 0-1,0 0 1,0 0 0,-1 0-1,0 0 1,1 0 0,-1 1-1,0-1 1,0 1-1,-1-1 1,1 1 0,0 0-1,-1 0 1,1 0 0,-1 0-1,-5-3 1,-1 1-6739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1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1.9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2.4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3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24575,'-3'0'0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4.0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24575,'2'-3'0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4.7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2718 24575,'1'-39'0,"2"1"0,2 0 0,11-43 0,37-110 0,12-52 0,-46 124 0,-6 34 0,34-122 0,8 46 0,79-159 0,-133 319 0,1-5 0,0 1 0,1 0 0,0 0 0,0 0 0,0 0 0,5-5 0,-7 9 0,-1 1 0,0 0 0,1 0 0,-1 0 0,0-1 0,0 1 0,1 0 0,-1 0 0,0 0 0,1 0 0,-1-1 0,1 1 0,-1 0 0,0 0 0,1 0 0,-1 0 0,0 0 0,1 0 0,-1 0 0,0 0 0,1 0 0,-1 0 0,1 0 0,-1 1 0,0-1 0,1 0 0,-1 0 0,0 0 0,1 0 0,-1 0 0,0 1 0,0-1 0,1 0 0,-1 0 0,1 1 0,0 1 0,1 0 0,-1 1 0,0-1 0,1 0 0,-1 1 0,0-1 0,0 1 0,1 4 0,26 117 0,16 168 0,9 47 0,-24-225 0,45 111 0,57 104 0,37 103 0,-163-415 0,-4-12 0,0 0 0,1 0 0,-1 1 0,1-1 0,1-1 0,-1 1 0,1 0 0,-1-1 0,6 7 0,-7-10 0,-1-1 0,0 0 0,1 0 0,-1 1 0,0-1 0,1 0 0,-1 0 0,1 1 0,-1-1 0,0 0 0,1 0 0,-1 0 0,1 0 0,-1 0 0,1 0 0,-1 0 0,0 0 0,1 0 0,-1 0 0,1 0 0,-1 0 0,1 0 0,-1 0 0,0 0 0,1 0 0,-1 0 0,1-1 0,-1 1 0,0 0 0,1 0 0,-1 0 0,1-1 0,-1 1 0,0 0 0,1-1 0,-1 1 0,0 0 0,0-1 0,1 1 0,-1 0 0,0-1 0,0 1 0,1 0 0,-1-1 0,0 1 0,0-1 0,0 0 0,9-22 0,-8 21 0,22-87 0,53-158 0,-26 119 0,228-666 0,-221 589 0,90-365 0,36-120 0,-181 683 0,-1 3 0,0-1 0,1 1 0,-1 0 0,1 0 0,0 0 0,0 0 0,1 0 0,-1 1 0,6-7 0,-8 10 0,1 0 0,-1 0 0,1 0 0,-1-1 0,1 1 0,-1 0 0,1 0 0,-1 0 0,1 0 0,-1 0 0,1 0 0,-1 0 0,1 0 0,-1 1 0,1-1 0,-1 0 0,1 0 0,-1 0 0,1 0 0,-1 1 0,1-1 0,-1 0 0,0 0 0,1 1 0,-1-1 0,1 0 0,-1 1 0,0-1 0,1 1 0,-1-1 0,0 0 0,0 1 0,1-1 0,-1 1 0,0-1 0,0 1 0,1-1 0,-1 1 0,0-1 0,0 1 0,0-1 0,0 1 0,0-1 0,0 2 0,8 26 0,2 36 0,-4 0 0,-2 113 0,-3-48 0,1-85 0,17 324 0,-10-281 0,4 0 0,29 102 0,-5-23 0,-25-100 0,29 86 0,-27-103 0,-2 0 0,8 64 0,0 8 0,-17-107 0,0-1 0,-2-18 0,4-38 0,0 27 0,1 1 0,0 0 0,1 0 0,1 0 0,1 1 0,0 0 0,0 0 0,1 1 0,1 1 0,0-1 0,1 2 0,22-17 0,13-7 0,2 2 0,62-30 0,-105 60 0,-5 2 0,0 0 0,1 0 0,-1 0 0,1 0 0,-1 0 0,1 1 0,-1-1 0,1 1 0,0-1 0,-1 1 0,1 0 0,-1-1 0,1 1 0,0 0 0,-1 0 0,1 0 0,0 0 0,-1 1 0,1-1 0,0 0 0,-1 1 0,1-1 0,-1 1 0,1-1 0,-1 1 0,1 0 0,2 1 0,-2 1 0,1 0 0,-1 0 0,1 1 0,-1-1 0,0 1 0,-1-1 0,1 1 0,0 0 0,-1-1 0,2 7 0,26 119 0,-4-18 0,12 49 0,-28-221 0,75-511 0,-33 282 0,-34 182 0,43-247 0,-41 270 0,3 2 0,39-93 0,-22 68 0,28-126 0,12-36 0,-79 269 0,0 0 0,0 0 0,0 0 0,0 1 0,1-1 0,-1 0 0,0 0 0,1 1 0,-1-1 0,1 0 0,-1 1 0,0-1 0,1 0 0,0 1 0,-1-1 0,1 1 0,-1-1 0,1 1 0,0-1 0,-1 1 0,1-1 0,1 0 0,-1 1 0,-1 1 0,1-1 0,-1 0 0,1 0 0,0 1 0,-1-1 0,1 0 0,-1 1 0,1-1 0,-1 0 0,1 1 0,-1-1 0,1 1 0,-1-1 0,0 1 0,1-1 0,-1 1 0,0-1 0,1 1 0,-1 0 0,1 0 0,13 41 0,12 75 0,11 141 0,-15-90 0,75 365 0,-30-185 0,25 88 0,-43-115 0,1 14 0,-30-252 0,-11-46 0,7 49 0,-2-7 0,-15-83 0,1-1 0,1 1 0,-1 0 0,1-1 0,0 1 0,0 0 0,0-1 0,0 1 0,1 0 0,2-6 0,25-45 0,-28 53 0,38-68 0,19-32 0,53-130 0,-74 134 0,35-84 0,-58 151 0,2 2 0,0 0 0,36-47 0,-50 74 0,-1 0 0,1 0 0,0-1 0,0 1 0,0 0 0,0 1 0,0-1 0,0 0 0,1 0 0,-1 1 0,1 0 0,-1-1 0,1 1 0,-1 0 0,1 0 0,3-1 0,-4 3 0,0-1 0,0 0 0,-1 1 0,1-1 0,0 1 0,0 0 0,-1 0 0,1 0 0,-1 0 0,1 0 0,-1 0 0,1 0 0,-1 0 0,1 0 0,-1 1 0,0-1 0,0 0 0,0 1 0,1-1 0,-2 1 0,1 0 0,0-1 0,0 1 0,1 3 0,8 23 0,-9-23 0,1 0 0,-1 0 0,1 0 0,1 0 0,-1 0 0,0 0 0,1-1 0,6 8 0,-9-12 0,1 0 0,0 0 0,0 0 0,-1 0 0,1 0 0,0 0 0,0 0 0,-1 0 0,1-1 0,0 1 0,-1 0 0,1 0 0,0-1 0,0 1 0,-1 0 0,1-1 0,-1 1 0,1 0 0,0-1 0,-1 1 0,1-1 0,-1 0 0,1 1 0,-1-1 0,1 1 0,-1-1 0,1 0 0,-1 1 0,0-1 0,1 0 0,-1 1 0,0-2 0,17-28 0,-15 27 0,61-129 0,-5-2 0,-6-2 0,-5-3 0,-7-1 0,24-163 0,-48 191 0,38-225 0,-35 248 0,52-150 0,-67 230 0,1 0 0,0 1 0,0-1 0,12-14 0,-2 2 0,-15 21 0,0 1 0,0-1 0,0 0 0,0 0 0,0 0 0,0 1 0,0-1 0,0 0 0,1 0 0,-1 0 0,0 1 0,0-1 0,0 0 0,0 0 0,0 0 0,0 1 0,0-1 0,0 0 0,1 0 0,-1 0 0,0 0 0,0 0 0,0 1 0,0-1 0,0 0 0,1 0 0,-1 0 0,0 0 0,0 0 0,0 0 0,1 0 0,-1 0 0,0 0 0,0 1 0,0-1 0,1 0 0,-1 0 0,0 0 0,0 0 0,0 0 0,1 0 0,-1 0 0,0 0 0,0-1 0,0 1 0,1 0 0,-1 0 0,0 0 0,0 0 0,0 0 0,0 0 0,1 0 0,-1 0 0,0 0 0,0-1 0,0 1 0,0 0 0,1 0 0,-1 0 0,0 0 0,0 0 0,0-1 0,0 1 0,0 0 0,0 0 0,0 0 0,1-1 0,2 25 0,-3-17 0,45 349 0,36 466 0,-73-539 0,5 132 0,25-2 0,-37-407 0,4 21 0,0-23 0,1-16 0,12-37 0,59-145 0,-64 167 0,1-1 0,2 2 0,0 0 0,36-42 0,-41 58 0,0-1 0,0 2 0,1 0 0,0 0 0,20-10 0,72-30 0,-61 29 0,5-2 0,158-66 0,-197 86 0,0-1 0,0 2 0,0-1 0,0 1 0,0 0 0,1 1 0,15 1 0,65 15 0,-58-9 0,457 98-1365,-443-96-5461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24575,'12'284'0,"-1"-62"0,-6-141 0,30 139 0,-8-70 0,2 217 0,-29 4 0,-2-152 0,2-155 0,-1 41 0,18 153 0,-4-125 0,-8 239 0,-7-200 0,2 1256 0,11-1319-1365,-11-98-5461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24575,'0'0'0,"1"-1"0,-1 1 0,1-1 0,-1 1 0,1-1 0,0 1 0,-1-1 0,1 1 0,0-1 0,-1 1 0,1 0 0,0 0 0,-1-1 0,1 1 0,0 0 0,0 0 0,-1 0 0,1 0 0,0 0 0,0 0 0,1 0 0,25-2 0,-22 2 0,643-4 0,-366 5 0,3777 0 0,-3356 36 0,304-12 0,-452-23 0,-393 8 0,33 0 0,-179-10-1365,-3 0-5461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24575,'24'0'0,"-1"0"0,0-2 0,1 0 0,-1-2 0,39-10 0,-20 4-1365,-31 9-5461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 24575,'1'13'0,"0"0"0,1 0 0,0 0 0,7 19 0,-4-17 0,-2 1 0,4 19 0,-7-32 0,0 0 0,0 0 0,0 0 0,0 0 0,0 0 0,-1 0 0,1 0 0,-1 0 0,0 0 0,0-1 0,0 1 0,0 0 0,0 0 0,-1-1 0,1 1 0,-1-1 0,0 1 0,0-1 0,0 0 0,0 1 0,0-1 0,-4 2 0,2-1 0,0 0 0,-1-1 0,1 0 0,-1 0 0,1 0 0,-1 0 0,0-1 0,1 0 0,-1 0 0,0 0 0,0 0 0,-8-1 0,-10 0-111,-75-4-1143,82 1-5572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24575,'0'1'0,"0"4"0,0 3 0,0 4 0,0 3 0,0-1 0,0 0 0,0-1 0,0 0 0,0 0 0,0 1 0,2-3 0,0-1 0,0-1 0,0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24575,'2'-2'0,"2"-1"0,2 1 0,6-3 0,3-2 0,3 0 0,3 1 0,0-1 0,-1 1 0,1 2 0,-4 1-8191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24575,'0'-2'0,"4"0"0,2-1 0,5 2 0,1-1 0,2 1 0,-1 1 0,-1-2 0,0 0 0,0-1 0,-3 0 0,-1-1 0,1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 24575,'0'1'0,"-2"3"0,-1 3 0,-1 3 0,0 2 0,0 1 0,2 1 0,0 3 0,1-1 0,1 0 0,-1-2 0,2-3-8191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24575,'5'2'0,"-1"-1"0,1 1 0,-1 1 0,0-1 0,1 0 0,-1 1 0,-1 0 0,6 4 0,4 3 0,-11-9-28,68 40 180,-63-38-338,0 0-1,1 0 1,-1 0 0,1-1 0,0 0 0,0-1 0,15 2 0,-12-3-6640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0 24575,'0'2'0,"-2"1"0,-2 1 0,-3 2 0,1 1 0,-1 3 0,-3 1 0,-2 4 0,0 3 0,0-1 0,0-2 0,3-3 0,0-1 0,0-2 0,0-2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24575,'0'2'0,"0"2"0,0 6 0,0 5 0,0 2 0,0 3 0,0 0 0,0-2 0,0 1 0,0-3 0,-1-1 0,-2-3-8191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1 24575,'-2'1'0,"-2"2"0,-4 5 0,-3 4 0,1 3 0,0 0 0,2-1 0,1 2 0,0-1 0,1-1 0,1-1 0,2-3-8191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24575,'2'0'0,"1"1"0,-1-1 0,1 1 0,-1-1 0,1 1 0,-1 0 0,1 0 0,-1 0 0,1 0 0,-1 0 0,0 1 0,0-1 0,0 1 0,0-1 0,0 1 0,0 0 0,0 0 0,2 2 0,28 47 0,-27-42 0,0 0 0,0-1 0,13 15 0,-5-12-51,-11-10-9,0-1 0,0 1 1,-1 0-1,1 0 0,-1 1 1,1-1-1,-1 0 0,1 0 0,-1 1 1,0-1-1,1 1 0,-1-1 0,0 1 1,0 0-1,0-1 0,0 1 1,-1 0-1,1-1 0,0 1 0,-1 0 1,1 3-1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 24575,'0'-2'0,"2"0"0,2-1 0,3 2 0,1-3 0,2 1 0,0 0 0,1 1 0,0 1 0,0 0 0,0 1 0,-2-2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24575,'32'-3'0,"-27"2"0,0 0 0,0 1 0,1 0 0,-1-1 0,0 2 0,1-1 0,8 2 0,-12-1 0,-1 0 0,1 0 0,-1 0 0,1 0 0,-1 0 0,1 0 0,-1 0 0,0 0 0,1 1 0,-1-1 0,0 0 0,0 1 0,0-1 0,0 1 0,0-1 0,0 1 0,-1 0 0,1-1 0,0 1 0,-1 0 0,0 0 0,1-1 0,-1 1 0,0 0 0,0 0 0,0 0 0,0 3 0,0-1 0,0 0 0,-1 0 0,0 0 0,1 1 0,-1-1 0,-1 0 0,1 0 0,-1 0 0,1-1 0,-1 1 0,0 0 0,0-1 0,-1 1 0,-4 4 0,-13 26 0,20-34 0,0 1 0,0-1 0,-1 1 0,1-1 0,0 1 0,0-1 0,0 1 0,0-1 0,-1 1 0,1-1 0,0 1 0,0-1 0,0 1 0,0-1 0,1 1 0,-1 0 0,0-1 0,0 1 0,0-1 0,0 1 0,0-1 0,1 1 0,-1-1 0,0 0 0,0 1 0,1-1 0,-1 1 0,0-1 0,1 1 0,-1-1 0,0 0 0,1 1 0,-1-1 0,1 1 0,21 3 0,24-11 0,-21-1-1365,-15 4-5461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24575,'0'0'0,"1"0"0,0 0 0,0 1 0,0-1 0,0 0 0,-1 1 0,1-1 0,0 0 0,0 1 0,0-1 0,-1 1 0,1-1 0,0 1 0,-1 0 0,1-1 0,0 1 0,-1 0 0,1-1 0,-1 1 0,1 0 0,-1 0 0,0-1 0,1 1 0,-1 0 0,0 0 0,1 0 0,-1 0 0,0-1 0,0 1 0,0 1 0,4 36 0,-1-13 0,-3-24 0,0 0 0,0 0 0,0 0 0,1-1 0,-1 1 0,0 0 0,1 0 0,-1-1 0,1 1 0,-1 0 0,1-1 0,-1 1 0,1 0 0,-1-1 0,1 1 0,0-1 0,-1 1 0,1-1 0,0 1 0,-1-1 0,1 0 0,0 1 0,0-1 0,-1 0 0,1 1 0,0-1 0,0 0 0,0 0 0,-1 0 0,1 0 0,0 0 0,0 0 0,0 0 0,-1 0 0,1 0 0,0 0 0,0 0 0,0 0 0,0-1 0,-1 1 0,2-1 0,0 0 0,-1 1 0,1-1 0,-1 0 0,1 0 0,-1 0 0,0-1 0,1 1 0,-1 0 0,0 0 0,0-1 0,0 1 0,0-1 0,0 1 0,0-1 0,0 1 0,-1-1 0,1 0 0,0-2 0,0 0 0,-1-1 0,1 1 0,0 0 0,0 0 0,1 0 0,-1 0 0,1 0 0,0 0 0,0 0 0,0 1 0,0-1 0,1 1 0,0-1 0,-1 1 0,1 0 0,0 0 0,4-3 0,-6 6 0,-1 0 0,0-1 0,1 1 0,-1 0 0,0 0 0,1 0 0,-1 0 0,0-1 0,0 1 0,1 0 0,-1 0 0,1 0 0,-1 0 0,0 0 0,1 0 0,-1 0 0,0 0 0,1 0 0,-1 0 0,0 0 0,1 0 0,-1 0 0,0 0 0,1 0 0,-1 1 0,0-1 0,1 0 0,-1 0 0,0 0 0,1 0 0,-1 1 0,0-1 0,1 1 0,6 13 0,-1 17 0,4 140-1365,-9-162-5461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24575,'0'2'0,"3"0"0,4 0 0,3-2 0,3-1 0,-2 0-8191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24575,'-1'0'0,"0"1"0,0 0 0,0 0 0,0 0 0,0-1 0,1 1 0,-1 0 0,0 0 0,1 0 0,-1 0 0,1 1 0,-1-1 0,1 0 0,-1 0 0,1 0 0,0 0 0,0 0 0,-1 1 0,1-1 0,0 0 0,0 0 0,0 0 0,0 0 0,1 1 0,-1-1 0,0 0 0,0 0 0,1 0 0,-1 0 0,0 1 0,1-1 0,0 0 0,0 1 0,1 0 0,-1-1 0,0 1 0,1-1 0,0 1 0,-1-1 0,1 0 0,0 0 0,0 0 0,-1 0 0,1 0 0,0-1 0,0 1 0,0 0 0,0-1 0,0 1 0,0-1 0,0 0 0,3 0 0,-4 0 0,1 0 0,-1 0 0,1 1 0,-1-1 0,1 0 0,-1 0 0,1 1 0,-1-1 0,1 1 0,-1 0 0,0-1 0,1 1 0,-1 0 0,0 0 0,1 0 0,-1-1 0,0 1 0,0 1 0,0-1 0,0 0 0,0 0 0,0 0 0,0 0 0,-1 1 0,1-1 0,0 1 0,-1-1 0,1 0 0,0 1 0,-1-1 0,1 2 0,-1 2 0,1-1 0,-1 1 0,0-1 0,0 1 0,0-1 0,0 0 0,-1 1 0,0-1 0,0 1 0,-1 4 0,0-7 0,1 1 0,-1-1 0,1 0 0,-1 0 0,0 0 0,1 1 0,-1-2 0,0 1 0,-1 0 0,1 0 0,0-1 0,0 1 0,-1-1 0,1 0 0,-3 2 0,3-3 0,1 1 0,0 0 0,-1-1 0,1 1 0,-1-1 0,1 1 0,-1-1 0,1 1 0,-1-1 0,1 0 0,-1 0 0,0 0 0,1 0 0,-1 0 0,1 0 0,-1-1 0,1 1 0,-1 0 0,1-1 0,-1 1 0,1-1 0,-1 1 0,1-1 0,0 0 0,-1 0 0,1 0 0,-2-1 0,3 1-54,-1 1-1,1-1 0,0 0 1,0 1-1,-1-1 1,1 1-1,0-1 0,0 0 1,0 0-1,0 1 1,0-1-1,0 0 0,0 1 1,0-1-1,0 0 0,0 1 1,0-1-1,1 0 1,-1 1-1,0-1 0,0 1 1,1-1-1,-1 0 1,1 0-1,4-10-6771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0 24575,'-2'0'0,"-1"0"0,0 0 0,0 1 0,0-1 0,0 0 0,0 1 0,1 0 0,-1 0 0,0 0 0,0 0 0,1 0 0,-1 1 0,1-1 0,-1 1 0,1-1 0,0 1 0,-1 0 0,1 0 0,-3 3 0,3-1 0,-1 0 0,1 1 0,0-1 0,0 0 0,0 1 0,1-1 0,-1 1 0,1-1 0,0 1 0,0 0 0,1 7 0,-1-5 0,1 0 0,0 0 0,0 1 0,1-1 0,0 0 0,3 11 0,-4-16 0,1-1 0,-1 0 0,1 1 0,-1-1 0,1 1 0,0-1 0,0 0 0,-1 0 0,1 0 0,0 1 0,0-1 0,0 0 0,0 0 0,0 0 0,1 0 0,-1 0 0,0-1 0,0 1 0,0 0 0,1-1 0,-1 1 0,1 0 0,-1-1 0,0 0 0,1 1 0,-1-1 0,1 0 0,-1 0 0,1 0 0,-1 1 0,1-2 0,-1 1 0,0 0 0,1 0 0,-1 0 0,1-1 0,-1 1 0,3-2 0,-3 2 0,0 0 0,0 0 0,0-1 0,0 1 0,0 0 0,1-1 0,-1 1 0,0-1 0,-1 1 0,1-1 0,0 0 0,0 1 0,0-1 0,0 0 0,0 0 0,-1 0 0,1 1 0,0-1 0,-1 0 0,1 0 0,-1 0 0,1 0 0,-1 0 0,1 0 0,-1 0 0,0 0 0,1-1 0,-1 1 0,0 0 0,0 0 0,0 0 0,0 0 0,0 0 0,0 0 0,0-1 0,0 1 0,-1-2 0,1 2 0,-1-1 0,0 0 0,0 0 0,0 0 0,0 0 0,0 1 0,-1-1 0,1 0 0,0 1 0,-1-1 0,1 1 0,-1 0 0,0-1 0,1 1 0,-1 0 0,0 0 0,0 0 0,0 0 0,-2-1 0,-21-6-1365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24575,'6'-2'0,"0"1"0,0 0 0,0-1 0,-1 0 0,10-5 0,3-1 0,-6 3 0,25-9 0,-36 14 0,-1 0 0,1 0 0,0 0 0,-1 0 0,1 0 0,0 0 0,0 0 0,-1 0 0,1 0 0,0 0 0,-1 0 0,1 0 0,0 0 0,-1 1 0,1-1 0,0 0 0,-1 0 0,1 1 0,-1-1 0,1 1 0,-1-1 0,1 0 0,-1 1 0,1-1 0,-1 1 0,1-1 0,-1 1 0,1 0 0,-1-1 0,0 1 0,1-1 0,-1 1 0,0 0 0,1-1 0,-1 1 0,0 0 0,0-1 0,0 1 0,0 0 0,0-1 0,0 1 0,0 0 0,0-1 0,0 1 0,0 1 0,-2 21 0,-1-1 0,-1 0 0,-10 34 0,-3 12 0,1 4-1365,11-58-5461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 24575,'0'-2'0,"0"-2"0,0-3 0,2 1 0,2-3 0,4 0 0,3 0 0,1 2 0,2-1 0,1 2 0,-1 0 0,1-1 0,0-1 0,-1 1 0,-1 0 0,-1 1 0,-3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0 24575,'-15'24'0,"11"-6"0,1 0 0,0 0 0,1 19 0,-1-7 0,7 1 0,-4-30 0,-1-1 0,1 1 0,0-1 0,0 0 0,0 1 0,0-1 0,0 1 0,0-1 0,1 0 0,-1 1 0,0-1 0,0 1 0,0-1 0,0 0 0,0 1 0,1-1 0,-1 0 0,0 1 0,0-1 0,1 0 0,-1 1 0,0-1 0,0 0 0,1 1 0,-1-1 0,0 0 0,1 0 0,-1 1 0,0-1 0,1 0 0,-1 0 0,1 0 0,-1 0 0,0 1 0,1-1 0,-1 0 0,1 0 0,-1 0 0,0 0 0,1 0 0,-1 0 0,1 0 0,-1 0 0,0 0 0,1 0 0,-1 0 0,1 0 0,-1-1 0,0 1 0,1 0 0,-1 0 0,1 0 0,-1-1 0,0 1 0,1 0 0,-1 0 0,0-1 0,0 1 0,1 0 0,-1 0 0,0-1 0,1 1 0,-1 0 0,0-1 0,0 1 0,0 0 0,1-1 0,-1 1 0,0-1 0,2-2-91,-1 0 0,0 0 0,0 0 0,0 0 0,0 0 0,0 0 0,-1 0 0,1 0 0,-1 0 0,0-1 0,0 1 0,0 0 0,0 0 0,-2-6 0,0-1-6735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24575,'0'-1'0,"1"0"0,-1 0 0,0 0 0,0 0 0,1 1 0,-1-1 0,1 0 0,-1 0 0,1 0 0,-1 1 0,1-1 0,-1 0 0,1 0 0,0 1 0,-1-1 0,1 1 0,0-1 0,0 0 0,-1 1 0,1-1 0,0 1 0,0 0 0,0-1 0,0 1 0,0 0 0,-1-1 0,1 1 0,2 0 0,32-5 0,-23 4 0,-10 1 0,-1-1 0,0 1 0,1 0 0,-1 0 0,1 0 0,-1 0 0,0 0 0,1 0 0,-1 0 0,1 0 0,-1 0 0,0 1 0,1-1 0,-1 1 0,0-1 0,1 1 0,-1-1 0,0 1 0,0 0 0,0-1 0,2 2 0,-2 0 0,0 0 0,0 0 0,0 0 0,0 0 0,0 0 0,0 0 0,-1 0 0,1 0 0,-1 0 0,0 0 0,1 0 0,-1 0 0,0 1 0,0 1 0,-2 27 0,0 0 0,-2 0 0,-1 0 0,-14 46 0,14-66-1365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24575,'0'-2'0,"0"-2"0,2-1 0,2 1 0,6 1 0,3 1 0,2-2 0,2 0 0,2-3 0,-2-1 0,0 0 0,0 2 0,-4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14 116 24575,'4'0'0,"0"-1"0,0 0 0,0 0 0,0-1 0,0 1 0,0-1 0,-1 0 0,1 0 0,-1 0 0,1 0 0,-1-1 0,0 1 0,0-1 0,0 0 0,0 0 0,0 0 0,3-4 0,-5 6 0,0-1 0,0 1 0,1-1 0,-1 0 0,0 1 0,0-1 0,0 0 0,-1 1 0,1-1 0,0 0 0,-1 0 0,1 0 0,-1 0 0,0 1 0,1-1 0,-1 0 0,0 0 0,0 0 0,0 0 0,0 0 0,-1 0 0,1 0 0,0 0 0,-1 0 0,0 1 0,1-1 0,-1 0 0,0 0 0,0 1 0,0-1 0,0 0 0,0 1 0,0-1 0,0 1 0,-1-1 0,1 1 0,0 0 0,-3-2 0,3 2 4,-1 0-1,1 0 1,-1 0-1,0 1 1,1-1-1,-1 0 1,0 1-1,0-1 1,0 1-1,1 0 1,-1 0 0,0-1-1,0 1 1,0 0-1,0 1 1,0-1-1,1 0 1,-1 0-1,0 1 1,0-1-1,0 1 1,1 0-1,-1-1 1,0 1-1,1 0 1,-1 0-1,0 0 1,1 0-1,-1 0 1,1 1-1,0-1 1,-1 0-1,-1 3 1,2-3-57,-1 1 0,1 0 0,0 0 0,0 0 0,-1 0 0,1 0 0,0 0 0,0 0 0,1 0 0,-1 0 0,0 0 0,1 1 0,0-1-1,-1 0 1,1 1 0,0-1 0,0 0 0,0 0 0,0 1 0,1-1 0,-1 0 0,0 0 0,1 1 0,0-1 0,-1 0 0,1 0 0,2 3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29 24575,'-11'50'0,"10"-36"0,1-7 0,-1 0 0,1 0 0,0 1 0,2 12 0,-2-19 0,0 1 0,1-1 0,-1 0 0,0 0 0,1 1 0,0-1 0,-1 0 0,1 0 0,0 0 0,-1 1 0,1-1 0,0 0 0,0 0 0,0 0 0,0 0 0,0-1 0,0 1 0,0 0 0,0 0 0,0 0 0,0-1 0,1 1 0,-1-1 0,0 1 0,0-1 0,1 1 0,-1-1 0,0 0 0,1 0 0,-1 0 0,2 0 0,1 1 0,0-1 0,1 0 0,-1 0 0,0 0 0,0 0 0,0-1 0,1 0 0,-1 0 0,0 0 0,0 0 0,6-3 0,-8 2 0,-1 1 0,1-1 0,0 0 0,-1 1 0,1-1 0,-1 0 0,1 0 0,-1 0 0,0 0 0,0 0 0,0-1 0,0 1 0,0 0 0,0 0 0,-1-1 0,1 1 0,-1 0 0,0-1 0,0 1 0,1 0 0,-2-5 0,2-1 20,-1 0 0,-1 0 0,1-1 0,-2 1 0,-2-11 0,3 16-107,0 0-1,0 0 1,0 0 0,-1 0-1,0 0 1,1 0 0,-1 1-1,0-1 1,0 1-1,-1-1 1,1 1 0,0 0-1,-1 0 1,1 0 0,-1 0-1,-5-3 1,-1 1-6739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24575,'-3'0'0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24575,'2'-3'0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2718 24575,'1'-39'0,"2"1"0,2 0 0,11-43 0,37-110 0,12-52 0,-46 124 0,-6 34 0,34-122 0,8 46 0,79-159 0,-133 319 0,1-5 0,0 1 0,1 0 0,0 0 0,0 0 0,0 0 0,5-5 0,-7 9 0,-1 1 0,0 0 0,1 0 0,-1 0 0,0-1 0,0 1 0,1 0 0,-1 0 0,0 0 0,1 0 0,-1-1 0,1 1 0,-1 0 0,0 0 0,1 0 0,-1 0 0,0 0 0,1 0 0,-1 0 0,0 0 0,1 0 0,-1 0 0,1 0 0,-1 1 0,0-1 0,1 0 0,-1 0 0,0 0 0,1 0 0,-1 0 0,0 1 0,0-1 0,1 0 0,-1 0 0,1 1 0,0 1 0,1 0 0,-1 1 0,0-1 0,1 0 0,-1 1 0,0-1 0,0 1 0,1 4 0,26 117 0,16 168 0,9 47 0,-24-225 0,45 111 0,57 104 0,37 103 0,-163-415 0,-4-12 0,0 0 0,1 0 0,-1 1 0,1-1 0,1-1 0,-1 1 0,1 0 0,-1-1 0,6 7 0,-7-10 0,-1-1 0,0 0 0,1 0 0,-1 1 0,0-1 0,1 0 0,-1 0 0,1 1 0,-1-1 0,0 0 0,1 0 0,-1 0 0,1 0 0,-1 0 0,1 0 0,-1 0 0,0 0 0,1 0 0,-1 0 0,1 0 0,-1 0 0,1 0 0,-1 0 0,0 0 0,1 0 0,-1 0 0,1-1 0,-1 1 0,0 0 0,1 0 0,-1 0 0,1-1 0,-1 1 0,0 0 0,1-1 0,-1 1 0,0 0 0,0-1 0,1 1 0,-1 0 0,0-1 0,0 1 0,1 0 0,-1-1 0,0 1 0,0-1 0,0 0 0,9-22 0,-8 21 0,22-87 0,53-158 0,-26 119 0,228-666 0,-221 589 0,90-365 0,36-120 0,-181 683 0,-1 3 0,0-1 0,1 1 0,-1 0 0,1 0 0,0 0 0,0 0 0,1 0 0,-1 1 0,6-7 0,-8 10 0,1 0 0,-1 0 0,1 0 0,-1-1 0,1 1 0,-1 0 0,1 0 0,-1 0 0,1 0 0,-1 0 0,1 0 0,-1 0 0,1 0 0,-1 1 0,1-1 0,-1 0 0,1 0 0,-1 0 0,1 0 0,-1 1 0,1-1 0,-1 0 0,0 0 0,1 1 0,-1-1 0,1 0 0,-1 1 0,0-1 0,1 1 0,-1-1 0,0 0 0,0 1 0,1-1 0,-1 1 0,0-1 0,0 1 0,1-1 0,-1 1 0,0-1 0,0 1 0,0-1 0,0 1 0,0-1 0,0 2 0,8 26 0,2 36 0,-4 0 0,-2 113 0,-3-48 0,1-85 0,17 324 0,-10-281 0,4 0 0,29 102 0,-5-23 0,-25-100 0,29 86 0,-27-103 0,-2 0 0,8 64 0,0 8 0,-17-107 0,0-1 0,-2-18 0,4-38 0,0 27 0,1 1 0,0 0 0,1 0 0,1 0 0,1 1 0,0 0 0,0 0 0,1 1 0,1 1 0,0-1 0,1 2 0,22-17 0,13-7 0,2 2 0,62-30 0,-105 60 0,-5 2 0,0 0 0,1 0 0,-1 0 0,1 0 0,-1 0 0,1 1 0,-1-1 0,1 1 0,0-1 0,-1 1 0,1 0 0,-1-1 0,1 1 0,0 0 0,-1 0 0,1 0 0,0 0 0,-1 1 0,1-1 0,0 0 0,-1 1 0,1-1 0,-1 1 0,1-1 0,-1 1 0,1 0 0,2 1 0,-2 1 0,1 0 0,-1 0 0,1 1 0,-1-1 0,0 1 0,-1-1 0,1 1 0,0 0 0,-1-1 0,2 7 0,26 119 0,-4-18 0,12 49 0,-28-221 0,75-511 0,-33 282 0,-34 182 0,43-247 0,-41 270 0,3 2 0,39-93 0,-22 68 0,28-126 0,12-36 0,-79 269 0,0 0 0,0 0 0,0 0 0,0 1 0,1-1 0,-1 0 0,0 0 0,1 1 0,-1-1 0,1 0 0,-1 1 0,0-1 0,1 0 0,0 1 0,-1-1 0,1 1 0,-1-1 0,1 1 0,0-1 0,-1 1 0,1-1 0,1 0 0,-1 1 0,-1 1 0,1-1 0,-1 0 0,1 0 0,0 1 0,-1-1 0,1 0 0,-1 1 0,1-1 0,-1 0 0,1 1 0,-1-1 0,1 1 0,-1-1 0,0 1 0,1-1 0,-1 1 0,0-1 0,1 1 0,-1 0 0,1 0 0,13 41 0,12 75 0,11 141 0,-15-90 0,75 365 0,-30-185 0,25 88 0,-43-115 0,1 14 0,-30-252 0,-11-46 0,7 49 0,-2-7 0,-15-83 0,1-1 0,1 1 0,-1 0 0,1-1 0,0 1 0,0 0 0,0-1 0,0 1 0,1 0 0,2-6 0,25-45 0,-28 53 0,38-68 0,19-32 0,53-130 0,-74 134 0,35-84 0,-58 151 0,2 2 0,0 0 0,36-47 0,-50 74 0,-1 0 0,1 0 0,0-1 0,0 1 0,0 0 0,0 1 0,0-1 0,0 0 0,1 0 0,-1 1 0,1 0 0,-1-1 0,1 1 0,-1 0 0,1 0 0,3-1 0,-4 3 0,0-1 0,0 0 0,-1 1 0,1-1 0,0 1 0,0 0 0,-1 0 0,1 0 0,-1 0 0,1 0 0,-1 0 0,1 0 0,-1 0 0,1 0 0,-1 1 0,0-1 0,0 0 0,0 1 0,1-1 0,-2 1 0,1 0 0,0-1 0,0 1 0,1 3 0,8 23 0,-9-23 0,1 0 0,-1 0 0,1 0 0,1 0 0,-1 0 0,0 0 0,1-1 0,6 8 0,-9-12 0,1 0 0,0 0 0,0 0 0,-1 0 0,1 0 0,0 0 0,0 0 0,-1 0 0,1-1 0,0 1 0,-1 0 0,1 0 0,0-1 0,0 1 0,-1 0 0,1-1 0,-1 1 0,1 0 0,0-1 0,-1 1 0,1-1 0,-1 0 0,1 1 0,-1-1 0,1 1 0,-1-1 0,1 0 0,-1 1 0,0-1 0,1 0 0,-1 1 0,0-2 0,17-28 0,-15 27 0,61-129 0,-5-2 0,-6-2 0,-5-3 0,-7-1 0,24-163 0,-48 191 0,38-225 0,-35 248 0,52-150 0,-67 230 0,1 0 0,0 1 0,0-1 0,12-14 0,-2 2 0,-15 21 0,0 1 0,0-1 0,0 0 0,0 0 0,0 0 0,0 1 0,0-1 0,0 0 0,1 0 0,-1 0 0,0 1 0,0-1 0,0 0 0,0 0 0,0 0 0,0 1 0,0-1 0,0 0 0,1 0 0,-1 0 0,0 0 0,0 0 0,0 1 0,0-1 0,0 0 0,1 0 0,-1 0 0,0 0 0,0 0 0,0 0 0,1 0 0,-1 0 0,0 0 0,0 1 0,0-1 0,1 0 0,-1 0 0,0 0 0,0 0 0,0 0 0,1 0 0,-1 0 0,0 0 0,0-1 0,0 1 0,1 0 0,-1 0 0,0 0 0,0 0 0,0 0 0,0 0 0,1 0 0,-1 0 0,0 0 0,0-1 0,0 1 0,0 0 0,1 0 0,-1 0 0,0 0 0,0 0 0,0-1 0,0 1 0,0 0 0,0 0 0,0 0 0,1-1 0,2 25 0,-3-17 0,45 349 0,36 466 0,-73-539 0,5 132 0,25-2 0,-37-407 0,4 21 0,0-23 0,1-16 0,12-37 0,59-145 0,-64 167 0,1-1 0,2 2 0,0 0 0,36-42 0,-41 58 0,0-1 0,0 2 0,1 0 0,0 0 0,20-10 0,72-30 0,-61 29 0,5-2 0,158-66 0,-197 86 0,0-1 0,0 2 0,0-1 0,0 1 0,0 0 0,1 1 0,15 1 0,65 15 0,-58-9 0,457 98-1365,-443-96-5461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24575,'12'284'0,"-1"-62"0,-6-141 0,30 139 0,-8-70 0,2 217 0,-29 4 0,-2-152 0,2-155 0,-1 41 0,18 153 0,-4-125 0,-8 239 0,-7-200 0,2 1256 0,11-1319-1365,-11-98-5461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24575,'0'0'0,"1"-1"0,-1 1 0,1-1 0,-1 1 0,1-1 0,0 1 0,-1-1 0,1 1 0,0-1 0,-1 1 0,1 0 0,0 0 0,-1-1 0,1 1 0,0 0 0,0 0 0,-1 0 0,1 0 0,0 0 0,0 0 0,1 0 0,25-2 0,-22 2 0,643-4 0,-366 5 0,3777 0 0,-3356 36 0,304-12 0,-452-23 0,-393 8 0,33 0 0,-179-10-1365,-3 0-5461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24575,'24'0'0,"-1"0"0,0-2 0,1 0 0,-1-2 0,39-10 0,-20 4-1365,-31 9-5461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 24575,'1'13'0,"0"0"0,1 0 0,0 0 0,7 19 0,-4-17 0,-2 1 0,4 19 0,-7-32 0,0 0 0,0 0 0,0 0 0,0 0 0,0 0 0,-1 0 0,1 0 0,-1 0 0,0 0 0,0-1 0,0 1 0,0 0 0,0 0 0,-1-1 0,1 1 0,-1-1 0,0 1 0,0-1 0,0 0 0,0 1 0,0-1 0,-4 2 0,2-1 0,0 0 0,-1-1 0,1 0 0,-1 0 0,1 0 0,-1 0 0,0-1 0,1 0 0,-1 0 0,0 0 0,0 0 0,-8-1 0,-10 0-111,-75-4-1143,82 1-5572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24575,'0'1'0,"0"4"0,0 3 0,0 4 0,0 3 0,0-1 0,0 0 0,0-1 0,0 0 0,0 0 0,0 1 0,2-3 0,0-1 0,0-1 0,0 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24575,'2'-2'0,"2"-1"0,2 1 0,6-3 0,3-2 0,3 0 0,3 1 0,0-1 0,-1 1 0,1 2 0,-4 1-8191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24575,'0'-2'0,"4"0"0,2-1 0,5 2 0,1-1 0,2 1 0,-1 1 0,-1-2 0,0 0 0,0-1 0,-3 0 0,-1-1 0,1 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 24575,'0'1'0,"-2"3"0,-1 3 0,-1 3 0,0 2 0,0 1 0,2 1 0,0 3 0,1-1 0,1 0 0,-1-2 0,2-3-8191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24575,'5'2'0,"-1"-1"0,1 1 0,-1 1 0,0-1 0,1 0 0,-1 1 0,-1 0 0,6 4 0,4 3 0,-11-9-28,68 40 180,-63-38-338,0 0-1,1 0 1,-1 0 0,1-1 0,0 0 0,0-1 0,15 2 0,-12-3-6640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0 24575,'0'2'0,"-2"1"0,-2 1 0,-3 2 0,1 1 0,-1 3 0,-3 1 0,-2 4 0,0 3 0,0-1 0,0-2 0,3-3 0,0-1 0,0-2 0,0-2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24575,'0'2'0,"0"2"0,0 6 0,0 5 0,0 2 0,0 3 0,0 0 0,0-2 0,0 1 0,0-3 0,-1-1 0,-2-3-8191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6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1 24575,'-2'1'0,"-2"2"0,-4 5 0,-3 4 0,1 3 0,0 0 0,2-1 0,1 2 0,0-1 0,1-1 0,1-1 0,2-3-8191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24575,'2'0'0,"1"1"0,-1-1 0,1 1 0,-1-1 0,1 1 0,-1 0 0,1 0 0,-1 0 0,1 0 0,-1 0 0,0 1 0,0-1 0,0 1 0,0-1 0,0 1 0,0 0 0,0 0 0,2 2 0,28 47 0,-27-42 0,0 0 0,0-1 0,13 15 0,-5-12-51,-11-10-9,0-1 0,0 1 1,-1 0-1,1 0 0,-1 1 1,1-1-1,-1 0 0,1 0 0,-1 1 1,0-1-1,1 1 0,-1-1 0,0 1 1,0 0-1,0-1 0,0 1 1,-1 0-1,1-1 0,0 1 0,-1 0 1,1 3-1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 24575,'0'-2'0,"2"0"0,2-1 0,3 2 0,1-3 0,2 1 0,0 0 0,1 1 0,0 1 0,0 0 0,0 1 0,-2-2 0,0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24575,'32'-3'0,"-27"2"0,0 0 0,0 1 0,1 0 0,-1-1 0,0 2 0,1-1 0,8 2 0,-12-1 0,-1 0 0,1 0 0,-1 0 0,1 0 0,-1 0 0,1 0 0,-1 0 0,0 0 0,1 1 0,-1-1 0,0 0 0,0 1 0,0-1 0,0 1 0,0-1 0,0 1 0,-1 0 0,1-1 0,0 1 0,-1 0 0,0 0 0,1-1 0,-1 1 0,0 0 0,0 0 0,0 0 0,0 3 0,0-1 0,0 0 0,-1 0 0,0 0 0,1 1 0,-1-1 0,-1 0 0,1 0 0,-1 0 0,1-1 0,-1 1 0,0 0 0,0-1 0,-1 1 0,-4 4 0,-13 26 0,20-34 0,0 1 0,0-1 0,-1 1 0,1-1 0,0 1 0,0-1 0,0 1 0,0-1 0,-1 1 0,1-1 0,0 1 0,0-1 0,0 1 0,0-1 0,1 1 0,-1 0 0,0-1 0,0 1 0,0-1 0,0 1 0,0-1 0,1 1 0,-1-1 0,0 0 0,0 1 0,1-1 0,-1 1 0,0-1 0,1 1 0,-1-1 0,0 0 0,1 1 0,-1-1 0,1 1 0,21 3 0,24-11 0,-21-1-1365,-15 4-5461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24575,'0'0'0,"1"0"0,0 0 0,0 1 0,0-1 0,0 0 0,-1 1 0,1-1 0,0 0 0,0 1 0,0-1 0,-1 1 0,1-1 0,0 1 0,-1 0 0,1-1 0,0 1 0,-1 0 0,1-1 0,-1 1 0,1 0 0,-1 0 0,0-1 0,1 1 0,-1 0 0,0 0 0,1 0 0,-1 0 0,0-1 0,0 1 0,0 1 0,4 36 0,-1-13 0,-3-24 0,0 0 0,0 0 0,0 0 0,1-1 0,-1 1 0,0 0 0,1 0 0,-1-1 0,1 1 0,-1 0 0,1-1 0,-1 1 0,1 0 0,-1-1 0,1 1 0,0-1 0,-1 1 0,1-1 0,0 1 0,-1-1 0,1 0 0,0 1 0,0-1 0,-1 0 0,1 1 0,0-1 0,0 0 0,0 0 0,-1 0 0,1 0 0,0 0 0,0 0 0,0 0 0,-1 0 0,1 0 0,0 0 0,0 0 0,0 0 0,0-1 0,-1 1 0,2-1 0,0 0 0,-1 1 0,1-1 0,-1 0 0,1 0 0,-1 0 0,0-1 0,1 1 0,-1 0 0,0 0 0,0-1 0,0 1 0,0-1 0,0 1 0,0-1 0,0 1 0,-1-1 0,1 0 0,0-2 0,0 0 0,-1-1 0,1 1 0,0 0 0,0 0 0,1 0 0,-1 0 0,1 0 0,0 0 0,0 0 0,0 1 0,0-1 0,1 1 0,0-1 0,-1 1 0,1 0 0,0 0 0,4-3 0,-6 6 0,-1 0 0,0-1 0,1 1 0,-1 0 0,0 0 0,1 0 0,-1 0 0,0-1 0,0 1 0,1 0 0,-1 0 0,1 0 0,-1 0 0,0 0 0,1 0 0,-1 0 0,0 0 0,1 0 0,-1 0 0,0 0 0,1 0 0,-1 0 0,0 0 0,1 0 0,-1 1 0,0-1 0,1 0 0,-1 0 0,0 0 0,1 0 0,-1 1 0,0-1 0,1 1 0,6 13 0,-1 17 0,4 140-1365,-9-162-5461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24575,'0'2'0,"3"0"0,4 0 0,3-2 0,3-1 0,-2 0-8191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24575,'-1'0'0,"0"1"0,0 0 0,0 0 0,0 0 0,0-1 0,1 1 0,-1 0 0,0 0 0,1 0 0,-1 0 0,1 1 0,-1-1 0,1 0 0,-1 0 0,1 0 0,0 0 0,0 0 0,-1 1 0,1-1 0,0 0 0,0 0 0,0 0 0,0 0 0,1 1 0,-1-1 0,0 0 0,0 0 0,1 0 0,-1 0 0,0 1 0,1-1 0,0 0 0,0 1 0,1 0 0,-1-1 0,0 1 0,1-1 0,0 1 0,-1-1 0,1 0 0,0 0 0,0 0 0,-1 0 0,1 0 0,0-1 0,0 1 0,0 0 0,0-1 0,0 1 0,0-1 0,0 0 0,3 0 0,-4 0 0,1 0 0,-1 0 0,1 1 0,-1-1 0,1 0 0,-1 0 0,1 1 0,-1-1 0,1 1 0,-1 0 0,0-1 0,1 1 0,-1 0 0,0 0 0,1 0 0,-1-1 0,0 1 0,0 1 0,0-1 0,0 0 0,0 0 0,0 0 0,0 0 0,-1 1 0,1-1 0,0 1 0,-1-1 0,1 0 0,0 1 0,-1-1 0,1 2 0,-1 2 0,1-1 0,-1 1 0,0-1 0,0 1 0,0-1 0,0 0 0,-1 1 0,0-1 0,0 1 0,-1 4 0,0-7 0,1 1 0,-1-1 0,1 0 0,-1 0 0,0 0 0,1 1 0,-1-2 0,0 1 0,-1 0 0,1 0 0,0-1 0,0 1 0,-1-1 0,1 0 0,-3 2 0,3-3 0,1 1 0,0 0 0,-1-1 0,1 1 0,-1-1 0,1 1 0,-1-1 0,1 1 0,-1-1 0,1 0 0,-1 0 0,0 0 0,1 0 0,-1 0 0,1 0 0,-1-1 0,1 1 0,-1 0 0,1-1 0,-1 1 0,1-1 0,-1 1 0,1-1 0,0 0 0,-1 0 0,1 0 0,-2-1 0,3 1-54,-1 1-1,1-1 0,0 0 1,0 1-1,-1-1 1,1 1-1,0-1 0,0 0 1,0 0-1,0 1 1,0-1-1,0 0 0,0 1 1,0-1-1,0 0 0,0 1 1,0-1-1,1 0 1,-1 1-1,0-1 0,0 1 1,1-1-1,-1 0 1,1 0-1,4-10-6771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0 24575,'-2'0'0,"-1"0"0,0 0 0,0 1 0,0-1 0,0 0 0,0 1 0,1 0 0,-1 0 0,0 0 0,0 0 0,1 0 0,-1 1 0,1-1 0,-1 1 0,1-1 0,0 1 0,-1 0 0,1 0 0,-3 3 0,3-1 0,-1 0 0,1 1 0,0-1 0,0 0 0,0 1 0,1-1 0,-1 1 0,1-1 0,0 1 0,0 0 0,1 7 0,-1-5 0,1 0 0,0 0 0,0 1 0,1-1 0,0 0 0,3 11 0,-4-16 0,1-1 0,-1 0 0,1 1 0,-1-1 0,1 1 0,0-1 0,0 0 0,-1 0 0,1 0 0,0 1 0,0-1 0,0 0 0,0 0 0,0 0 0,1 0 0,-1 0 0,0-1 0,0 1 0,0 0 0,1-1 0,-1 1 0,1 0 0,-1-1 0,0 0 0,1 1 0,-1-1 0,1 0 0,-1 0 0,1 0 0,-1 1 0,1-2 0,-1 1 0,0 0 0,1 0 0,-1 0 0,1-1 0,-1 1 0,3-2 0,-3 2 0,0 0 0,0 0 0,0-1 0,0 1 0,0 0 0,1-1 0,-1 1 0,0-1 0,-1 1 0,1-1 0,0 0 0,0 1 0,0-1 0,0 0 0,0 0 0,-1 0 0,1 1 0,0-1 0,-1 0 0,1 0 0,-1 0 0,1 0 0,-1 0 0,1 0 0,-1 0 0,0 0 0,1-1 0,-1 1 0,0 0 0,0 0 0,0 0 0,0 0 0,0 0 0,0 0 0,0-1 0,0 1 0,-1-2 0,1 2 0,-1-1 0,0 0 0,0 0 0,0 0 0,0 0 0,0 1 0,-1-1 0,1 0 0,0 1 0,-1-1 0,1 1 0,-1 0 0,0-1 0,1 1 0,-1 0 0,0 0 0,0 0 0,0 0 0,-2-1 0,-21-6-1365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24575,'6'-2'0,"0"1"0,0 0 0,0-1 0,-1 0 0,10-5 0,3-1 0,-6 3 0,25-9 0,-36 14 0,-1 0 0,1 0 0,0 0 0,-1 0 0,1 0 0,0 0 0,0 0 0,-1 0 0,1 0 0,0 0 0,-1 0 0,1 0 0,0 0 0,-1 1 0,1-1 0,0 0 0,-1 0 0,1 1 0,-1-1 0,1 1 0,-1-1 0,1 0 0,-1 1 0,1-1 0,-1 1 0,1-1 0,-1 1 0,1 0 0,-1-1 0,0 1 0,1-1 0,-1 1 0,0 0 0,1-1 0,-1 1 0,0 0 0,0-1 0,0 1 0,0 0 0,0-1 0,0 1 0,0 0 0,0-1 0,0 1 0,0 1 0,-2 21 0,-1-1 0,-1 0 0,-10 34 0,-3 12 0,1 4-1365,11-58-5461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 24575,'0'-2'0,"0"-2"0,0-3 0,2 1 0,2-3 0,4 0 0,3 0 0,1 2 0,2-1 0,1 2 0,-1 0 0,1-1 0,0-1 0,-1 1 0,-1 0 0,-1 1 0,-3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0 24575,'-15'24'0,"11"-6"0,1 0 0,0 0 0,1 19 0,-1-7 0,7 1 0,-4-30 0,-1-1 0,1 1 0,0-1 0,0 0 0,0 1 0,0-1 0,0 1 0,0-1 0,1 0 0,-1 1 0,0-1 0,0 1 0,0-1 0,0 0 0,0 1 0,1-1 0,-1 0 0,0 1 0,0-1 0,1 0 0,-1 1 0,0-1 0,0 0 0,1 1 0,-1-1 0,0 0 0,1 0 0,-1 1 0,0-1 0,1 0 0,-1 0 0,1 0 0,-1 0 0,0 1 0,1-1 0,-1 0 0,1 0 0,-1 0 0,0 0 0,1 0 0,-1 0 0,1 0 0,-1 0 0,0 0 0,1 0 0,-1 0 0,1 0 0,-1-1 0,0 1 0,1 0 0,-1 0 0,1 0 0,-1-1 0,0 1 0,1 0 0,-1 0 0,0-1 0,0 1 0,1 0 0,-1 0 0,0-1 0,1 1 0,-1 0 0,0-1 0,0 1 0,0 0 0,1-1 0,-1 1 0,0-1 0,2-2-91,-1 0 0,0 0 0,0 0 0,0 0 0,0 0 0,0 0 0,-1 0 0,1 0 0,-1 0 0,0-1 0,0 1 0,0 0 0,0 0 0,-2-6 0,0-1-6735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24575,'0'-1'0,"1"0"0,-1 0 0,0 0 0,0 0 0,1 1 0,-1-1 0,1 0 0,-1 0 0,1 0 0,-1 1 0,1-1 0,-1 0 0,1 0 0,0 1 0,-1-1 0,1 1 0,0-1 0,0 0 0,-1 1 0,1-1 0,0 1 0,0 0 0,0-1 0,0 1 0,0 0 0,-1-1 0,1 1 0,2 0 0,32-5 0,-23 4 0,-10 1 0,-1-1 0,0 1 0,1 0 0,-1 0 0,1 0 0,-1 0 0,0 0 0,1 0 0,-1 0 0,1 0 0,-1 0 0,0 1 0,1-1 0,-1 1 0,0-1 0,1 1 0,-1-1 0,0 1 0,0 0 0,0-1 0,2 2 0,-2 0 0,0 0 0,0 0 0,0 0 0,0 0 0,0 0 0,0 0 0,-1 0 0,1 0 0,-1 0 0,0 0 0,1 0 0,-1 0 0,0 1 0,0 1 0,-2 27 0,0 0 0,-2 0 0,-1 0 0,-14 46 0,14-66-1365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24575,'0'-2'0,"0"-2"0,2-1 0,2 1 0,6 1 0,3 1 0,2-2 0,2 0 0,2-3 0,-2-1 0,0 0 0,0 2 0,-4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14 116 24575,'4'0'0,"0"-1"0,0 0 0,0 0 0,0-1 0,0 1 0,0-1 0,-1 0 0,1 0 0,-1 0 0,1 0 0,-1-1 0,0 1 0,0-1 0,0 0 0,0 0 0,0 0 0,3-4 0,-5 6 0,0-1 0,0 1 0,1-1 0,-1 0 0,0 1 0,0-1 0,0 0 0,-1 1 0,1-1 0,0 0 0,-1 0 0,1 0 0,-1 0 0,0 1 0,1-1 0,-1 0 0,0 0 0,0 0 0,0 0 0,0 0 0,-1 0 0,1 0 0,0 0 0,-1 0 0,0 1 0,1-1 0,-1 0 0,0 0 0,0 1 0,0-1 0,0 0 0,0 1 0,0-1 0,0 1 0,-1-1 0,1 1 0,0 0 0,-3-2 0,3 2 4,-1 0-1,1 0 1,-1 0-1,0 1 1,1-1-1,-1 0 1,0 1-1,0-1 1,0 1-1,1 0 1,-1 0 0,0-1-1,0 1 1,0 0-1,0 1 1,0-1-1,1 0 1,-1 0-1,0 1 1,0-1-1,0 1 1,1 0-1,-1-1 1,0 1-1,1 0 1,-1 0-1,0 0 1,1 0-1,-1 0 1,1 1-1,0-1 1,-1 0-1,-1 3 1,2-3-57,-1 1 0,1 0 0,0 0 0,0 0 0,-1 0 0,1 0 0,0 0 0,0 0 0,1 0 0,-1 0 0,0 0 0,1 1 0,0-1-1,-1 0 1,1 1 0,0-1 0,0 0 0,0 0 0,0 1 0,1-1 0,-1 0 0,0 0 0,1 1 0,0-1 0,-1 0 0,1 0 0,2 3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29 24575,'-11'50'0,"10"-36"0,1-7 0,-1 0 0,1 0 0,0 1 0,2 12 0,-2-19 0,0 1 0,1-1 0,-1 0 0,0 0 0,1 1 0,0-1 0,-1 0 0,1 0 0,0 0 0,-1 1 0,1-1 0,0 0 0,0 0 0,0 0 0,0 0 0,0-1 0,0 1 0,0 0 0,0 0 0,0 0 0,0-1 0,1 1 0,-1-1 0,0 1 0,0-1 0,1 1 0,-1-1 0,0 0 0,1 0 0,-1 0 0,2 0 0,1 1 0,0-1 0,1 0 0,-1 0 0,0 0 0,0 0 0,0-1 0,1 0 0,-1 0 0,0 0 0,0 0 0,6-3 0,-8 2 0,-1 1 0,1-1 0,0 0 0,-1 1 0,1-1 0,-1 0 0,1 0 0,-1 0 0,0 0 0,0 0 0,0-1 0,0 1 0,0 0 0,0 0 0,-1-1 0,1 1 0,-1 0 0,0-1 0,0 1 0,1 0 0,-2-5 0,2-1 20,-1 0 0,-1 0 0,1-1 0,-2 1 0,-2-11 0,3 16-107,0 0-1,0 0 1,0 0 0,-1 0-1,0 0 1,1 0 0,-1 1-1,0-1 1,0 1-1,-1-1 1,1 1 0,0 0-1,-1 0 1,1 0 0,-1 0-1,-5-3 1,-1 1-6739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24575,'-3'0'0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24575,'2'-3'0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56.7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2718 24575,'1'-39'0,"2"1"0,2 0 0,11-43 0,37-110 0,12-52 0,-46 124 0,-6 34 0,34-122 0,8 46 0,79-159 0,-133 319 0,1-5 0,0 1 0,1 0 0,0 0 0,0 0 0,0 0 0,5-5 0,-7 9 0,-1 1 0,0 0 0,1 0 0,-1 0 0,0-1 0,0 1 0,1 0 0,-1 0 0,0 0 0,1 0 0,-1-1 0,1 1 0,-1 0 0,0 0 0,1 0 0,-1 0 0,0 0 0,1 0 0,-1 0 0,0 0 0,1 0 0,-1 0 0,1 0 0,-1 1 0,0-1 0,1 0 0,-1 0 0,0 0 0,1 0 0,-1 0 0,0 1 0,0-1 0,1 0 0,-1 0 0,1 1 0,0 1 0,1 0 0,-1 1 0,0-1 0,1 0 0,-1 1 0,0-1 0,0 1 0,1 4 0,26 117 0,16 168 0,9 47 0,-24-225 0,45 111 0,57 104 0,37 103 0,-163-415 0,-4-12 0,0 0 0,1 0 0,-1 1 0,1-1 0,1-1 0,-1 1 0,1 0 0,-1-1 0,6 7 0,-7-10 0,-1-1 0,0 0 0,1 0 0,-1 1 0,0-1 0,1 0 0,-1 0 0,1 1 0,-1-1 0,0 0 0,1 0 0,-1 0 0,1 0 0,-1 0 0,1 0 0,-1 0 0,0 0 0,1 0 0,-1 0 0,1 0 0,-1 0 0,1 0 0,-1 0 0,0 0 0,1 0 0,-1 0 0,1-1 0,-1 1 0,0 0 0,1 0 0,-1 0 0,1-1 0,-1 1 0,0 0 0,1-1 0,-1 1 0,0 0 0,0-1 0,1 1 0,-1 0 0,0-1 0,0 1 0,1 0 0,-1-1 0,0 1 0,0-1 0,0 0 0,9-22 0,-8 21 0,22-87 0,53-158 0,-26 119 0,228-666 0,-221 589 0,90-365 0,36-120 0,-181 683 0,-1 3 0,0-1 0,1 1 0,-1 0 0,1 0 0,0 0 0,0 0 0,1 0 0,-1 1 0,6-7 0,-8 10 0,1 0 0,-1 0 0,1 0 0,-1-1 0,1 1 0,-1 0 0,1 0 0,-1 0 0,1 0 0,-1 0 0,1 0 0,-1 0 0,1 0 0,-1 1 0,1-1 0,-1 0 0,1 0 0,-1 0 0,1 0 0,-1 1 0,1-1 0,-1 0 0,0 0 0,1 1 0,-1-1 0,1 0 0,-1 1 0,0-1 0,1 1 0,-1-1 0,0 0 0,0 1 0,1-1 0,-1 1 0,0-1 0,0 1 0,1-1 0,-1 1 0,0-1 0,0 1 0,0-1 0,0 1 0,0-1 0,0 2 0,8 26 0,2 36 0,-4 0 0,-2 113 0,-3-48 0,1-85 0,17 324 0,-10-281 0,4 0 0,29 102 0,-5-23 0,-25-100 0,29 86 0,-27-103 0,-2 0 0,8 64 0,0 8 0,-17-107 0,0-1 0,-2-18 0,4-38 0,0 27 0,1 1 0,0 0 0,1 0 0,1 0 0,1 1 0,0 0 0,0 0 0,1 1 0,1 1 0,0-1 0,1 2 0,22-17 0,13-7 0,2 2 0,62-30 0,-105 60 0,-5 2 0,0 0 0,1 0 0,-1 0 0,1 0 0,-1 0 0,1 1 0,-1-1 0,1 1 0,0-1 0,-1 1 0,1 0 0,-1-1 0,1 1 0,0 0 0,-1 0 0,1 0 0,0 0 0,-1 1 0,1-1 0,0 0 0,-1 1 0,1-1 0,-1 1 0,1-1 0,-1 1 0,1 0 0,2 1 0,-2 1 0,1 0 0,-1 0 0,1 1 0,-1-1 0,0 1 0,-1-1 0,1 1 0,0 0 0,-1-1 0,2 7 0,26 119 0,-4-18 0,12 49 0,-28-221 0,75-511 0,-33 282 0,-34 182 0,43-247 0,-41 270 0,3 2 0,39-93 0,-22 68 0,28-126 0,12-36 0,-79 269 0,0 0 0,0 0 0,0 0 0,0 1 0,1-1 0,-1 0 0,0 0 0,1 1 0,-1-1 0,1 0 0,-1 1 0,0-1 0,1 0 0,0 1 0,-1-1 0,1 1 0,-1-1 0,1 1 0,0-1 0,-1 1 0,1-1 0,1 0 0,-1 1 0,-1 1 0,1-1 0,-1 0 0,1 0 0,0 1 0,-1-1 0,1 0 0,-1 1 0,1-1 0,-1 0 0,1 1 0,-1-1 0,1 1 0,-1-1 0,0 1 0,1-1 0,-1 1 0,0-1 0,1 1 0,-1 0 0,1 0 0,13 41 0,12 75 0,11 141 0,-15-90 0,75 365 0,-30-185 0,25 88 0,-43-115 0,1 14 0,-30-252 0,-11-46 0,7 49 0,-2-7 0,-15-83 0,1-1 0,1 1 0,-1 0 0,1-1 0,0 1 0,0 0 0,0-1 0,0 1 0,1 0 0,2-6 0,25-45 0,-28 53 0,38-68 0,19-32 0,53-130 0,-74 134 0,35-84 0,-58 151 0,2 2 0,0 0 0,36-47 0,-50 74 0,-1 0 0,1 0 0,0-1 0,0 1 0,0 0 0,0 1 0,0-1 0,0 0 0,1 0 0,-1 1 0,1 0 0,-1-1 0,1 1 0,-1 0 0,1 0 0,3-1 0,-4 3 0,0-1 0,0 0 0,-1 1 0,1-1 0,0 1 0,0 0 0,-1 0 0,1 0 0,-1 0 0,1 0 0,-1 0 0,1 0 0,-1 0 0,1 0 0,-1 1 0,0-1 0,0 0 0,0 1 0,1-1 0,-2 1 0,1 0 0,0-1 0,0 1 0,1 3 0,8 23 0,-9-23 0,1 0 0,-1 0 0,1 0 0,1 0 0,-1 0 0,0 0 0,1-1 0,6 8 0,-9-12 0,1 0 0,0 0 0,0 0 0,-1 0 0,1 0 0,0 0 0,0 0 0,-1 0 0,1-1 0,0 1 0,-1 0 0,1 0 0,0-1 0,0 1 0,-1 0 0,1-1 0,-1 1 0,1 0 0,0-1 0,-1 1 0,1-1 0,-1 0 0,1 1 0,-1-1 0,1 1 0,-1-1 0,1 0 0,-1 1 0,0-1 0,1 0 0,-1 1 0,0-2 0,17-28 0,-15 27 0,61-129 0,-5-2 0,-6-2 0,-5-3 0,-7-1 0,24-163 0,-48 191 0,38-225 0,-35 248 0,52-150 0,-67 230 0,1 0 0,0 1 0,0-1 0,12-14 0,-2 2 0,-15 21 0,0 1 0,0-1 0,0 0 0,0 0 0,0 0 0,0 1 0,0-1 0,0 0 0,1 0 0,-1 0 0,0 1 0,0-1 0,0 0 0,0 0 0,0 0 0,0 1 0,0-1 0,0 0 0,1 0 0,-1 0 0,0 0 0,0 0 0,0 1 0,0-1 0,0 0 0,1 0 0,-1 0 0,0 0 0,0 0 0,0 0 0,1 0 0,-1 0 0,0 0 0,0 1 0,0-1 0,1 0 0,-1 0 0,0 0 0,0 0 0,0 0 0,1 0 0,-1 0 0,0 0 0,0-1 0,0 1 0,1 0 0,-1 0 0,0 0 0,0 0 0,0 0 0,0 0 0,1 0 0,-1 0 0,0 0 0,0-1 0,0 1 0,0 0 0,1 0 0,-1 0 0,0 0 0,0 0 0,0-1 0,0 1 0,0 0 0,0 0 0,0 0 0,1-1 0,2 25 0,-3-17 0,45 349 0,36 466 0,-73-539 0,5 132 0,25-2 0,-37-407 0,4 21 0,0-23 0,1-16 0,12-37 0,59-145 0,-64 167 0,1-1 0,2 2 0,0 0 0,36-42 0,-41 58 0,0-1 0,0 2 0,1 0 0,0 0 0,20-10 0,72-30 0,-61 29 0,5-2 0,158-66 0,-197 86 0,0-1 0,0 2 0,0-1 0,0 1 0,0 0 0,1 1 0,15 1 0,65 15 0,-58-9 0,457 98-1365,-443-96-5461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24575,'12'284'0,"-1"-62"0,-6-141 0,30 139 0,-8-70 0,2 217 0,-29 4 0,-2-152 0,2-155 0,-1 41 0,18 153 0,-4-125 0,-8 239 0,-7-200 0,2 1256 0,11-1319-1365,-11-98-5461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24575,'0'0'0,"1"-1"0,-1 1 0,1-1 0,-1 1 0,1-1 0,0 1 0,-1-1 0,1 1 0,0-1 0,-1 1 0,1 0 0,0 0 0,-1-1 0,1 1 0,0 0 0,0 0 0,-1 0 0,1 0 0,0 0 0,0 0 0,1 0 0,25-2 0,-22 2 0,643-4 0,-366 5 0,3777 0 0,-3356 36 0,304-12 0,-452-23 0,-393 8 0,33 0 0,-179-10-1365,-3 0-5461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24575,'24'0'0,"-1"0"0,0-2 0,1 0 0,-1-2 0,39-10 0,-20 4-1365,-31 9-5461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 24575,'1'13'0,"0"0"0,1 0 0,0 0 0,7 19 0,-4-17 0,-2 1 0,4 19 0,-7-32 0,0 0 0,0 0 0,0 0 0,0 0 0,0 0 0,-1 0 0,1 0 0,-1 0 0,0 0 0,0-1 0,0 1 0,0 0 0,0 0 0,-1-1 0,1 1 0,-1-1 0,0 1 0,0-1 0,0 0 0,0 1 0,0-1 0,-4 2 0,2-1 0,0 0 0,-1-1 0,1 0 0,-1 0 0,1 0 0,-1 0 0,0-1 0,1 0 0,-1 0 0,0 0 0,0 0 0,-8-1 0,-10 0-111,-75-4-1143,82 1-5572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24575,'0'1'0,"0"4"0,0 3 0,0 4 0,0 3 0,0-1 0,0 0 0,0-1 0,0 0 0,0 0 0,0 1 0,2-3 0,0-1 0,0-1 0,0 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24575,'2'-2'0,"2"-1"0,2 1 0,6-3 0,3-2 0,3 0 0,3 1 0,0-1 0,-1 1 0,1 2 0,-4 1-8191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24575,'0'-2'0,"4"0"0,2-1 0,5 2 0,1-1 0,2 1 0,-1 1 0,-1-2 0,0 0 0,0-1 0,-3 0 0,-1-1 0,1 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 24575,'0'1'0,"-2"3"0,-1 3 0,-1 3 0,0 2 0,0 1 0,2 1 0,0 3 0,1-1 0,1 0 0,-1-2 0,2-3-8191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24575,'5'2'0,"-1"-1"0,1 1 0,-1 1 0,0-1 0,1 0 0,-1 1 0,-1 0 0,6 4 0,4 3 0,-11-9-28,68 40 180,-63-38-338,0 0-1,1 0 1,-1 0 0,1-1 0,0 0 0,0-1 0,15 2 0,-12-3-6640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0 24575,'0'2'0,"-2"1"0,-2 1 0,-3 2 0,1 1 0,-1 3 0,-3 1 0,-2 4 0,0 3 0,0-1 0,0-2 0,3-3 0,0-1 0,0-2 0,0-2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24575,'0'2'0,"0"2"0,0 6 0,0 5 0,0 2 0,0 3 0,0 0 0,0-2 0,0 1 0,0-3 0,-1-1 0,-2-3-8191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1 24575,'-2'1'0,"-2"2"0,-4 5 0,-3 4 0,1 3 0,0 0 0,2-1 0,1 2 0,0-1 0,1-1 0,1-1 0,2-3-8191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24575,'2'0'0,"1"1"0,-1-1 0,1 1 0,-1-1 0,1 1 0,-1 0 0,1 0 0,-1 0 0,1 0 0,-1 0 0,0 1 0,0-1 0,0 1 0,0-1 0,0 1 0,0 0 0,0 0 0,2 2 0,28 47 0,-27-42 0,0 0 0,0-1 0,13 15 0,-5-12-51,-11-10-9,0-1 0,0 1 1,-1 0-1,1 0 0,-1 1 1,1-1-1,-1 0 0,1 0 0,-1 1 1,0-1-1,1 1 0,-1-1 0,0 1 1,0 0-1,0-1 0,0 1 1,-1 0-1,1-1 0,0 1 0,-1 0 1,1 3-1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 24575,'0'-2'0,"2"0"0,2-1 0,3 2 0,1-3 0,2 1 0,0 0 0,1 1 0,0 1 0,0 0 0,0 1 0,-2-2 0,0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24575,'32'-3'0,"-27"2"0,0 0 0,0 1 0,1 0 0,-1-1 0,0 2 0,1-1 0,8 2 0,-12-1 0,-1 0 0,1 0 0,-1 0 0,1 0 0,-1 0 0,1 0 0,-1 0 0,0 0 0,1 1 0,-1-1 0,0 0 0,0 1 0,0-1 0,0 1 0,0-1 0,0 1 0,-1 0 0,1-1 0,0 1 0,-1 0 0,0 0 0,1-1 0,-1 1 0,0 0 0,0 0 0,0 0 0,0 3 0,0-1 0,0 0 0,-1 0 0,0 0 0,1 1 0,-1-1 0,-1 0 0,1 0 0,-1 0 0,1-1 0,-1 1 0,0 0 0,0-1 0,-1 1 0,-4 4 0,-13 26 0,20-34 0,0 1 0,0-1 0,-1 1 0,1-1 0,0 1 0,0-1 0,0 1 0,0-1 0,-1 1 0,1-1 0,0 1 0,0-1 0,0 1 0,0-1 0,1 1 0,-1 0 0,0-1 0,0 1 0,0-1 0,0 1 0,0-1 0,1 1 0,-1-1 0,0 0 0,0 1 0,1-1 0,-1 1 0,0-1 0,1 1 0,-1-1 0,0 0 0,1 1 0,-1-1 0,1 1 0,21 3 0,24-11 0,-21-1-1365,-15 4-5461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24575,'0'0'0,"1"0"0,0 0 0,0 1 0,0-1 0,0 0 0,-1 1 0,1-1 0,0 0 0,0 1 0,0-1 0,-1 1 0,1-1 0,0 1 0,-1 0 0,1-1 0,0 1 0,-1 0 0,1-1 0,-1 1 0,1 0 0,-1 0 0,0-1 0,1 1 0,-1 0 0,0 0 0,1 0 0,-1 0 0,0-1 0,0 1 0,0 1 0,4 36 0,-1-13 0,-3-24 0,0 0 0,0 0 0,0 0 0,1-1 0,-1 1 0,0 0 0,1 0 0,-1-1 0,1 1 0,-1 0 0,1-1 0,-1 1 0,1 0 0,-1-1 0,1 1 0,0-1 0,-1 1 0,1-1 0,0 1 0,-1-1 0,1 0 0,0 1 0,0-1 0,-1 0 0,1 1 0,0-1 0,0 0 0,0 0 0,-1 0 0,1 0 0,0 0 0,0 0 0,0 0 0,-1 0 0,1 0 0,0 0 0,0 0 0,0 0 0,0-1 0,-1 1 0,2-1 0,0 0 0,-1 1 0,1-1 0,-1 0 0,1 0 0,-1 0 0,0-1 0,1 1 0,-1 0 0,0 0 0,0-1 0,0 1 0,0-1 0,0 1 0,0-1 0,0 1 0,-1-1 0,1 0 0,0-2 0,0 0 0,-1-1 0,1 1 0,0 0 0,0 0 0,1 0 0,-1 0 0,1 0 0,0 0 0,0 0 0,0 1 0,0-1 0,1 1 0,0-1 0,-1 1 0,1 0 0,0 0 0,4-3 0,-6 6 0,-1 0 0,0-1 0,1 1 0,-1 0 0,0 0 0,1 0 0,-1 0 0,0-1 0,0 1 0,1 0 0,-1 0 0,1 0 0,-1 0 0,0 0 0,1 0 0,-1 0 0,0 0 0,1 0 0,-1 0 0,0 0 0,1 0 0,-1 0 0,0 0 0,1 0 0,-1 1 0,0-1 0,1 0 0,-1 0 0,0 0 0,1 0 0,-1 1 0,0-1 0,1 1 0,6 13 0,-1 17 0,4 140-1365,-9-162-5461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24575,'0'2'0,"3"0"0,4 0 0,3-2 0,3-1 0,-2 0-8191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24575,'-1'0'0,"0"1"0,0 0 0,0 0 0,0 0 0,0-1 0,1 1 0,-1 0 0,0 0 0,1 0 0,-1 0 0,1 1 0,-1-1 0,1 0 0,-1 0 0,1 0 0,0 0 0,0 0 0,-1 1 0,1-1 0,0 0 0,0 0 0,0 0 0,0 0 0,1 1 0,-1-1 0,0 0 0,0 0 0,1 0 0,-1 0 0,0 1 0,1-1 0,0 0 0,0 1 0,1 0 0,-1-1 0,0 1 0,1-1 0,0 1 0,-1-1 0,1 0 0,0 0 0,0 0 0,-1 0 0,1 0 0,0-1 0,0 1 0,0 0 0,0-1 0,0 1 0,0-1 0,0 0 0,3 0 0,-4 0 0,1 0 0,-1 0 0,1 1 0,-1-1 0,1 0 0,-1 0 0,1 1 0,-1-1 0,1 1 0,-1 0 0,0-1 0,1 1 0,-1 0 0,0 0 0,1 0 0,-1-1 0,0 1 0,0 1 0,0-1 0,0 0 0,0 0 0,0 0 0,0 0 0,-1 1 0,1-1 0,0 1 0,-1-1 0,1 0 0,0 1 0,-1-1 0,1 2 0,-1 2 0,1-1 0,-1 1 0,0-1 0,0 1 0,0-1 0,0 0 0,-1 1 0,0-1 0,0 1 0,-1 4 0,0-7 0,1 1 0,-1-1 0,1 0 0,-1 0 0,0 0 0,1 1 0,-1-2 0,0 1 0,-1 0 0,1 0 0,0-1 0,0 1 0,-1-1 0,1 0 0,-3 2 0,3-3 0,1 1 0,0 0 0,-1-1 0,1 1 0,-1-1 0,1 1 0,-1-1 0,1 1 0,-1-1 0,1 0 0,-1 0 0,0 0 0,1 0 0,-1 0 0,1 0 0,-1-1 0,1 1 0,-1 0 0,1-1 0,-1 1 0,1-1 0,-1 1 0,1-1 0,0 0 0,-1 0 0,1 0 0,-2-1 0,3 1-54,-1 1-1,1-1 0,0 0 1,0 1-1,-1-1 1,1 1-1,0-1 0,0 0 1,0 0-1,0 1 1,0-1-1,0 0 0,0 1 1,0-1-1,0 0 0,0 1 1,0-1-1,1 0 1,-1 1-1,0-1 0,0 1 1,1-1-1,-1 0 1,1 0-1,4-10-6771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0 24575,'-2'0'0,"-1"0"0,0 0 0,0 1 0,0-1 0,0 0 0,0 1 0,1 0 0,-1 0 0,0 0 0,0 0 0,1 0 0,-1 1 0,1-1 0,-1 1 0,1-1 0,0 1 0,-1 0 0,1 0 0,-3 3 0,3-1 0,-1 0 0,1 1 0,0-1 0,0 0 0,0 1 0,1-1 0,-1 1 0,1-1 0,0 1 0,0 0 0,1 7 0,-1-5 0,1 0 0,0 0 0,0 1 0,1-1 0,0 0 0,3 11 0,-4-16 0,1-1 0,-1 0 0,1 1 0,-1-1 0,1 1 0,0-1 0,0 0 0,-1 0 0,1 0 0,0 1 0,0-1 0,0 0 0,0 0 0,0 0 0,1 0 0,-1 0 0,0-1 0,0 1 0,0 0 0,1-1 0,-1 1 0,1 0 0,-1-1 0,0 0 0,1 1 0,-1-1 0,1 0 0,-1 0 0,1 0 0,-1 1 0,1-2 0,-1 1 0,0 0 0,1 0 0,-1 0 0,1-1 0,-1 1 0,3-2 0,-3 2 0,0 0 0,0 0 0,0-1 0,0 1 0,0 0 0,1-1 0,-1 1 0,0-1 0,-1 1 0,1-1 0,0 0 0,0 1 0,0-1 0,0 0 0,0 0 0,-1 0 0,1 1 0,0-1 0,-1 0 0,1 0 0,-1 0 0,1 0 0,-1 0 0,1 0 0,-1 0 0,0 0 0,1-1 0,-1 1 0,0 0 0,0 0 0,0 0 0,0 0 0,0 0 0,0 0 0,0-1 0,0 1 0,-1-2 0,1 2 0,-1-1 0,0 0 0,0 0 0,0 0 0,0 0 0,0 1 0,-1-1 0,1 0 0,0 1 0,-1-1 0,1 1 0,-1 0 0,0-1 0,1 1 0,-1 0 0,0 0 0,0 0 0,0 0 0,-2-1 0,-21-6-1365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24575,'6'-2'0,"0"1"0,0 0 0,0-1 0,-1 0 0,10-5 0,3-1 0,-6 3 0,25-9 0,-36 14 0,-1 0 0,1 0 0,0 0 0,-1 0 0,1 0 0,0 0 0,0 0 0,-1 0 0,1 0 0,0 0 0,-1 0 0,1 0 0,0 0 0,-1 1 0,1-1 0,0 0 0,-1 0 0,1 1 0,-1-1 0,1 1 0,-1-1 0,1 0 0,-1 1 0,1-1 0,-1 1 0,1-1 0,-1 1 0,1 0 0,-1-1 0,0 1 0,1-1 0,-1 1 0,0 0 0,1-1 0,-1 1 0,0 0 0,0-1 0,0 1 0,0 0 0,0-1 0,0 1 0,0 0 0,0-1 0,0 1 0,0 1 0,-2 21 0,-1-1 0,-1 0 0,-10 34 0,-3 12 0,1 4-1365,11-58-5461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 24575,'0'-2'0,"0"-2"0,0-3 0,2 1 0,2-3 0,4 0 0,3 0 0,1 2 0,2-1 0,1 2 0,-1 0 0,1-1 0,0-1 0,-1 1 0,-1 0 0,-1 1 0,-3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0 24575,'-15'24'0,"11"-6"0,1 0 0,0 0 0,1 19 0,-1-7 0,7 1 0,-4-30 0,-1-1 0,1 1 0,0-1 0,0 0 0,0 1 0,0-1 0,0 1 0,0-1 0,1 0 0,-1 1 0,0-1 0,0 1 0,0-1 0,0 0 0,0 1 0,1-1 0,-1 0 0,0 1 0,0-1 0,1 0 0,-1 1 0,0-1 0,0 0 0,1 1 0,-1-1 0,0 0 0,1 0 0,-1 1 0,0-1 0,1 0 0,-1 0 0,1 0 0,-1 0 0,0 1 0,1-1 0,-1 0 0,1 0 0,-1 0 0,0 0 0,1 0 0,-1 0 0,1 0 0,-1 0 0,0 0 0,1 0 0,-1 0 0,1 0 0,-1-1 0,0 1 0,1 0 0,-1 0 0,1 0 0,-1-1 0,0 1 0,1 0 0,-1 0 0,0-1 0,0 1 0,1 0 0,-1 0 0,0-1 0,1 1 0,-1 0 0,0-1 0,0 1 0,0 0 0,1-1 0,-1 1 0,0-1 0,2-2-91,-1 0 0,0 0 0,0 0 0,0 0 0,0 0 0,0 0 0,-1 0 0,1 0 0,-1 0 0,0-1 0,0 1 0,0 0 0,0 0 0,-2-6 0,0-1-6735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24575,'0'-1'0,"1"0"0,-1 0 0,0 0 0,0 0 0,1 1 0,-1-1 0,1 0 0,-1 0 0,1 0 0,-1 1 0,1-1 0,-1 0 0,1 0 0,0 1 0,-1-1 0,1 1 0,0-1 0,0 0 0,-1 1 0,1-1 0,0 1 0,0 0 0,0-1 0,0 1 0,0 0 0,-1-1 0,1 1 0,2 0 0,32-5 0,-23 4 0,-10 1 0,-1-1 0,0 1 0,1 0 0,-1 0 0,1 0 0,-1 0 0,0 0 0,1 0 0,-1 0 0,1 0 0,-1 0 0,0 1 0,1-1 0,-1 1 0,0-1 0,1 1 0,-1-1 0,0 1 0,0 0 0,0-1 0,2 2 0,-2 0 0,0 0 0,0 0 0,0 0 0,0 0 0,0 0 0,0 0 0,-1 0 0,1 0 0,-1 0 0,0 0 0,1 0 0,-1 0 0,0 1 0,0 1 0,-2 27 0,0 0 0,-2 0 0,-1 0 0,-14 46 0,14-66-1365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24575,'0'-2'0,"0"-2"0,2-1 0,2 1 0,6 1 0,3 1 0,2-2 0,2 0 0,2-3 0,-2-1 0,0 0 0,0 2 0,-4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14 116 24575,'4'0'0,"0"-1"0,0 0 0,0 0 0,0-1 0,0 1 0,0-1 0,-1 0 0,1 0 0,-1 0 0,1 0 0,-1-1 0,0 1 0,0-1 0,0 0 0,0 0 0,0 0 0,3-4 0,-5 6 0,0-1 0,0 1 0,1-1 0,-1 0 0,0 1 0,0-1 0,0 0 0,-1 1 0,1-1 0,0 0 0,-1 0 0,1 0 0,-1 0 0,0 1 0,1-1 0,-1 0 0,0 0 0,0 0 0,0 0 0,0 0 0,-1 0 0,1 0 0,0 0 0,-1 0 0,0 1 0,1-1 0,-1 0 0,0 0 0,0 1 0,0-1 0,0 0 0,0 1 0,0-1 0,0 1 0,-1-1 0,1 1 0,0 0 0,-3-2 0,3 2 4,-1 0-1,1 0 1,-1 0-1,0 1 1,1-1-1,-1 0 1,0 1-1,0-1 1,0 1-1,1 0 1,-1 0 0,0-1-1,0 1 1,0 0-1,0 1 1,0-1-1,1 0 1,-1 0-1,0 1 1,0-1-1,0 1 1,1 0-1,-1-1 1,0 1-1,1 0 1,-1 0-1,0 0 1,1 0-1,-1 0 1,1 1-1,0-1 1,-1 0-1,-1 3 1,2-3-57,-1 1 0,1 0 0,0 0 0,0 0 0,-1 0 0,1 0 0,0 0 0,0 0 0,1 0 0,-1 0 0,0 0 0,1 1 0,0-1-1,-1 0 1,1 1 0,0-1 0,0 0 0,0 0 0,0 1 0,1-1 0,-1 0 0,0 0 0,1 1 0,0-1 0,-1 0 0,1 0 0,2 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29 24575,'-11'50'0,"10"-36"0,1-7 0,-1 0 0,1 0 0,0 1 0,2 12 0,-2-19 0,0 1 0,1-1 0,-1 0 0,0 0 0,1 1 0,0-1 0,-1 0 0,1 0 0,0 0 0,-1 1 0,1-1 0,0 0 0,0 0 0,0 0 0,0 0 0,0-1 0,0 1 0,0 0 0,0 0 0,0 0 0,0-1 0,1 1 0,-1-1 0,0 1 0,0-1 0,1 1 0,-1-1 0,0 0 0,1 0 0,-1 0 0,2 0 0,1 1 0,0-1 0,1 0 0,-1 0 0,0 0 0,0 0 0,0-1 0,1 0 0,-1 0 0,0 0 0,0 0 0,6-3 0,-8 2 0,-1 1 0,1-1 0,0 0 0,-1 1 0,1-1 0,-1 0 0,1 0 0,-1 0 0,0 0 0,0 0 0,0-1 0,0 1 0,0 0 0,0 0 0,-1-1 0,1 1 0,-1 0 0,0-1 0,0 1 0,1 0 0,-2-5 0,2-1 20,-1 0 0,-1 0 0,1-1 0,-2 1 0,-2-11 0,3 16-107,0 0-1,0 0 1,0 0 0,-1 0-1,0 0 1,1 0 0,-1 1-1,0-1 1,0 1-1,-1-1 1,1 1 0,0 0-1,-1 0 1,1 0 0,-1 0-1,-5-3 1,-1 1-6739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24575,'-3'0'0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24575,'2'-3'0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3:10.4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09.7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1 578 24575,'1'-7'0,"0"-1"0,0 0 0,1 1 0,1 0 0,4-12 0,4-13 0,13-54 0,-12 49 0,-1-1 0,-2 0 0,-2 0 0,-2-1 0,1-45 0,-8 47 0,1 26 0,0 0 0,0-1 0,1 1 0,1-1 0,0 1 0,3-12 0,-1 22 0,2 8 0,3 13 0,-7-17 0,113 298 0,-113-299 0,-1 0 0,1 0 0,0 0 0,-1 0 0,1-1 0,0 1 0,0 0 0,0 0 0,1-1 0,-1 1 0,0-1 0,1 1 0,-1-1 0,1 1 0,-1-1 0,1 0 0,2 2 0,-3-3 0,0 0 0,1 0 0,-1-1 0,1 1 0,-1 0 0,0 0 0,1-1 0,-1 1 0,0 0 0,1-1 0,-1 0 0,0 1 0,1-1 0,-1 0 0,0 0 0,0 1 0,0-1 0,0 0 0,0 0 0,0 0 0,0 0 0,0-1 0,0 1 0,1-2 0,38-52 0,66-117 0,-81 127 0,-14 24 0,13-18 0,-24 39 0,1-1 0,-1 1 0,0 0 0,0 0 0,0 0 0,1-1 0,-1 1 0,0 0 0,0 0 0,1 0 0,-1 0 0,0-1 0,0 1 0,1 0 0,-1 0 0,0 0 0,0 0 0,1 0 0,-1 0 0,0 0 0,1 0 0,-1 0 0,0 0 0,1 0 0,-1 0 0,0 0 0,0 0 0,1 0 0,-1 0 0,0 0 0,0 0 0,1 1 0,-1-1 0,0 0 0,1 0 0,-1 0 0,8 13 0,3 19 0,-11-30 0,52 309 0,-32-162 0,-12-108-1365,0-13-5461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11.3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131 44 24575,'-23'-4'0,"21"3"0,0 0 0,0 1 0,-1-1 0,1 1 0,0 0 0,0-1 0,-1 1 0,1 0 0,0 0 0,0 1 0,-1-1 0,1 0 0,0 1 0,-4 1 0,2 0 0,-1 1 0,1 0 0,0 0 0,0 0 0,0 1 0,0 0 0,1-1 0,-1 1 0,1 0 0,0 1 0,0-1 0,0 0 0,1 1 0,0 0 0,0-1 0,0 1 0,0 0 0,1 0 0,0 0 0,-1 6 0,-1 7 0,0 0 0,2 0 0,0 0 0,2 27 0,-1-43 0,0 0 0,0-1 0,0 1 0,1 0 0,-1-1 0,1 1 0,-1 0 0,1-1 0,-1 1 0,1-1 0,0 1 0,0-1 0,0 1 0,0-1 0,0 0 0,1 2 0,-1-2 0,0 0 0,0-1 0,0 1 0,0-1 0,0 1 0,0-1 0,0 0 0,0 1 0,0-1 0,0 0 0,0 0 0,0 0 0,0 1 0,0-1 0,1 0 0,-1-1 0,0 1 0,0 0 0,1 0 0,1-1 0,0 0 0,0 0 0,-1-1 0,1 1 0,-1 0 0,1-1 0,-1 0 0,0 1 0,0-1 0,1 0 0,-1 0 0,-1 0 0,1-1 0,0 1 0,0 0 0,-1-1 0,3-4 0,25-93 0,-29 100 0,0-1 0,1 1 0,-1-1 0,0 1 0,0-1 0,1 1 0,-1-1 0,0 1 0,1 0 0,-1-1 0,1 1 0,-1-1 0,1 1 0,-1 0 0,0-1 0,1 1 0,-1 0 0,1 0 0,0-1 0,-1 1 0,1 0 0,-1 0 0,1 0 0,-1 0 0,1 0 0,-1 0 0,1 0 0,0 0 0,-1 0 0,1 0 0,-1 0 0,1 0 0,-1 0 0,1 0 0,-1 0 0,1 1 0,-1-1 0,1 0 0,-1 0 0,1 1 0,-1-1 0,1 0 0,-1 1 0,1-1 0,-1 0 0,1 1 0,-1-1 0,0 1 0,1-1 0,-1 1 0,0-1 0,1 0 0,-1 2 0,24 30 0,-20-26 0,-2-3 0,0 0 0,0 0 0,1 0 0,-1-1 0,1 1 0,-1 0 0,1-1 0,0 0 0,0 1 0,0-1 0,0 0 0,1-1 0,3 3 0,-3-4 0,-1 1 0,0-1 0,1 0 0,-1 0 0,0 0 0,1 0 0,-1 0 0,0-1 0,0 0 0,1 0 0,-1 0 0,0 0 0,0 0 0,0 0 0,4-3 0,9-5 0,-1 0 0,0-1 0,0 0 0,-1-1 0,24-25 0,-32 30 0,1-1 0,-1 0 0,-1-1 0,0 1 0,0-1 0,0 0 0,-1 0 0,0 0 0,-1-1 0,1 1 0,-2-1 0,1 0 0,0-11 0,-8 115 0,9 145 0,-3-235 0,9 65 0,-9-64 0,0 1 0,1-1 0,-1 0 0,2-1 0,-1 1 0,1 0 0,-1 0 0,7 8 0,-9-14 0,1 0 0,-1 0 0,0 1 0,1-1 0,-1 0 0,0 0 0,0 0 0,1 0 0,-1 0 0,0 0 0,1 0 0,-1 1 0,0-1 0,1 0 0,-1 0 0,0 0 0,1 0 0,-1 0 0,0-1 0,1 1 0,-1 0 0,0 0 0,0 0 0,1 0 0,-1 0 0,0 0 0,1 0 0,-1-1 0,0 1 0,0 0 0,1 0 0,-1 0 0,0-1 0,0 1 0,1 0 0,-1 0 0,0-1 0,0 1 0,0 0 0,1 0 0,-1-1 0,0 1 0,0 0 0,0-1 0,0 1 0,0 0 0,0-1 0,0 1 0,0 0 0,0 0 0,0-1 0,0 1 0,0 0 0,0-1 0,0 1 0,0-1 0,5-22 0,4-86-1365,-6 68-5461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12.5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 24575,'5'-5'0,"1"1"0,0 0 0,0 1 0,0-1 0,0 1 0,1 0 0,-1 0 0,1 1 0,-1 0 0,1 0 0,12-1 0,7 0 0,45 0 0,-69 3 0,3 0 0,0 0 0,0 0 0,1 0 0,-1 0 0,0 1 0,0 0 0,10 3 0,-14-2 0,1-1 0,-1 0 0,1 0 0,-1 1 0,1-1 0,-1 1 0,0-1 0,0 1 0,0-1 0,0 1 0,0 0 0,0 0 0,0-1 0,-1 1 0,1 0 0,0 0 0,-1 0 0,0 0 0,1 0 0,-1 0 0,0 0 0,0 0 0,-1 3 0,2-1 4,-1 0 0,0 0 0,0 0 0,-1 0 0,1 0-1,-1 0 1,0 0 0,0 0 0,0-1 0,-1 1 0,1 0 0,-1-1-1,0 1 1,0-1 0,0 0 0,0 1 0,-1-1 0,1 0 0,-1 0 0,0-1-1,0 1 1,0-1 0,0 1 0,0-1 0,0 0 0,-1 0 0,1 0-1,-1-1 1,1 1 0,-8 1 0,-7 1-252,1-1 1,-1 0-1,0-2 1,1 0-1,-28-2 1,32 1-6579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14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0 24575,'-5'2'0,"0"-1"0,1 1 0,0 0 0,-1 1 0,1-1 0,0 1 0,0 0 0,0 0 0,0 0 0,1 0 0,-6 6 0,1-1 0,1-1 0,1 0 0,0 0 0,0 1 0,0 0 0,1 0 0,1 1 0,-1-1 0,1 1 0,1 0 0,-1 0 0,1 0 0,1 1 0,0-1 0,0 1 0,1-1 0,0 1 0,1-1 0,0 1 0,2 12 0,-2-20 0,1 0 0,-1 0 0,1 1 0,-1-1 0,1 0 0,0 0 0,0-1 0,0 1 0,0 0 0,0 0 0,0 0 0,1-1 0,-1 1 0,1-1 0,-1 1 0,1-1 0,-1 1 0,1-1 0,0 0 0,0 0 0,-1 0 0,1 0 0,0 0 0,0 0 0,0 0 0,0-1 0,0 1 0,0-1 0,0 1 0,1-1 0,-1 0 0,0 0 0,3 0 0,11 0 0,0 0 0,-1-1 0,24-4 0,-22 2 0,-2 2-341,0-2 0,0 0-1,23-7 1,-21 2-6485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15.2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24575,'0'0'0,"0"0"0,1 0 0,-1 0 0,0 0 0,0 0 0,1 0 0,-1 0 0,0 0 0,0 0 0,0 0 0,1-1 0,-1 1 0,0 0 0,0 1 0,1-1 0,-1 0 0,0 0 0,0 0 0,1 0 0,-1 0 0,0 0 0,0 0 0,1 0 0,-1 0 0,0 0 0,0 1 0,0-1 0,1 0 0,-1 0 0,0 0 0,0 0 0,0 1 0,0-1 0,0 0 0,1 0 0,-1 0 0,0 1 0,0-1 0,0 0 0,0 0 0,0 0 0,0 1 0,0-1 0,0 0 0,0 0 0,0 1 0,0-1 0,0 0 0,0 0 0,0 1 0,0-1 0,0 0 0,0 0 0,0 1 0,3 15 0,2 321 0,-7-187 0,2-142 0,1-5 0,-1 0 0,0 0 0,0 0 0,0 0 0,-1 0 0,1 0 0,-1 0 0,1 0 0,-1 0 0,0 0 0,-1 2 0,-6-36 0,7 14 0,1 0 0,0 0 0,2 0 0,0-1 0,0 1 0,8-22 0,-9 34 0,0 1 0,1 0 0,0 0 0,0 0 0,0 0 0,1 1 0,-1-1 0,1 0 0,0 1 0,0 0 0,0 0 0,0 0 0,4-3 0,-4 4 0,1 1 0,-1-1 0,0 1 0,0 0 0,1 0 0,-1 0 0,0 0 0,1 1 0,-1-1 0,1 1 0,-1 0 0,1 0 0,-1 0 0,1 1 0,-1-1 0,1 1 0,-1 0 0,0 0 0,4 2 0,-4-3 0,0 2 0,-1-1 0,1 0 0,-1 0 0,1 1 0,-1 0 0,1-1 0,-1 1 0,0 0 0,0 0 0,0 0 0,0 0 0,-1 1 0,1-1 0,0 0 0,-1 1 0,2 3 0,1 4 0,0 1 0,-1-1 0,2 16 0,-4-20 0,0 0 0,0 0 0,0 0 0,1-1 0,0 1 0,0 0 0,0-1 0,0 0 0,1 1 0,0-1 0,0 0 0,1 0 0,5 6 0,-6-9-97,1-1-1,0 1 1,0 0-1,0-1 1,0 0-1,0 0 1,0 0-1,0 0 1,0-1-1,0 1 1,0-1-1,0 0 0,7-1 1,3 0-6729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17.4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66 24575,'-4'0'0,"0"0"0,-1 0 0,1 0 0,0 1 0,-1-1 0,1 1 0,0 0 0,0 1 0,-6 1 0,8-1 0,0-1 0,0 1 0,0 0 0,0-1 0,0 1 0,1 0 0,-1 0 0,1 0 0,-1 0 0,1 1 0,0-1 0,0 0 0,0 1 0,0-1 0,0 0 0,1 1 0,-2 3 0,-10 63 0,11-64 0,1 1 0,0-1 0,0 0 0,0 0 0,0 0 0,1 1 0,0-1 0,0 0 0,0 0 0,1 0 0,2 6 0,-3-10 0,-1 0 0,0 0 0,1 0 0,-1-1 0,1 1 0,-1 0 0,1 0 0,0 0 0,-1 0 0,1-1 0,0 1 0,0 0 0,-1-1 0,1 1 0,0-1 0,0 1 0,0-1 0,0 1 0,0-1 0,0 1 0,0-1 0,0 0 0,0 0 0,0 1 0,0-1 0,0 0 0,0 0 0,0 0 0,0 0 0,0 0 0,0 0 0,0 0 0,0-1 0,0 1 0,0 0 0,0-1 0,0 1 0,0 0 0,0-1 0,-1 1 0,1-1 0,2-1 0,-1 0 0,1 0 0,-1-1 0,1 1 0,-1-1 0,0 0 0,0 0 0,0 1 0,0-2 0,0 1 0,-1 0 0,2-4 0,6-38 0,-4 20 0,-3 20 0,-1 6 0,0 2 0,-1 1 0,1-1 0,0 1 0,0-1 0,0 0 0,0 1 0,0-1 0,1 0 0,-1 0 0,1 0 0,0 0 0,0 0 0,0 0 0,1 0 0,-1-1 0,1 1 0,-1-1 0,1 0 0,0 0 0,0 0 0,0 0 0,0 0 0,0 0 0,0-1 0,0 0 0,1 1 0,-1-1 0,1 0 0,-1-1 0,1 1 0,-1-1 0,1 1 0,-1-1 0,1 0 0,-1-1 0,5 1 0,2-1 0,0 1 0,1-1 0,-1 0 0,0-1 0,0 0 0,0-1 0,17-7 0,-23 8 0,1-1 0,-1 1 0,0-1 0,0-1 0,0 1 0,0 0 0,0-1 0,-1 0 0,0 0 0,0 0 0,0 0 0,0 0 0,0-1 0,-1 1 0,0-1 0,0 0 0,2-8 0,8-42 0,-12 53 0,1 0 0,-1 0 0,0 0 0,0 0 0,0 0 0,0 0 0,0 0 0,0 0 0,-1 0 0,1 0 0,0 0 0,-1 0 0,0 0 0,0 0 0,1 0 0,-1 0 0,0 1 0,0-1 0,-1 0 0,1 1 0,0-1 0,0 1 0,-1-1 0,-2-1 0,4 3 0,0-1 0,0 1 0,0 0 0,0 0 0,-1-1 0,1 1 0,0 0 0,0 0 0,-1 0 0,1 0 0,0 0 0,0-1 0,-1 1 0,1 0 0,0 0 0,0 0 0,-1 0 0,1 0 0,0 0 0,-1 0 0,1 0 0,0 0 0,-1 0 0,1 0 0,0 0 0,0 0 0,-1 0 0,1 0 0,0 0 0,0 0 0,-1 0 0,1 1 0,0-1 0,-1 0 0,1 0 0,0 0 0,0 0 0,0 0 0,-1 1 0,1-1 0,0 0 0,0 0 0,0 1 0,-1-1 0,1 0 0,0 0 0,0 1 0,0-1 0,0 0 0,0 0 0,0 1 0,-1-1 0,1 0 0,0 0 0,0 1 0,0-1 0,0 1 0,0 0 0,1-1 0,-1 1 0,0 0 0,0 0 0,1 0 0,-1-1 0,1 1 0,-1 0 0,1 0 0,-1-1 0,1 1 0,-1 0 0,1-1 0,-1 1 0,1-1 0,0 1 0,-1 0 0,1-1 0,0 0 0,0 1 0,-1-1 0,2 1 0,3 0 0,-1 0 0,1 0 0,-1 0 0,1 0 0,-1-1 0,1 0 0,0 0 0,-1 0 0,1 0 0,0-1 0,-1 0 0,1 0 0,-1 0 0,8-4 0,3-1 0,0-1 0,24-17 0,-38 23 0,-1 1 0,1 0 0,-1-1 0,1 1 0,-1 0 0,1-1 0,0 1 0,-1 0 0,1 0 0,0-1 0,-1 1 0,1 0 0,0 0 0,-1 0 0,1 0 0,0 0 0,-1 0 0,1 0 0,0 0 0,-1 0 0,1 0 0,0 1 0,-1-1 0,1 0 0,-1 0 0,1 1 0,0-1 0,0 1 0,1 0 0,-1 0 0,0 1 0,0-1 0,0 1 0,0-1 0,0 1 0,0-1 0,-1 1 0,1-1 0,0 1 0,0 2 0,7 47 0,-8-49 0,1 71-1365,-1-53-5461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18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0 24575,'-2'46'0,"-3"1"0,-10 47 0,7-56 0,3-1 0,0 1 0,2 74 0,3-110 2,1 1 1,-1-1-1,0 1 0,1-1 0,-1 0 0,1 1 0,0-1 0,0 0 1,0 0-1,0 0 0,0 1 0,0-1 0,1 0 0,-1 0 0,1-1 1,-1 1-1,1 0 0,0 0 0,-1-1 0,1 1 0,0-1 1,0 0-1,0 1 0,1-1 0,-1 0 0,0 0 0,0 0 0,0-1 1,4 2-1,6 0-73,-1-1 0,1 0 0,-1-1 0,1 0 1,12-2-1,6 0-934,-18 2-5821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19.0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24575,'3'0'0,"2"0"0,4 0 0,2 0 0,2 0 0,1 0 0,-2 0-8191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0.3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24575,'9'123'0,"-5"-87"0,-4-33 0,0 0 0,1 1 0,-1-1 0,1 0 0,0 1 0,0-1 0,0 0 0,1 0 0,-1 0 0,3 3 0,-4-5 0,0-1 0,0 0 0,0 0 0,1 0 0,-1 1 0,0-1 0,0 0 0,1 0 0,-1 0 0,0 0 0,0 1 0,1-1 0,-1 0 0,0 0 0,0 0 0,1 0 0,-1 0 0,0 0 0,1 0 0,-1 0 0,0 0 0,1 0 0,-1 0 0,0 0 0,0 0 0,1 0 0,-1 0 0,0 0 0,1 0 0,-1 0 0,0 0 0,0 0 0,1-1 0,-1 1 0,0 0 0,1 0 0,11-21 0,-9 10 0,16-37 0,-19 46 0,1 1 0,0-1 0,0 0 0,-1 1 0,1-1 0,0 1 0,0-1 0,1 1 0,-1-1 0,0 1 0,0 0 0,1-1 0,-1 1 0,1 0 0,-1 0 0,1 0 0,0 0 0,-1 0 0,1 1 0,3-2 0,-4 2 0,0 1 0,1-1 0,-1 1 0,0-1 0,0 1 0,1-1 0,-1 1 0,0 0 0,0-1 0,0 1 0,0 0 0,0 0 0,0 0 0,0 0 0,0 0 0,0 0 0,0 0 0,0 0 0,-1 1 0,1-1 0,0 0 0,0 2 0,13 34 0,-12-32 0,7 24 0,-5-13 0,1-1 0,12 26 0,-15-37 0,0 0 0,1 0 0,-1-1 0,1 1 0,0 0 0,0-1 0,0 0 0,1 0 0,-1 0 0,1 0 0,0 0 0,-1-1 0,1 0 0,6 3 0,-9-4 0,0-1 0,0 0 0,0 1 0,1-1 0,-1 0 0,0 0 0,0 0 0,0 1 0,0-1 0,0-1 0,1 1 0,-1 0 0,0 0 0,0 0 0,0 0 0,0-1 0,0 1 0,1-1 0,-1 1 0,0-1 0,0 1 0,0-1 0,0 0 0,0 1 0,-1-1 0,1 0 0,0 0 0,0 1 0,0-1 0,-1 0 0,1 0 0,0 0 0,-1 0 0,1 0 0,-1 0 0,1 0 0,-1 0 0,1-1 0,-1-1 0,3-6 0,0-1 0,-1 1 0,1-19 0,-2 17 0,4-39-682,-2-63-1,-3 98-6143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0.8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24575,'0'3'0,"0"2"0,0 6 0,0 4 0,0 1 0,0 0 0,0 0 0,0 0 0,-3-1 0,0-2-8191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1.2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24575,'0'3'0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1.9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24575,'1'0'0,"0"0"0,1 1 0,-1-1 0,0 1 0,1-1 0,-1 1 0,0 0 0,0-1 0,1 1 0,-1 0 0,0 0 0,0 0 0,0 0 0,0 0 0,0 0 0,0 0 0,-1 0 0,1 0 0,0 1 0,0-1 0,-1 0 0,1 0 0,-1 1 0,1-1 0,-1 0 0,0 1 0,1-1 0,-1 1 0,0-1 0,0 3 0,3 52 0,-3-44 0,-2 94 0,3 58 0,-1-158 0,1 0 0,0 1 0,0-1 0,0 0 0,1 0 0,-1 0 0,1 0 0,1-1 0,5 11 0,-6-13 0,0-1 0,0 0 0,0 0 0,0 0 0,1 0 0,-1 0 0,1 0 0,-1-1 0,1 1 0,0-1 0,0 0 0,-1 1 0,1-1 0,0-1 0,0 1 0,0 0 0,0-1 0,0 1 0,0-1 0,0 0 0,5 0 0,64-3-1365,-59 3-5461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2.5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69 24575,'4'0'0,"8"0"0,3 0 0,1-3 0,1 0 0,0 0 0,1 0 0,-1-1 0,0-2 0,0-1 0,0-1 0,-1-2 0,-4-1 0,-2 0-8191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3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0 24575,'1'87'0,"1"-10"0,-4-1 0,-15 108 0,12-163 0,3-11 0,0 0 0,0 0 0,1 0 0,0 0 0,0 0 0,2 19 0,22-55 0,-11 6 0,1 0 0,1 1 0,0 0 0,2 1 0,29-27 0,-43 43 0,-1 1 0,1-1 0,0 1 0,-1 0 0,1 0 0,0 0 0,0 0 0,0 0 0,0 0 0,0 0 0,0 0 0,0 1 0,0-1 0,0 1 0,1 0 0,-1 0 0,0 0 0,0 0 0,0 0 0,0 0 0,0 0 0,1 0 0,1 2 0,-2-1 0,0 0 0,0 1 0,0-1 0,0 1 0,-1-1 0,1 1 0,-1 0 0,1-1 0,-1 1 0,1 0 0,-1 0 0,0 0 0,0 0 0,0 0 0,0 1 0,-1-1 0,1 0 0,0 0 0,-1 0 0,1 5 0,5 44 0,-4-31 0,0 0 0,1 0 0,1-1 0,1 1 0,12 29 0,-16-48 5,-1 1 0,1-1 0,0 1 0,0-1 0,0 0 0,0 1 0,0-1 0,0 0 0,1 1 0,-1-1 0,0 0 0,1 0 0,-1 0 0,0 0 0,1 0 0,-1-1 0,1 1-1,0 0 1,-1-1 0,1 1 0,0-1 0,-1 1 0,3-1 0,0 0-140,-1 0 0,0 0 0,1-1 0,-1 0 1,0 1-1,0-1 0,1 0 0,-1 0 0,0-1 0,5-2 0,13-9-6691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5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15 24575,'-1'-2'0,"0"1"0,0 0 0,0 0 0,0 0 0,0 0 0,0 0 0,0 0 0,-1 0 0,1 1 0,0-1 0,-1 0 0,1 1 0,-1-1 0,1 1 0,0-1 0,-1 1 0,1 0 0,-1 0 0,1-1 0,-1 1 0,1 0 0,-1 0 0,1 1 0,-1-1 0,1 0 0,-1 0 0,1 1 0,-1-1 0,1 1 0,-1-1 0,1 1 0,0 0 0,-1-1 0,1 1 0,0 0 0,0 0 0,-1 0 0,1 0 0,0 0 0,0 0 0,0 0 0,0 0 0,-1 2 0,-1 2 0,0 0 0,0 0 0,0 0 0,0 0 0,1 1 0,0-1 0,0 1 0,0 0 0,-1 10 0,2-3 0,0 0 0,0 0 0,1 0 0,1 0 0,0 0 0,1 0 0,5 17 0,-6-25 0,1-1 0,0 1 0,0 0 0,0 0 0,1-1 0,0 1 0,0-1 0,0 0 0,0 0 0,1 0 0,-1 0 0,1-1 0,0 1 0,0-1 0,0 0 0,1 0 0,-1-1 0,1 1 0,0-1 0,-1 0 0,7 2 0,10 1-151,0 0-1,0-2 0,0 0 0,1-1 1,-1-1-1,0-2 0,1 0 1,23-4-1,-30 1-6674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6.1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1 115 24575,'0'24'0,"-1"-10"0,1 1 0,4 21 0,-4-31 0,2 0 0,-1 0 0,0 0 0,1-1 0,0 1 0,0 0 0,1-1 0,-1 0 0,1 1 0,0-1 0,4 4 0,-3-4 0,0 0 0,0-1 0,0 1 0,1-1 0,0 0 0,0 0 0,0-1 0,0 1 0,0-1 0,0 0 0,0-1 0,1 1 0,-1-1 0,11 1 0,5-1 0,0 0 0,34-4 0,-31 1 0,-21 2 0,0 0 0,-1-1 0,1 1 0,0-1 0,0 0 0,0 1 0,-1-1 0,1 0 0,0-1 0,-1 1 0,1 0 0,-1-1 0,1 1 0,-1-1 0,0 0 0,1 0 0,-1 0 0,0 0 0,2-4 0,-1 2 0,-1 0 0,-1 0 0,1 0 0,0 0 0,-1 0 0,0 0 0,0 0 0,0-1 0,0 1 0,-1-1 0,0-8 0,-1 4 0,0-1 0,0 0 0,-1 1 0,0-1 0,0 1 0,-1 0 0,-1 0 0,0 0 0,0 0 0,-1 0 0,-7-10 0,6 11 0,0 1 0,-1-1 0,1 2 0,-1-1 0,-1 1 0,1 0 0,-1 1 0,0 0 0,-1 0 0,1 0 0,-1 1 0,0 1 0,0-1 0,0 1 0,0 1 0,-1 0 0,1 0 0,-1 1 0,1 0 0,-1 1 0,-9 0 0,17 0 0,1 0 0,0 0 0,0 1 0,-1-1 0,1 0 0,0 1 0,0-1 0,-1 0 0,1 1 0,0 0 0,0-1 0,0 1 0,0 0 0,0-1 0,0 1 0,0 0 0,0 0 0,0 0 0,0 0 0,0 0 0,0 0 0,1 0 0,-1 0 0,0 0 0,0 2 0,1-1 0,-1 1 0,1-1 0,0 1 0,-1 0 0,1-1 0,0 1 0,1-1 0,-1 1 0,0 0 0,1-1 0,1 5 0,1 2 0,0-1 0,0 0 0,1 0 0,1-1 0,-1 1 0,9 10 0,-10-16-91,-1 1 0,0-1 0,0 0 0,1-1 0,-1 1 0,1 0 0,0-1 0,0 1 0,-1-1 0,1 0 0,0 0 0,0 0 0,0 0 0,4 0 0,10 1-6735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7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 24575,'-1'28'0,"0"-17"0,1 1 0,0-1 0,1 1 0,0-1 0,5 19 0,-5-27 0,0 0 0,0 0 0,1 0 0,-1 0 0,1 0 0,0-1 0,0 1 0,0 0 0,0-1 0,0 1 0,0-1 0,1 0 0,-1 0 0,1 0 0,0 0 0,0 0 0,-1-1 0,1 1 0,0-1 0,0 0 0,0 0 0,1 0 0,-1 0 0,5 0 0,-2 1 0,-1-2 0,1 1 0,-1 0 0,1-1 0,0 0 0,-1-1 0,1 1 0,0-1 0,-1 0 0,1-1 0,-1 1 0,1-1 0,-1 0 0,6-3 0,-8 3 0,1 0 0,-1-1 0,0 1 0,0-1 0,-1 1 0,1-1 0,-1 0 0,1 0 0,-1 0 0,0 0 0,0 0 0,0-1 0,0 1 0,-1-1 0,0 1 0,1-1 0,-1 0 0,0 1 0,-1-1 0,1 0 0,0-7 0,-5-65 0,4 101 0,-1-18 0,1 0 0,0-1 0,0 1 0,1 0 0,2 9 0,-3-14 0,1 0 0,-1 0 0,1 0 0,0-1 0,0 1 0,0 0 0,0 0 0,0-1 0,0 1 0,1-1 0,-1 1 0,1-1 0,-1 0 0,1 1 0,-1-1 0,1 0 0,-1 0 0,1 0 0,0 0 0,0 0 0,0 0 0,-1-1 0,1 1 0,3 0 0,-2 0-105,0 0 0,1-1 0,-1 1 0,1-1 0,0 0 0,-1 0 0,1 0 0,-1 0 0,1 0 0,-1-1 0,1 0 0,6-2 0,2-3-6721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8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20 24575,'-1'65'0,"0"-25"0,4 54 0,0-90 0,2-11 0,3-12 0,7-29 0,-11 33 0,0 1 0,1-1 0,0 1 0,1 1 0,1-1 0,0 1 0,11-15 0,-16 26 0,0 0 0,0 0 0,0 1 0,0-1 0,0 0 0,1 1 0,-1-1 0,0 1 0,1 0 0,-1-1 0,1 1 0,0 1 0,-1-1 0,1 0 0,0 1 0,0-1 0,-1 1 0,1 0 0,5 0 0,-6 0 0,0 0 0,0 1 0,0-1 0,-1 1 0,1 0 0,0-1 0,0 1 0,0 0 0,-1 0 0,1 0 0,0 0 0,-1 0 0,1 0 0,-1 1 0,0-1 0,1 0 0,-1 1 0,0-1 0,0 1 0,0 0 0,0-1 0,0 1 0,0 0 0,0 0 0,0-1 0,-1 1 0,1 0 0,0 2 0,1 11 0,-1-1 0,0 1 0,-2 20 0,0-26 0,1 1 0,-1 0 0,2-1 0,-1 1 0,1-1 0,1 1 0,0-1 0,0 1 0,1-1 0,4 10 0,-5-17-31,-1 0-1,0 0 0,1 0 0,0 0 0,-1 0 1,1-1-1,0 1 0,0-1 0,0 1 1,0-1-1,0 0 0,0 0 0,0 0 1,0 0-1,1 0 0,-1 0 0,0-1 1,1 1-1,-1-1 0,0 1 0,1-1 1,-1 0-1,0 0 0,1 0 0,-1 0 1,1-1-1,-1 1 0,0-1 0,1 1 1,-1-1-1,0 0 0,0 0 0,1 0 1,-1 0-1,0 0 0,0 0 0,0-1 1,0 1-1,0-1 0,-1 1 0,1-1 1,2-2-1,7-11-6794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9.0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1 24575,'-7'191'0,"0"9"0,7-184 0,0-11 0,-1 0 0,1 1 0,1-1 0,-1 0 0,1 1 0,2 7 0,-2-12 0,0 1 0,0 0 0,0-1 0,0 1 0,0 0 0,0-1 0,0 1 0,1-1 0,-1 0 0,0 0 0,1 1 0,-1-1 0,1 0 0,-1 0 0,1 0 0,0 0 0,0-1 0,-1 1 0,1 0 0,0-1 0,0 1 0,3-1 0,3 2 15,0 0 0,1-2 0,-1 1 0,1-1 0,0 0 0,-1 0 0,11-3 0,-17 3-54,0 0 0,0-1 0,0 1 0,0-1 0,-1 1 0,1-1-1,0 0 1,0 0 0,-1 1 0,1-1 0,0-1 0,-1 1 0,1 0 0,-1 0 0,0 0 0,1-1 0,-1 1 0,0-1-1,0 1 1,0-1 0,0 1 0,0-1 0,0 0 0,0 0 0,0 1 0,-1-1 0,1 0 0,-1 0 0,1 0 0,-1 0 0,0 0-1,0 1 1,0-1 0,0 0 0,0 0 0,0 0 0,-1-4 0,-2-6-6787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29.5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50 24575,'3'0'0,"2"0"0,6 0 0,6 0 0,2-2 0,3-4 0,2-3 0,0 1 0,-5-2 0,-2 2 0,-5 1-8191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32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 1 24575,'-2'0'0,"1"1"0,-1-1 0,0 1 0,0 0 0,1 0 0,-1 0 0,0 0 0,1 0 0,-1 0 0,1 0 0,0 0 0,-1 1 0,1-1 0,0 0 0,0 1 0,0-1 0,0 1 0,0 0 0,0-1 0,0 1 0,0 0 0,0 2 0,-15 43 0,15-46 0,-2 10 0,1 0 0,0 0 0,0 0 0,1 1 0,0-1 0,2 17 0,-1-25 0,0 0 0,1 0 0,-1 0 0,1 0 0,0 0 0,0-1 0,0 1 0,0 0 0,1 0 0,-1-1 0,1 1 0,-1-1 0,1 1 0,0-1 0,0 1 0,0-1 0,0 0 0,1 0 0,-1 0 0,1 0 0,-1-1 0,1 1 0,-1-1 0,1 1 0,0-1 0,0 0 0,0 0 0,3 1 0,16 1 0,-1 0 0,1-1 0,38-2 0,-41-1 0,0 1 0,0 1 0,0 0 0,-1 2 0,36 8 0,-52-10 0,0 0 0,0 0 0,0 0 0,0 0 0,0 1 0,-1-1 0,1 0 0,-1 1 0,1-1 0,-1 1 0,1 0 0,-1-1 0,0 1 0,0 0 0,0 0 0,0 0 0,0 0 0,0 0 0,-1 0 0,1 0 0,-1 0 0,1 0 0,-1 4 0,2 6 0,-2 0 0,0 0 0,-1 13 0,0-6 0,1 0 0,-2-1 0,0 0 0,-6 27 0,6-38 0,1-1 0,-2 1 0,1-1 0,-1 0 0,1 0 0,-2 0 0,1-1 0,-1 1 0,0-1 0,0 1 0,0-1 0,-1 0 0,-5 5 0,7-9-65,1 0 0,0 0 0,0 1 0,0-1 0,-1 0 0,1-1 0,-1 1 0,1 0 0,0-1 0,-1 1 0,1-1 0,-1 0 0,1 0 0,-1 0 0,1 0 0,-1 0 0,1-1 0,-1 1 0,1-1 0,-3 0 0,-7-3-6761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33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 72 24575,'-2'19'0,"0"-1"0,-1 1 0,-10 33 0,4-20 0,-15 50 0,14-51 0,1 1 0,-8 48 0,17-80 0,1 0 0,-1 0 0,0 0 0,0 0 0,0 0 0,0 0 0,0 0 0,0 0 0,0 0 0,0 0 0,0 0 0,0 0 0,0 0 0,1 0 0,-1 0 0,0 0 0,0 0 0,0 0 0,0 0 0,0 0 0,0 0 0,0 0 0,0 0 0,0 0 0,0 0 0,1 0 0,-1 0 0,0 0 0,0 0 0,0 0 0,0 0 0,0 0 0,0 0 0,0 0 0,0 1 0,0-1 0,0 0 0,0 0 0,0 0 0,0 0 0,1 0 0,-1 0 0,0 0 0,0 0 0,0 0 0,0 0 0,0 0 0,0 1 0,0-1 0,0 0 0,0 0 0,0 0 0,0 0 0,0 0 0,0 0 0,0 0 0,0 0 0,0 0 0,0 0 0,0 1 0,0-1 0,0 0 0,-1 0 0,10-10 0,8-17 0,157-328-940,-164 334 515,2-6-6401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34.7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 24575,'0'39'0,"-4"170"0,1-165 0,-3-2 0,-18 78 0,16-101 0,8-19 0,0 0 0,0 0 0,0 0 0,0 0 0,0 0 0,0 0 0,-1 0 0,1 0 0,0 0 0,0 0 0,0 0 0,0 0 0,0 0 0,0 0 0,-1 0 0,1 0 0,0 0 0,0 0 0,0 0 0,0 0 0,0 0 0,0 0 0,0 0 0,-1 0 0,1 0 0,0 0 0,0 0 0,0 0 0,0 0 0,0 0 0,0-1 0,0 1 0,0 0 0,-1 0 0,1 0 0,0 0 0,0 0 0,0 0 0,0 0 0,0 0 0,0-1 0,0 1 0,0 0 0,0 0 0,0 0 0,0 0 0,0 0 0,0 0 0,0-1 0,0 1 0,0 0 0,0 0 0,0 0 0,0 0 0,0 0 0,0 0 0,0 0 0,0-1 0,0 1 0,0 0 0,2-37 0,4 11 0,1 0 0,1 1 0,1 0 0,2 0 0,21-36 0,-31 58 0,1 1 0,0-1 0,0 1 0,0-1 0,0 1 0,0 0 0,0 0 0,1 0 0,-1 0 0,1 0 0,-1 0 0,1 1 0,0-1 0,0 1 0,0 0 0,5-2 0,-6 3 0,-1 0 0,1 0 0,-1 0 0,0 0 0,1 0 0,-1 0 0,1 0 0,-1 1 0,1-1 0,-1 1 0,1-1 0,-1 1 0,0-1 0,1 1 0,-1 0 0,0-1 0,0 1 0,0 0 0,1 0 0,-1 0 0,0 0 0,0 0 0,0 0 0,0 0 0,0 1 0,-1-1 0,1 0 0,0 0 0,-1 1 0,1-1 0,0 0 0,-1 1 0,0-1 0,1 1 0,-1-1 0,0 3 0,2 8 0,0 0 0,-1 0 0,0 0 0,-2 13 0,1 14 0,0-38-26,0 0 0,0 0-1,0 0 1,0 0 0,0-1 0,0 1-1,0 0 1,1 0 0,-1 0 0,0 0-1,1 0 1,-1 0 0,0 0 0,1-1-1,-1 1 1,1 0 0,0 0 0,-1-1-1,1 1 1,-1 0 0,1-1 0,0 1-1,0-1 1,-1 1 0,1 0 0,0-1-1,0 0 1,0 1 0,0-1 0,0 0-1,-1 1 1,1-1 0,0 0 0,0 0-1,0 0 1,0 1 0,0-1 0,0 0-1,0-1 1,0 1 0,0 0 0,0 0-1,0 0 1,0 0 0,-1-1 0,1 1-1,0 0 1,0-1 0,0 1 0,0-1-1,0 0 1,12-7-6800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35.2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0 24575,'0'5'0,"0"6"0,0 7 0,0 1 0,0 2 0,0 0 0,0 0 0,0-1 0,0-2 0,0-2 0,-3-3 0,0-6 0,0-7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35.6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24575,'0'2'0,"2"4"0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37.8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155 456 24575,'-2'1'0,"-1"-1"0,1 0 0,-1 1 0,0 0 0,1 0 0,-1 0 0,1 0 0,0 0 0,-1 0 0,1 1 0,0-1 0,0 1 0,0-1 0,0 1 0,0 0 0,0 0 0,0 0 0,1 0 0,-1 0 0,1 0 0,-1 1 0,1-1 0,0 0 0,0 1 0,0-1 0,0 1 0,0-1 0,0 6 0,-1-2 0,1 1 0,-1-1 0,2 1 0,-1 0 0,1-1 0,0 1 0,0 0 0,1 0 0,0-1 0,3 12 0,-4-17 0,0 0 0,0 0 0,0 0 0,0-1 0,0 1 0,0 0 0,0 0 0,1-1 0,-1 1 0,0 0 0,1-1 0,-1 1 0,0 0 0,1-1 0,-1 1 0,1 0 0,-1-1 0,1 1 0,-1-1 0,1 1 0,0-1 0,-1 1 0,1-1 0,0 1 0,-1-1 0,1 0 0,0 1 0,-1-1 0,1 0 0,0 0 0,0 1 0,-1-1 0,1 0 0,0 0 0,0 0 0,0 0 0,-1 0 0,1 0 0,0 0 0,1-1 0,1 0 0,0-1 0,-1 0 0,1 0 0,-1 0 0,1-1 0,-1 1 0,4-5 0,4-3 0,-9 10 0,-1 0 0,0 0 0,1 0 0,-1 0 0,0 0 0,1 0 0,-1 0 0,0 0 0,1 0 0,-1 0 0,0 0 0,1 0 0,-1 0 0,0 1 0,0-1 0,1 0 0,-1 0 0,0 0 0,1 1 0,-1-1 0,0 0 0,0 0 0,0 1 0,1-1 0,-1 0 0,0 0 0,0 1 0,0-1 0,0 0 0,1 1 0,-1-1 0,0 0 0,0 1 0,0-1 0,0 0 0,0 1 0,0-1 0,0 0 0,0 1 0,0-1 0,0 0 0,0 1 0,3 17 0,-3 285 0,0-300 0,0 19 0,-2 0 0,0-1 0,-1 1 0,-2-1 0,0 0 0,-1 0 0,-1 0 0,-1-1 0,-1 0 0,-12 20 0,20-38 0,0 0 0,0 0 0,-1 0 0,1-1 0,-1 1 0,1 0 0,-1-1 0,1 1 0,-1-1 0,0 0 0,1 1 0,-1-1 0,0 0 0,0 0 0,0 0 0,0 0 0,0-1 0,0 1 0,0-1 0,-1 1 0,1-1 0,0 1 0,0-1 0,0 0 0,0 0 0,-1 0 0,-1-1 0,2 0 0,-1 0 0,1 0 0,-1 0 0,1-1 0,0 1 0,0-1 0,0 1 0,0-1 0,0 0 0,0 0 0,0 0 0,0 0 0,1 0 0,-1 0 0,1 0 0,0 0 0,-1-1 0,1 1 0,0-1 0,0 1 0,0-5 0,-2-6 0,1-1 0,0 1 0,1 0 0,1-1 0,0 1 0,1-1 0,0 1 0,1 0 0,1-1 0,0 1 0,1 0 0,0 1 0,8-17 0,10-19 0,57-88 0,-72 126 0,34-53 0,2 1 0,75-80 0,-106 129 0,-2 0 0,0-1 0,0 0 0,-1-1 0,-1 0 0,-1 0 0,0-1 0,0 1 0,-2-2 0,0 1 0,4-27 0,-3-10 0,-1 0 0,-4-70 0,-1 75 0,-3 93 0,-2-1 0,-11 51 0,2-17 0,-44 204 0,57-273 0,-1-3 0,1 0 0,1 0 0,-1 0 0,1 13 0,4-18 0,4-8 0,4-9 0,5-12 0,15-21 0,-29 46 0,0-1 0,-1 1 0,1 0 0,1 0 0,-1 0 0,0 0 0,1 1 0,0-1 0,-1 1 0,6-3 0,-8 5 0,1 0 0,-1 0 0,0 0 0,0 0 0,0 0 0,0 0 0,0 0 0,0 0 0,0 0 0,0 1 0,0-1 0,0 0 0,0 1 0,0-1 0,0 1 0,0-1 0,0 1 0,0-1 0,0 1 0,0 0 0,-1-1 0,1 1 0,0 0 0,0 0 0,-1 0 0,1-1 0,0 1 0,-1 0 0,1 0 0,-1 0 0,1 0 0,-1 0 0,0 0 0,1 0 0,-1 2 0,12 40 0,-11-40 0,1 8 0,-1-4 0,0 1 0,1-1 0,0 0 0,0 0 0,6 10 0,-7-14 0,0-1 0,1-1 0,-1 1 0,1 0 0,0 0 0,-1 0 0,1-1 0,0 1 0,0-1 0,0 0 0,0 1 0,0-1 0,0 0 0,1 0 0,-1 0 0,0-1 0,0 1 0,1 0 0,-1-1 0,1 0 0,2 1 0,0-1-54,0 0-1,1-1 0,-1 1 1,0-1-1,0 0 1,0 0-1,0-1 0,0 1 1,0-1-1,-1 0 1,1-1-1,0 1 0,-1-1 1,0 0-1,1 0 0,-1 0 1,-1-1-1,1 1 1,0-1-1,-1 0 0,0 0 1,1 0-1,-2-1 1,6-8-1,4-8-6771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39.4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1 24575,'1'0'0,"0"0"0,-1 1 0,1-1 0,-1 1 0,1-1 0,0 0 0,-1 1 0,1-1 0,-1 1 0,1-1 0,-1 1 0,0 0 0,1-1 0,-1 1 0,1-1 0,-1 1 0,0 0 0,0-1 0,1 1 0,-1 0 0,0 0 0,0-1 0,0 1 0,0 0 0,0-1 0,0 2 0,3 25 0,-3-22 0,0 24 0,-2-1 0,0 0 0,-2 0 0,-1 0 0,-11 35 0,-1 8 0,15-62 0,-9 54 0,11-59 0,-1-1 0,1 1 0,0-1 0,0 0 0,0 1 0,0-1 0,1 1 0,0-1 0,-1 0 0,1 0 0,0 1 0,1-1 0,-1 0 0,0 0 0,3 4 0,-3-7 0,-1 1 0,1 0 0,-1-1 0,1 1 0,-1-1 0,1 1 0,0-1 0,-1 1 0,1-1 0,0 1 0,0-1 0,-1 0 0,1 1 0,0-1 0,0 0 0,-1 1 0,1-1 0,0 0 0,0 0 0,0 0 0,-1 0 0,1 0 0,0 0 0,0 0 0,0 0 0,0 0 0,-1 0 0,1 0 0,0-1 0,1 1 0,0-2 0,-1 1 0,1 0 0,0-1 0,-1 1 0,1-1 0,0 1 0,-1-1 0,0 0 0,1 0 0,-1 0 0,1-2 0,3-7 0,0 0 0,0 0 0,2-12 0,-5 14 0,-1 5 0,-1 1 0,1 0 0,-1 0 0,1-1 0,0 1 0,1 0 0,-1 0 0,0 0 0,1 0 0,0 1 0,-1-1 0,5-4 0,-5 8 0,0 1 0,0-1 0,0 1 0,-1 0 0,1 0 0,0-1 0,-1 1 0,1 0 0,-1 0 0,0-1 0,0 1 0,0 0 0,0 0 0,0 0 0,0 2 0,0-1 0,1 0 4,0 0 0,-1 0 0,1-1 0,1 1 0,-1 0 0,0-1 0,1 1 0,-1-1 0,1 1 0,0-1 0,0 0 0,-1 0 0,2 0 0,-1 0 0,0 0 0,0 0 0,1-1 0,-1 1 0,1-1 0,-1 1 0,1-1 0,-1 0 0,1 0 0,0 0 0,0 0 0,0-1 0,0 1 0,-1-1 0,7 1 0,-5-1-78,1 1-1,-1-1 1,1 0 0,-1 0 0,1-1-1,-1 1 1,0-1 0,1 0 0,-1 0-1,0 0 1,1-1 0,-1 1 0,0-1-1,0 0 1,0 0 0,-1 0 0,1-1-1,0 0 1,4-4 0,0-5-6752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39.9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24575,'0'2'0,"0"4"0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42.7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295 532 24575,'-3'0'0,"1"0"0,-1 1 0,1-1 0,-1 1 0,1-1 0,-1 1 0,1 0 0,0 0 0,-1 0 0,1 1 0,0-1 0,0 0 0,0 1 0,0 0 0,0-1 0,0 1 0,0 0 0,1 0 0,-1 0 0,1 0 0,-1 0 0,1 0 0,0 0 0,0 1 0,0-1 0,0 0 0,0 1 0,0-1 0,1 0 0,-1 1 0,0 4 0,0 7 0,-1-1 0,1 0 0,1 1 0,3 21 0,-3-33 0,0-1 0,0 1 0,0 0 0,0-1 0,1 1 0,-1 0 0,1-1 0,-1 1 0,1-1 0,0 1 0,0 0 0,-1-1 0,1 0 0,0 1 0,0-1 0,0 1 0,1-1 0,1 2 0,-2-2 0,1-1 0,-1 1 0,0-1 0,0 1 0,1-1 0,-1 0 0,0 0 0,0 1 0,1-1 0,-1 0 0,0 0 0,1 0 0,-1 0 0,0-1 0,1 1 0,-1 0 0,0 0 0,0-1 0,2 0 0,0 0 0,0-1 0,0 1 0,0-1 0,0 0 0,-1 0 0,1 0 0,0 0 0,-1 0 0,0 0 0,0-1 0,1 1 0,-1-1 0,-1 0 0,1 0 0,0 1 0,-1-1 0,1 0 0,0-4 0,-41 195 0,35-166 0,-43 171 0,39-171 0,-1 0 0,0 0 0,-2 0 0,0-2 0,-2 1 0,-19 24 0,21-31 0,4-3 0,-1-2 0,0 1 0,0-1 0,-1-1 0,0 1 0,0-1 0,-16 9 0,24-16 0,0-1 0,1 1 0,-1-1 0,0 0 0,0 0 0,0 1 0,0-1 0,0 0 0,0 0 0,1 0 0,-1 0 0,0 0 0,0 0 0,0 0 0,0 0 0,0 0 0,0 0 0,0-1 0,1 1 0,-1 0 0,0 0 0,0-1 0,0 1 0,1-1 0,-2 0 0,0 0 0,1-1 0,0 1 0,0-1 0,-1 1 0,1-1 0,0 0 0,0 0 0,0 1 0,1-1 0,-1 0 0,0-2 0,-2-7 0,1 1 0,0-1 0,0-14 0,2 23 0,0-24 0,1 1 0,1-1 0,1 0 0,1 1 0,1 0 0,2 0 0,0 0 0,17-36 0,14-19 0,55-86 0,-59 108 0,36-64 0,100-246 0,-159 336 0,6-39 0,4-12 0,-21 82 0,0 1 0,0 0 0,0 0 0,0 0 0,0-1 0,0 1 0,0 0 0,0 0 0,0 0 0,0 0 0,0-1 0,0 1 0,0 0 0,0 0 0,0 0 0,0-1 0,0 1 0,0 0 0,0 0 0,0 0 0,0 0 0,0-1 0,1 1 0,-1 0 0,0 0 0,0 0 0,0 0 0,0 0 0,0-1 0,0 1 0,1 0 0,-1 0 0,0 0 0,0 0 0,0 0 0,0 0 0,1 0 0,-1 0 0,0 0 0,0 0 0,0 0 0,0 0 0,1 0 0,-1 0 0,0 0 0,0 0 0,0 0 0,1 0 0,-1 0 0,0 0 0,4 12 0,-2 21 0,-6 31 0,-2-1 0,-4 0 0,-23 83 0,-10 57 0,42-199 0,2-18 0,5-26 0,-1 23 0,-3 6 0,1-1 0,1 1 0,0 0 0,0 0 0,1 0 0,1 1 0,-1-1 0,11-12 0,-15 22 0,-1 1 0,0-1 0,1 0 0,-1 1 0,1-1 0,-1 0 0,1 1 0,0-1 0,-1 1 0,1-1 0,-1 1 0,1 0 0,0-1 0,-1 1 0,1 0 0,0-1 0,0 1 0,-1 0 0,1 0 0,0-1 0,0 1 0,-1 0 0,1 0 0,0 0 0,0 0 0,0 0 0,-1 0 0,1 0 0,0 1 0,0-1 0,1 0 0,-1 2 0,0-1 0,0 0 0,0 0 0,0 1 0,0-1 0,0 1 0,0-1 0,-1 1 0,1-1 0,0 1 0,-1 0 0,1-1 0,-1 4 0,3 10 0,-2-1 0,0 22 0,-1-33 0,0 32 0,-1-22 0,0 1 0,2 0 0,-1 0 0,2 0 0,4 20 0,-5-30 0,0-1 0,1 0 0,-1 1 0,1-1 0,0 0 0,0 0 0,0 0 0,0 0 0,0 0 0,0-1 0,1 1 0,0-1 0,-1 1 0,1-1 0,0 0 0,0 0 0,0 0 0,0 0 0,1-1 0,-1 0 0,0 1 0,1-1 0,-1 0 0,1 0 0,-1-1 0,6 1 0,-6-1 0,-1 0 0,1 0 0,-1 0 0,1 0 0,0 0 0,-1-1 0,1 0 0,-1 1 0,1-1 0,-1 0 0,1 0 0,-1 0 0,0-1 0,1 1 0,-1 0 0,0-1 0,0 1 0,0-1 0,0 0 0,0 0 0,-1 0 0,1 0 0,0 0 0,-1 0 0,0 0 0,1-1 0,-1 1 0,0-1 0,1-4 0,4-8 0,-1-1 0,-1 0 0,4-28 0,-5 26 0,17-112 0,12-60 0,-23 148 0,2 1 0,26-60 0,-37 99 0,0 1 0,1 0 0,-1-1 0,1 1 0,-1-1 0,1 1 0,0 0 0,-1-1 0,1 1 0,0 0 0,0 0 0,0-1 0,0 1 0,0 0 0,0 0 0,1 0 0,-1 0 0,1 0 0,-1 1 0,0 1 0,-1-1 0,1 1 0,-1 0 0,1 0 0,-1-1 0,1 1 0,-1 0 0,1 0 0,-1-1 0,0 1 0,1 0 0,-1 0 0,0 0 0,0 0 0,0-1 0,0 1 0,1 0 0,-1 0 0,-1 0 0,1 1 0,-2 65 0,-41 127 0,29-145 0,2 2 0,3 0 0,-6 72 0,18-94-1365,0-20-5461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2:43.7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63 24575,'-3'-2'0,"5"-1"0,6 0 0,7 0 0,5 2 0,3-3 0,-2-2 0,2-1 0,-4-1 0,-2-1 0,-3-3 0,-2 7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3:41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1441 103 24575,'10'-1'0,"0"0"0,0-1 0,0 0 0,0-1 0,-1 0 0,12-5 0,-10 3 0,1 1 0,0 1 0,21-4 0,19-1 0,89-23 0,-96 22 0,1 1 0,0 3 0,0 2 0,82 5 0,-42 0 0,100-3 0,164 3 0,-327-1 0,0 2 0,-1 1 0,1 1 0,-1 1 0,41 16 0,37 8 0,8 3 0,-46-9 0,0 3 0,-2 2 0,102 68 0,-88-40 0,74 51 0,-106-83 0,102 70 0,-15 2 0,212 154 0,-306-226 0,-1 2 0,-1 1 0,-1 1 0,-1 2 0,-2 1 0,-2 2 0,0 0 0,-3 2 0,22 41 0,109 243 0,-126-247 0,-3 1 0,24 117 0,-42-132 0,-2 1 0,-4 0 0,-5 68 0,1-24 0,3 109 0,-3 164 0,-3-316 0,-3 0 0,-3-1 0,-2 0 0,-39 107 0,34-111 0,9-25 0,-1-1 0,-2 0 0,0-1 0,-2 0 0,-19 28 0,16-34 0,-1-1 0,0 0 0,-2-2 0,-1 0 0,0-2 0,-1 0 0,-1-1 0,-1-2 0,0 0 0,-1-2 0,-42 17 0,-51 15 0,-226 54 0,281-84 0,-1 3 0,2 2 0,-76 37 0,75-29 0,-2-3 0,-96 25 0,120-38 0,-71 13 0,69-16 0,-57 18 0,51-10 0,0-3 0,-1-1 0,0-3 0,-1-2 0,0-3 0,-68 0 0,-776-6 0,716 16 0,85-14 0,-202-3 0,244-4 0,1-1 0,0-3 0,1-3 0,-64-23 0,-28-24 0,110 45 0,2 0 0,2-1 0,0-1 0,1-2 0,1 0 0,1-2 0,0-1 0,-34-39 0,47 44 0,2 0 0,-1-1 0,2 0 0,0-1 0,-9-31 0,-4-7 0,-44-106 0,54 133 0,-16-61 0,7 15 0,-21-78 0,-8-21 0,4 21 0,32 102 0,0-5 0,3 0 0,-7-109 0,15-120 0,3 184 0,-1 10 0,3-98 0,1 153 0,3 0 0,12-47 0,-3 21 0,2-9 0,-7 35 0,5-43 0,-7 35 0,2 0 0,29-76 0,-25 79 0,3 1 0,2 0 0,1 1 0,3 1 0,29-39 0,32-56 0,-48 75 0,44-54 0,-16 23 0,28-28 0,-33 45 0,-37 47 0,1 2 0,1 0 0,0 2 0,2 0 0,1 2 0,0 1 0,2 1 0,51-24 0,-38 20 0,110-48 0,-76 39 0,44-15 0,-61 29 0,113-16 0,-152 30-117,20-3-507,60 0 0,-88 6-6202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3:47.1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594 33 24575,'41'-2'0,"74"-13"0,-60 6 0,-6 5 0,0 2 0,50 4 0,-12 0 0,-79-2 0,56-1 0,91 13 0,-86-5 0,33 7 0,170 63 0,-100-25 0,51 11 0,-159-44 0,63 22 0,-109-35 0,0 2 0,-1 1 0,0 0 0,27 20 0,-17-5 0,-2 0 0,41 51 0,-42-47 0,-6-4 0,18 29 0,-22-30 0,33 40 0,-26-37 0,-1 1 0,-2 1 0,28 58 0,-31-58 0,87 211 0,-72-167 0,-19-48 0,-1 0 0,-1 1 0,10 45 0,25 243 0,-39-224 0,-8 107 0,2-182 0,-1 1 0,-1-1 0,0 0 0,-1 0 0,0 0 0,-12 22 0,-48 79 0,20-40 0,28-47 0,-1-1 0,-2-1 0,0-1 0,-42 40 0,14-20 0,-71 49 0,70-59 0,-1-2 0,-2-3 0,-1-1 0,-1-4 0,-75 27 0,-63-2 0,71-19 0,32-10 0,44-10 0,0-3 0,0-1 0,-50 0 0,-138-7 0,102-2 0,-42 4 0,-185-4 0,308-4 0,0-2 0,1-2 0,-76-27 0,90 26 0,22 7 0,0-1 0,0 0 0,1-1 0,0 0 0,0 0 0,-14-12 0,-1-5 0,-25-26 0,24 22 0,17 14 0,0-1 0,1 1 0,1-1 0,0-1 0,1 0 0,0 0 0,-5-21 0,-1 3 0,-4-13 0,1-2 0,3 1 0,-9-61 0,4 15 0,9 52 0,2 0 0,-4-78 0,10 98 0,-1 1 0,-9-41 0,6 39 0,1 0 0,-1-33 0,6-717 0,-1 755 0,2 1 0,0-1 0,1 1 0,1 0 0,9-27 0,38-76 0,-37 90 0,6-8 0,1 2 0,1 0 0,2 1 0,36-37 0,-51 60 0,47-58 0,-24 27 0,2 2 0,1 1 0,43-35 0,-54 56 0,1 2 0,1 1 0,0 1 0,41-15 0,-42 17 0,1 1 0,0 2 0,0 1 0,1 0 0,0 2 0,1 2 0,-1 0 0,34 0 0,-45 5-1365,-1-1-5461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29.6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91 24575,'43'-13'0,"-23"8"0,21-5 0,0 1 0,1 3 0,60-3 0,-84 10-104,-5 0-1,1-1 0,-1 0 0,1-1 0,-1 0 0,0-1-1,0 0 1,0-1 0,0-1 0,0 0 0,0 0 0,12-8 0,-11 4-6721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0.6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68 24575,'134'1'0,"143"-3"0,-240-2 0,-1-1 0,47-14 0,15-3 0,-30 8-1365,-55 12-5461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1.8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54 24575,'51'0'0,"1"2"0,-1-3 0,1-2 0,86-17 0,-85 9 0,1 2 0,82-2 0,112 11 0,-107 2 0,3-4 0,151 5 0,-289 0 0,-13 2 0,-20 6 0,23-10 0,-36 14-1365,-2 2-5461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2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24575,'1312'0'-1365,"-1296"0"-5461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3.7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24575,'76'14'0,"302"-8"0,-221-9 0,-116 3 0,0 0 0,0 3 0,0 2 0,43 9 0,-25-4 96,-43-8-583,1 0 0,20 7 0,-16-1-6339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4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24575,'10'7'0,"0"0"0,1 0 0,-1-1 0,1 0 0,1-1 0,15 5 0,-23-9 0,21 8 0,0-2 0,0-1 0,1-1 0,44 3 0,108-6 0,-106-2 0,267 14 0,-330-12-30,-1-1 0,0 1 0,0 1 0,0-1-1,0 1 1,0 1 0,0 0 0,12 8 0,-1-1-1064,-9-6-5732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5.4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24575,'5'8'0,"-1"0"0,2-1 0,-1 0 0,1 0 0,0 0 0,0-1 0,1 0 0,8 6 0,62 39 0,-68-46 0,39 20 0,1-2 0,1-3 0,82 23 0,38 15 0,-141-46 0,-1 1 0,-1 1 0,48 34 0,-43-25-120,12 9-295,-2 1 0,51 52 0,-84-75-6411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6.6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24575,'6'8'0,"-1"0"0,1-1 0,0 1 0,1-1 0,0-1 0,0 0 0,9 7 0,7 6 0,55 61 0,-58-58 0,0-1 0,1-1 0,1 0 0,1-2 0,1 0 0,28 15 0,-2-5 0,-1 3 0,-2 1 0,45 41 0,-22-8 0,-49-43 0,2-1 0,45 32 0,47 23 0,-78-51-1365,-28-16-5461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3:54.1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24575,'0'425'0,"1"-412"0,0 0 0,1 0 0,7 25 0,-9-82 0,2 19 0,-3 18 0,1-1 0,1 1 0,-1 0 0,1 0 0,1 0 0,-1 0 0,1 0 0,0 0 0,5-10 0,-5 14 0,0 0 0,0 0 0,1 0 0,-1 0 0,1 1 0,-1-1 0,1 1 0,0-1 0,0 1 0,0 0 0,0 0 0,1 0 0,-1 1 0,1-1 0,-1 1 0,1 0 0,-1 0 0,1 0 0,-1 0 0,6 0 0,-7 1 0,0-1 0,0 1 0,0 0 0,0 0 0,0 0 0,0 1 0,0-1 0,0 0 0,0 1 0,0-1 0,0 1 0,-1-1 0,1 1 0,0 0 0,0 0 0,-1 0 0,1 0 0,0 0 0,-1 0 0,1 1 0,-1-1 0,1 1 0,-1-1 0,2 4 0,2 2 0,-1 1 0,0-1 0,-1 1 0,5 15 0,-6-15 0,1-1 0,0 0 0,0 1 0,0-1 0,6 8 0,-3-8 0,0 0 0,0 0 0,1-1 0,0 0 0,1 0 0,-1 0 0,1-1 0,15 8 0,-21-12 0,0 0 0,0 0 0,1 0 0,-1-1 0,0 1 0,1-1 0,-1 1 0,0-1 0,1 0 0,-1 1 0,1-1 0,-1 0 0,1-1 0,-1 1 0,0 0 0,1-1 0,-1 0 0,0 1 0,1-1 0,-1 0 0,0 0 0,0 0 0,1 0 0,-1-1 0,0 1 0,0 0 0,-1-1 0,1 0 0,0 1 0,0-1 0,-1 0 0,1 0 0,-1 0 0,0 0 0,1 0 0,-1 0 0,0 0 0,1-4 0,7-25 0,-9 26 0,1 1 0,0 0 0,0 0 0,0 0 0,1 0 0,-1-1 0,1 2 0,0-1 0,0 0 0,3-4 0,-4 8 0,0-1 0,0 1 0,0 0 0,-1-1 0,1 1 0,0 0 0,0 0 0,0 0 0,-1 0 0,1 0 0,0 0 0,0 0 0,0 0 0,0 0 0,-1 0 0,1 0 0,0 0 0,0 1 0,0-1 0,-1 0 0,1 1 0,0-1 0,0 0 0,-1 1 0,1-1 0,0 1 0,-1-1 0,1 1 0,-1-1 0,1 1 0,0 0 0,-1-1 0,1 1 0,0 1 0,22 30 0,-16-23 0,8 12-62,-10-13-156,0 0 1,1-1 0,0 1 0,0-1 0,11 8 0,-6-7-6609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3:54.7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24575,'0'5'0,"3"4"0,2 5 0,4 5 0,2 2 0,-1-1 0,-1-3-8191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3:57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83 204 24575,'-1'-2'0,"0"1"0,0 0 0,0 0 0,-1 0 0,1 0 0,0 0 0,-1 0 0,1 0 0,-1 0 0,1 1 0,-1-1 0,1 0 0,-1 1 0,1-1 0,-1 1 0,0 0 0,1 0 0,-1-1 0,0 1 0,1 0 0,-1 0 0,0 1 0,0-1 0,1 0 0,-1 1 0,1-1 0,-1 0 0,0 1 0,-1 1 0,1-1 0,0 0 0,1 0 0,-1 1 0,0-1 0,1 1 0,-1 0 0,1-1 0,-1 1 0,1 0 0,0 0 0,0 0 0,0 0 0,0 0 0,0 0 0,0 0 0,0 0 0,1 0 0,-1 0 0,1 1 0,-1 2 0,0 8 0,1 0 0,1 0 0,0 0 0,0 0 0,1 0 0,5 16 0,-6-26 0,0 0 0,0 0 0,0 0 0,0 0 0,0 0 0,1 0 0,-1 0 0,1 0 0,0-1 0,0 1 0,0 0 0,0-1 0,0 0 0,0 1 0,1-1 0,-1 0 0,1 0 0,0 0 0,0-1 0,-1 1 0,1-1 0,0 1 0,0-1 0,0 0 0,1 0 0,-1 0 0,0-1 0,0 1 0,0-1 0,5 0 0,-6 0 0,0 0 0,1 0 0,-1 0 0,0-1 0,0 0 0,1 1 0,-1-1 0,0 0 0,0 0 0,0 0 0,0 0 0,0 0 0,0-1 0,0 1 0,0 0 0,-1-1 0,1 0 0,-1 1 0,1-1 0,-1 0 0,1 0 0,-1 0 0,0 0 0,0 0 0,0 0 0,0 0 0,0 0 0,0-3 0,2-6 0,-1 1 0,-1-1 0,0 0 0,0-20 0,0 1 0,11 55 0,-4 13 0,-3 1 0,-1 0 0,-1 1 0,-6 76 0,0-26 0,3-86 0,1 4 0,-1 0 0,-1 1 0,1-1 0,-1 0 0,-1 0 0,-3 12 0,4-18 0,0-1 0,0 1 0,0 0 0,0-1 0,0 1 0,0-1 0,0 0 0,-1 1 0,1-1 0,0 0 0,-1 0 0,1 1 0,-1-1 0,0 0 0,1-1 0,-1 1 0,0 0 0,1 0 0,-1-1 0,0 1 0,0-1 0,0 0 0,1 1 0,-1-1 0,0 0 0,0 0 0,0 0 0,0 0 0,0 0 0,0-1 0,1 1 0,-1-1 0,0 1 0,-2-2 0,1 1 0,0 0 0,0 0 0,0-1 0,0 1 0,1-1 0,-1 0 0,0 0 0,1 0 0,0 0 0,-1 0 0,1 0 0,0-1 0,0 1 0,0-1 0,0 1 0,1-1 0,-3-6 0,-3-5 0,2 0 0,-6-22 0,6 21 0,-3-10 0,-1-2 0,1 0 0,2-1 0,-7-48 0,13 69 0,1 0 0,-1 0 0,1 0 0,0 0 0,1 0 0,0 0 0,0 0 0,0 0 0,1 1 0,0-1 0,0 1 0,1 0 0,0 0 0,0 0 0,0 0 0,8-7 0,7-5 0,1 0 0,0 2 0,25-17 0,-22 17 0,26-14 0,-36 23 0,-1 0 0,0-1 0,0 0 0,-1-1 0,16-16 0,-25 22 0,0-1 0,0 0 0,0 1 0,0-1 0,-1 0 0,1 0 0,-1 0 0,0 0 0,-1 0 0,1 0 0,-1 0 0,1-7 0,-1 2 0,-1-1 0,1 1 0,-1-1 0,-4-11 0,1 15 0,1 17 0,0 19 0,0 241 0,4-172 0,2-75 0,-3-24 0,0 0 0,0 0 0,0 0 0,1 0 0,-1 0 0,0 1 0,0-1 0,0 0 0,0 0 0,1 0 0,-1 0 0,0 0 0,0 0 0,0 0 0,0 0 0,1 0 0,-1 0 0,0 0 0,0 0 0,0 0 0,0 0 0,1 0 0,-1 0 0,0 0 0,0-1 0,0 1 0,0 0 0,0 0 0,1 0 0,-1 0 0,0 0 0,0 0 0,0 0 0,0 0 0,0-1 0,0 1 0,1 0 0,-1 0 0,0 0 0,0 0 0,0 0 0,0-1 0,0 1 0,0 0 0,0 0 0,0 0 0,0 0 0,0-1 0,0 1 0,0 0 0,0 0 0,0 0 0,0-1 0,16-41 0,-12 31 0,-4 10 0,5-14 0,0 0 0,1 0 0,1 1 0,16-26 0,-21 37 0,0 0 0,0 0 0,0 1 0,0-1 0,1 1 0,-1 0 0,1-1 0,-1 1 0,1 0 0,0 1 0,0-1 0,0 0 0,0 1 0,0 0 0,0 0 0,1 0 0,-1 0 0,0 0 0,1 0 0,-1 1 0,0 0 0,1 0 0,-1 0 0,1 0 0,-1 0 0,0 1 0,1-1 0,-1 1 0,6 2 0,-7-3 0,0 1 0,-1 0 0,1 0 0,0 0 0,-1 0 0,1 0 0,-1 0 0,1 0 0,-1 0 0,1 1 0,-1-1 0,0 0 0,0 1 0,1-1 0,-1 1 0,0 0 0,-1-1 0,1 1 0,0 0 0,0 0 0,-1-1 0,2 4 0,-1 4 0,0-1 0,-1 0 0,1 1 0,-2 9 0,0-13 0,0-1 0,1 1 0,0-1 0,0 1 0,0-1 0,0 1 0,1-1 0,0 1 0,0-1 0,0 0 0,0 1 0,1-1 0,0 0 0,-1 0 0,5 6 0,-2-7 0,0 0 0,0 0 0,1-1 0,-1 1 0,1-1 0,-1 0 0,1 0 0,0-1 0,0 1 0,-1-1 0,1 0 0,0-1 0,0 1 0,6-1 0,-3 1 0,-1-1 0,1 0 0,0-1 0,-1 0 0,1 0 0,-1-1 0,1 0 0,11-4 0,-17 5-114,0 0 1,0-1-1,0 1 0,0 0 0,-1-1 1,1 1-1,0-1 0,-1 1 0,1-1 1,-1 0-1,2-2 0,2-7-6712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0.2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32 294 24575,'4'-3'0,"0"-1"0,0 0 0,-1 0 0,1 0 0,-1 0 0,0 0 0,0-1 0,-1 1 0,1-1 0,-1 0 0,0 0 0,-1 0 0,1 0 0,-1 0 0,0 0 0,0-1 0,0 1 0,-1 0 0,0-6 0,0 8 0,-3-43 0,3 46 0,0-1 0,0 0 0,0 0 0,0 0 0,0 1 0,0-1 0,-1 0 0,1 0 0,0 1 0,-1-1 0,1 0 0,0 1 0,-1-1 0,1 0 0,-1 1 0,1-1 0,0 0 0,-1 1 0,0-1 0,1 1 0,-1-1 0,1 1 0,-1-1 0,0 1 0,1 0 0,-1-1 0,0 1 0,1 0 0,-1 0 0,0-1 0,0 1 0,1 0 0,-1 0 0,0 0 0,0 0 0,0 0 0,1 0 0,-1 0 0,0 0 0,0 0 0,1 0 0,-1 0 0,0 0 0,0 1 0,1-1 0,-1 0 0,0 1 0,1-1 0,-1 0 0,-1 2 0,-1 0 0,1 0 0,-1 1 0,1 0 0,0-1 0,0 1 0,0 0 0,0 0 0,0 0 0,0 0 0,1 0 0,0 1 0,-1-1 0,1 1 0,0-1 0,0 5 0,-8 57 0,8-58 0,0 6 0,-1 2 0,1 0 0,1 0 0,2 28 0,-2-40 0,1 1 0,0-1 0,-1 0 0,1 1 0,1-1 0,-1 0 0,0 1 0,1-1 0,0 0 0,0 0 0,0 0 0,0 0 0,0-1 0,0 1 0,1 0 0,-1-1 0,1 0 0,0 0 0,0 0 0,0 0 0,5 3 0,2 0 0,1-1 0,1 0 0,-1 0 0,1-1 0,-1 0 0,1-1 0,15 1 0,-24-3 0,0 0 0,0 0 0,0 0 0,0 0 0,0-1 0,0 1 0,0-1 0,-1 0 0,1 0 0,0 0 0,0 0 0,-1 0 0,1 0 0,-1-1 0,1 1 0,-1-1 0,1 0 0,-1 0 0,0 0 0,0 0 0,0 0 0,0 0 0,0-1 0,-1 1 0,1 0 0,-1-1 0,1 0 0,-1 1 0,0-1 0,0 0 0,0 1 0,0-1 0,-1 0 0,1-5 0,6-40 0,2-76 0,-8 129 0,1 1 0,1 0 0,-1 0 0,1-1 0,0 0 0,1 1 0,-1-1 0,1 0 0,6 6 0,-5-5 0,0-1 0,0-1 0,1 0 0,-1 0 0,1-1 0,0 1 0,0-1 0,0 0 0,0-1 0,1 0 0,-1 0 0,8 2 0,14 5 0,3 2 0,-14-6 0,0 1 0,-1 1 0,1 1 0,-1 0 0,-1 1 0,1 0 0,-2 1 0,17 15 0,-28-22 0,-1-1 0,0 1 0,0 0 0,0 0 0,-1 1 0,1-1 0,-1 0 0,0 0 0,0 1 0,0-1 0,0 1 0,0-1 0,-1 1 0,1-1 0,-1 1 0,0-1 0,0 1 0,-1 0 0,1-1 0,-1 1 0,0-1 0,1 1 0,-4 5 0,4-7 0,-1 0 0,0 0 0,0 0 0,0-1 0,0 1 0,-1 0 0,1 0 0,0-1 0,-1 1 0,1 0 0,-1-1 0,0 0 0,1 1 0,-1-1 0,0 0 0,0 0 0,0 0 0,0 0 0,0 0 0,0 0 0,0-1 0,0 1 0,0-1 0,0 1 0,0-1 0,0 0 0,-1 0 0,1 0 0,0 0 0,0 0 0,0 0 0,0-1 0,-1 1 0,1-1 0,0 1 0,0-1 0,0 0 0,0 0 0,-2-1 0,0 0 0,0 0 0,0-1 0,1 0 0,-1 0 0,1 0 0,-1 0 0,1 0 0,0 0 0,0-1 0,1 0 0,-1 1 0,1-1 0,-1 0 0,1 0 0,0-1 0,1 1 0,-1 0 0,1-1 0,0 1 0,0 0 0,0-1 0,1 0 0,-1-6 0,1 3 0,0-1 0,1 1 0,0-1 0,0 1 0,1 0 0,0 0 0,0 0 0,1 0 0,0 0 0,0 0 0,9-14 0,-4 12 0,-1 0 0,-1-1 0,0 0 0,0 0 0,-1 0 0,0 0 0,-1-1 0,0 0 0,-1 0 0,-1 0 0,3-25 0,-6-113 0,1 149 0,0 0 0,0 0 0,0 0 0,0-1 0,1 1 0,-1 0 0,0 0 0,1 0 0,-1 0 0,1 0 0,-1 0 0,1 0 0,-1 0 0,1 0 0,0 0 0,-1 0 0,1 0 0,0 0 0,0 1 0,0-1 0,0 0 0,0 0 0,1 0 0,-1 1 0,0 0 0,0 0 0,0-1 0,-1 1 0,1 0 0,0 0 0,0 1 0,0-1 0,0 0 0,-1 0 0,1 0 0,0 1 0,0-1 0,0 0 0,-1 1 0,1-1 0,0 0 0,0 1 0,-1-1 0,1 1 0,0-1 0,-1 1 0,1 0 0,-1-1 0,1 1 0,-1 0 0,1-1 0,-1 1 0,1 0 0,-1 0 0,0-1 0,1 2 0,5 14 0,-1-1 0,-1 1 0,0 0 0,-1 0 0,0 1 0,-2-1 0,0 17 0,4 26 0,-1-24 0,-2-12 0,0 0 0,2 0 0,1 0 0,0-1 0,2 0 0,17 40 0,-21-57 0,1 0 0,-1 0 0,1-1 0,0 1 0,1-1 0,-1 0 0,1 0 0,0-1 0,0 1 0,0-1 0,0 0 0,0-1 0,1 1 0,-1-1 0,1 0 0,8 2 0,0-1 0,1-1 0,0 0 0,0-1 0,0 0 0,21-2 0,-34 1-34,-1 0 0,0 0 0,1 0 0,-1-1 0,0 1-1,1 0 1,-1 0 0,0-1 0,0 1 0,1-1 0,-1 1 0,0-1 0,0 0-1,0 1 1,0-1 0,1 0 0,-1 0 0,0 0 0,-1 0 0,1 0-1,0 0 1,0 0 0,0 0 0,0 0 0,-1 0 0,1 0 0,-1-1 0,1 1-1,-1 0 1,1 0 0,-1-1 0,0 1 0,1 0 0,-1-1 0,0 1 0,0 0-1,0-1 1,0 1 0,-1-2 0,0-14-6792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0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70 24575,'3'0'0,"2"0"0,4 0 0,4 0 0,6 0 0,3-3 0,6-2 0,3-2 0,-2 0 0,0-3 0,1 1 0,-2-1 0,-2 2 0,-5 2 0,-5 2-8191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2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 28 24575,'0'-1'0,"0"-1"0,0 1 0,0 0 0,0 0 0,0 0 0,0 0 0,-1 0 0,1 0 0,0 0 0,0 0 0,-1 0 0,1 0 0,-1 0 0,1 1 0,-1-1 0,1 0 0,-1 0 0,0 0 0,1 0 0,-1 1 0,0-1 0,1 0 0,-1 1 0,0-1 0,0 0 0,0 1 0,0-1 0,0 1 0,0-1 0,1 1 0,-1 0 0,0-1 0,0 1 0,0 0 0,0 0 0,-1 0 0,1 0 0,0 0 0,0 0 0,0 0 0,0 0 0,0 0 0,0 0 0,0 0 0,0 1 0,-1-1 0,-1 1 0,0 0 0,0 0 0,1 0 0,-1 0 0,0 0 0,1 1 0,-1-1 0,1 1 0,-1 0 0,1 0 0,0-1 0,0 2 0,0-1 0,0 0 0,-4 5 0,3 0 0,1 1 0,-1 0 0,1-1 0,1 1 0,-1 0 0,1 0 0,1 0 0,-1 0 0,1 1 0,1-1 0,0 0 0,0 0 0,0 0 0,1-1 0,0 1 0,1 0 0,0 0 0,0-1 0,0 0 0,1 0 0,0 0 0,0 0 0,1 0 0,9 9 0,-8-10 0,2 0 0,-1-1 0,1 1 0,-1-2 0,1 1 0,1-1 0,-1 0 0,1-1 0,-1 0 0,1 0 0,0-1 0,0 0 0,0 0 0,0-1 0,0 0 0,1-1 0,-1 0 0,0-1 0,0 0 0,15-3 0,-22 4-68,-1 0 0,0-1-1,0 1 1,0-1 0,1 1 0,-1-1-1,0 1 1,0-1 0,0 1 0,0-1-1,0 0 1,0 0 0,0 1 0,0-1-1,0 0 1,-1 0 0,1 0-1,0 0 1,0-1 0,3-8-6758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3.4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86 24575,'-2'54'0,"0"-34"0,2 0 0,0 0 0,1 0 0,5 28 0,-5-45 0,0 0 0,0 0 0,0-1 0,1 1 0,-1 0 0,1-1 0,0 1 0,0-1 0,0 0 0,0 0 0,0 1 0,1-1 0,-1-1 0,1 1 0,-1 0 0,1-1 0,0 1 0,-1-1 0,1 0 0,0 0 0,0 0 0,0 0 0,0 0 0,0-1 0,0 1 0,0-1 0,0 0 0,0 0 0,0 0 0,0 0 0,4-1 0,-4 1 0,0 0 0,0-1 0,1 1 0,-1-1 0,0 0 0,0 0 0,1 0 0,-1 0 0,0 0 0,0-1 0,0 1 0,-1-1 0,1 0 0,0 0 0,0 0 0,-1 0 0,0 0 0,1-1 0,-1 1 0,0-1 0,0 0 0,0 1 0,-1-1 0,1 0 0,0 0 0,-1 0 0,0 0 0,2-6 0,-2-1 0,1-1 0,-1-1 0,0 1 0,-1-18 0,-1 25 0,1-1 0,-1 1 0,0 0 0,-1-1 0,1 1 0,-1 0 0,0 0 0,0 0 0,0 0 0,0 0 0,-1 0 0,-3-4 0,-14-15 0,-1 1 0,-1 1 0,-30-24 0,48 43 17,-1 0 0,0 0 1,1 0-1,-1 0 0,0 1 0,-6-1 0,-10 3-218,21-1 164,0 0 1,-1 0-1,1 0 0,-1 1 1,1-1-1,0 0 0,-1 1 0,1-1 1,0 0-1,-1 1 0,1-1 1,0 0-1,0 1 0,-1-1 1,1 0-1,0 1 0,0-1 1,0 1-1,-1-1 0,1 0 1,0 1-1,0-1 0,0 1 1,0-1-1,0 1 0,0-1 0,0 1 1,0-1-1,0 1 0,0-1 1,0 0-1,0 1 0,0-1 1,1 1-1,3 9-6789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4.4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 24575,'1'1'0,"1"-1"0,0 1 0,-1 0 0,0-1 0,1 1 0,-1 0 0,1 0 0,-1 0 0,0 0 0,0 0 0,1 0 0,-1 0 0,0 0 0,0 1 0,0-1 0,0 0 0,0 1 0,-1-1 0,2 3 0,15 32 0,-14-29 0,2 5 0,0 0 0,1 0 0,1 0 0,0 0 0,1-1 0,9 10 0,-13-17 0,0 0 0,1 0 0,-1 0 0,1-1 0,0 1 0,0-2 0,1 1 0,-1 0 0,1-1 0,-1 0 0,1 0 0,-1-1 0,1 1 0,0-1 0,0 0 0,8-1 0,-12 1 0,0-1 0,1 0 0,-1 0 0,0 0 0,0 0 0,1 0 0,-1-1 0,0 1 0,0-1 0,0 1 0,0-1 0,0 0 0,1 0 0,-1 0 0,-1 0 0,1 0 0,0 0 0,0-1 0,0 1 0,-1-1 0,3-1 0,-2 0 0,-1-1 0,1 1 0,0-1 0,-1 1 0,0-1 0,0 1 0,0-1 0,0 0 0,-1 0 0,1 0 0,-1-6 0,-1-2 0,1 1 0,-1 0 0,-1 0 0,0 0 0,0 1 0,-2-1 0,-6-17 0,9 26 0,-5-22 0,5 24 0,1-1 0,0 0 0,0 0 0,0 1 0,-1-1 0,1 0 0,0 1 0,0-1 0,0 0 0,0 0 0,0 1 0,0-1 0,0 0 0,1 1 0,-1-1 0,0 0 0,0 0 0,1 1 0,-1-1 0,0 0 0,1 1 0,-1-1 0,0 1 0,1-1 0,-1 0 0,1 1 0,-1-1 0,2 0 0,-2 1 0,1 0 0,0 0 0,-1 1 0,1-1 0,0 0 0,-1 0 0,1 1 0,0-1 0,-1 0 0,1 1 0,-1-1 0,1 0 0,-1 1 0,1-1 0,-1 1 0,1-1 0,-1 1 0,1-1 0,-1 1 0,0-1 0,1 1 0,-1 0 0,0-1 0,1 2 0,9 19 0,-9-18 0,19 46 0,-9-20 0,2 0 0,19 32 0,-31-59-33,0 0 0,1 0-1,-1 0 1,0 0 0,1 0-1,0 0 1,-1 0 0,1-1 0,0 1-1,0-1 1,0 1 0,0-1-1,0 0 1,0 0 0,1 0-1,-1 0 1,0 0 0,0 0 0,1-1-1,-1 1 1,0-1 0,1 0-1,-1 1 1,1-1 0,-1 0-1,1-1 1,-1 1 0,0 0 0,1-1-1,-1 1 1,0-1 0,1 1-1,-1-1 1,0 0 0,0 0-1,1 0 1,-1-1 0,0 1 0,0 0-1,3-3 1,4-7-6793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5.6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94 24575,'0'10'0,"0"-1"0,1 0 0,0 0 0,1 0 0,-1 0 0,2-1 0,-1 1 0,1 0 0,1-1 0,4 10 0,-4-55 0,-5 3 0,0 23 0,1 1 0,0-1 0,0 1 0,1 0 0,0-1 0,1 1 0,4-18 0,-4 26 0,-1 0 0,1 0 0,0 0 0,0 0 0,-1 0 0,1 0 0,0 1 0,1-1 0,-1 0 0,0 1 0,0 0 0,1 0 0,-1-1 0,1 1 0,-1 1 0,1-1 0,-1 0 0,1 1 0,-1-1 0,1 1 0,0 0 0,-1 0 0,1 0 0,0 0 0,-1 0 0,5 1 0,-4-1 0,1 1 0,-1-1 0,1 1 0,-1-1 0,0 1 0,0 0 0,1 1 0,-1-1 0,0 0 0,0 1 0,0 0 0,0 0 0,0 0 0,-1 0 0,1 0 0,-1 0 0,1 1 0,-1-1 0,0 1 0,2 3 0,2 8 0,-2 1 0,0-1 0,-1 1 0,3 29 0,-5-32 0,0 1 0,1-1 0,0 0 0,1 0 0,0 0 0,1-1 0,1 1 0,6 13 0,-10-24 2,-1-1 0,0 1 0,0 0 0,1-1-1,-1 1 1,0 0 0,1-1 0,-1 1 0,1-1 0,-1 1 0,1-1-1,-1 1 1,1 0 0,-1-1 0,1 0 0,0 1 0,-1-1-1,1 1 1,0-1 0,-1 0 0,1 0 0,0 1 0,-1-1 0,1 0-1,0 0 1,-1 0 0,1 0 0,0 1 0,0-1 0,-1 0-1,1-1 1,0 1 0,0 0 0,-1 0 0,1 0 0,0 0 0,-1 0-1,1-1 1,0 1 0,0 0 0,-1-1 0,1 1 0,-1 0-1,1-1 1,0 1 0,-1-1 0,1 1 0,-1-1 0,1 1 0,-1-1-1,1 0 1,-1 1 0,0-1 0,1-1 0,3-4-203,0-1 0,0 0 0,-1 0 1,3-8-1,-4 11-262,7-21-6363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11.7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24575,'11'41'0,"-7"21"0,-5 69 0,2 37 0,-1-161 0,1-1 0,0 1 0,0 0 0,1-1 0,0 1 0,0-1 0,1 1 0,0-1 0,0 0 0,0 0 0,1 0 0,-1-1 0,10 11 0,-10-14 0,0 1 0,0 0 0,0-1 0,0 0 0,0 0 0,1 0 0,-1 0 0,1 0 0,0-1 0,-1 1 0,1-1 0,0 0 0,0 0 0,0-1 0,0 1 0,0-1 0,0 0 0,-1 0 0,1 0 0,0 0 0,0-1 0,0 1 0,0-1 0,0 0 0,4-2 0,-6 2-72,0 0 1,-1 1-1,1-1 0,0 0 0,-1 0 0,1 0 0,-1-1 0,1 1 1,-1 0-1,0-1 0,1 1 0,-1 0 0,0-1 0,0 1 0,0-1 1,0 0-1,0 1 0,0-3 0,3-7-6754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12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76 24575,'7'0'0,"10"-2"0,9-1 0,2-3 0,2-2 0,0-2 0,-3-2 0,0-2 0,-4 2 0,-4 4-8191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5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24575,'4'3'0,"1"1"0,-1-1 0,1-1 0,0 1 0,0 0 0,1-1 0,-1 0 0,0-1 0,9 3 0,9 3 0,285 115 0,-218-81 0,116 73 0,-160-81 0,60 55 0,-56-45 0,-35-32-227,0 0-1,0-1 1,1-1-1,0 0 1,19 7-1,-20-9-6598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17.9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0 24575,'2'112'0,"-4"117"0,-4-176 0,2-22 0,0 37 0,4 60-1365,0-116-5461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19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371 0 24575,'-1'2'0,"1"0"0,-1-1 0,0 1 0,0 0 0,0-1 0,0 1 0,0 0 0,-1-1 0,1 1 0,-2 1 0,-6 8 0,-93 165 0,8-11 0,41-87 0,-17 27 0,67-98 20,0 0 0,0 0-1,1 0 1,0 0 0,-2 13 0,-4 14-1504,3-20-5342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6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427 11 24575,'-1'-1'0,"-1"0"0,1 0 0,-1 0 0,0 0 0,0 0 0,1 0 0,-1 0 0,0 0 0,0 1 0,0-1 0,0 1 0,0 0 0,1-1 0,-1 1 0,0 0 0,0 0 0,0 0 0,0 1 0,0-1 0,0 0 0,0 1 0,0-1 0,0 1 0,0-1 0,-2 3 0,-6 1 0,0 1 0,0 1 0,-11 8 0,13-8 0,-29 19 0,2 2 0,0 1 0,2 1 0,1 2 0,2 2 0,1 0 0,-35 53 0,52-68-1365,2-3-5461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7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242 1 24575,'-3'3'0,"-1"3"0,-2 11 0,-7 6 0,-3 10 0,-5 6 0,-2 1 0,0 1 0,1 0 0,5-1 0,2-2 0,0-2 0,4-4 0,0-4 0,-1-2 0,2-1 0,-1-4 0,2-4-8191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8.3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333 1 24575,'-3'1'0,"-1"0"0,0 1 0,1 0 0,-1 0 0,1 0 0,-1 0 0,1 0 0,0 1 0,0-1 0,0 1 0,0 0 0,0 0 0,-3 6 0,-1-2 0,-29 33 0,2 3 0,2 1 0,-37 67 0,45-70 0,10-19 0,2 0 0,0 0 0,1 1 0,1 0 0,-10 38 0,20-60-42,0 0-1,-1 0 0,1 0 1,0 0-1,-1 0 0,1 0 1,0 0-1,0 0 0,0 0 1,0 0-1,0 0 0,0 0 1,0 0-1,0-1 0,0 1 1,1 0-1,-1 0 0,0 0 1,0 0-1,1 0 0,-1 0 1,1 0-1,-1 0 0,1-1 1,-1 1-1,1 0 0,-1 0 1,1-1-1,0 1 0,0 0 1,1 0-1,11 1-6783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9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527 1 24575,'-8'0'0,"1"1"0,-1 0 0,0 0 0,1 1 0,-1 0 0,1 0 0,-1 1 0,1 0 0,0 0 0,0 1 0,1 0 0,-1 0 0,1 0 0,0 1 0,0 0 0,-7 7 0,-7 11 0,1 0 0,-32 49 0,12-15 0,-225 320 0,264-376-36,-1-1 4,1 1 0,-1-1-1,1 1 1,-1-1-1,1 1 1,-1-1-1,1 1 1,-1-1 0,1 1-1,0 0 1,-1-1-1,1 1 1,0 0-1,0-1 1,-1 1 0,1 0-1,0-1 1,0 1-1,0 0 1,0-1-1,0 1 1,0 0 0,0-1-1,0 1 1,0 0-1,0 0 1,0-1 0,0 1-1,0 0 1,1-1-1,-1 1 1,0 0-1,1-1 1,-1 1 0,0-1-1,1 1 1,-1-1-1,1 1 1,-1 0-1,1 0 1,13 2-6794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9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356 0 24575,'-4'0'0,"0"1"0,1 0 0,-1 0 0,1 0 0,-1 0 0,1 0 0,0 1 0,-1-1 0,1 1 0,0 0 0,0 0 0,-4 4 0,-32 31 0,35-33 0,-20 25 0,1 1 0,1 1 0,2 1 0,-20 43 0,8-16 0,25-46-83,-14 24-237,1 0-1,2 2 1,-15 45-1,29-69-6505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44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0 171 24575,'1'-1'0,"-1"0"0,0 0 0,1 0 0,-1 1 0,1-1 0,-1 0 0,1 0 0,-1 0 0,1 1 0,-1-1 0,1 0 0,0 1 0,-1-1 0,1 1 0,0-1 0,0 0 0,-1 1 0,1 0 0,0-1 0,2 0 0,21-9 0,-18 8 0,39-15 0,1 2 0,1 2 0,0 2 0,1 2 0,53-3 0,16-3 0,-18 2 0,271-6 0,-296 16 0,20-5 94,16 0-1553,-92 8-5367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45.4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14 24575,'-1'2'0,"1"-1"0,-1 1 0,1 0 0,-1-1 0,1 1 0,-1 0 0,1-1 0,0 1 0,0 0 0,0 0 0,0-1 0,0 1 0,0 0 0,0 0 0,1 2 0,-1 0 0,2 36 0,0 20 0,11 67 0,-12-111 0,0 0 0,-1 25 0,-1-28 0,0-1 0,2 0 0,-1 1 0,6 21 0,-6-33 0,0-1 0,0 0 0,0 1 0,0-1 0,0 0 0,0 0 0,0 1 0,0-1 0,0 0 0,0 0 0,0 1 0,0-1 0,1 0 0,-1 0 0,0 1 0,0-1 0,0 0 0,0 0 0,1 1 0,-1-1 0,0 0 0,0 0 0,1 0 0,-1 0 0,0 1 0,0-1 0,1 0 0,-1 0 0,0 0 0,0 0 0,1 0 0,-1 0 0,0 0 0,1 0 0,-1 0 0,9-7 0,4-17 0,3-16-111,136-312-1143,-144 336-5572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46.5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1 24575,'-2'0'0,"1"0"0,-1 0 0,0 0 0,1 0 0,-1 1 0,0-1 0,0 1 0,1-1 0,-1 1 0,1 0 0,-1-1 0,1 1 0,-1 0 0,1 0 0,-1 0 0,1 0 0,0 1 0,-1-1 0,0 2 0,0 0 0,0 0 0,0 0 0,0 0 0,0 1 0,1-1 0,-1 1 0,1-1 0,-1 7 0,-1 7 0,2-1 0,0 1 0,1 20 0,0-24 0,-1 18 0,0-21 0,1 0 0,0 0 0,0 0 0,1 0 0,0 0 0,5 18 0,-6-27 0,0 0 0,1 0 0,-1 0 0,0 0 0,1 0 0,-1-1 0,1 1 0,-1 0 0,1 0 0,-1 0 0,1 0 0,0-1 0,-1 1 0,1 0 0,0-1 0,0 1 0,-1 0 0,1-1 0,0 1 0,0-1 0,0 1 0,0-1 0,0 0 0,0 1 0,0-1 0,0 0 0,0 0 0,0 1 0,0-1 0,0 0 0,0 0 0,0 0 0,0 0 0,0-1 0,0 1 0,0 0 0,0 0 0,0 0 0,1-1 0,0 0 0,0-1 0,0 1 0,0 0 0,0-1 0,0 1 0,0-1 0,-1 0 0,1 1 0,0-1 0,-1 0 0,0 0 0,1 0 0,-1 0 0,0 0 0,1-3 0,11-28 0,-1 3 0,-2-1 0,9-37 0,-19 38-1365,-3 16-5461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54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0 473 24575,'1'0'0,"1"1"0,-1-1 0,0 1 0,1-1 0,-1 1 0,0 0 0,0 0 0,1-1 0,-1 1 0,0 0 0,0 0 0,0 0 0,0 1 0,0-1 0,-1 0 0,1 0 0,0 0 0,0 1 0,-1-1 0,1 0 0,-1 1 0,1-1 0,-1 0 0,1 3 0,8 34 0,-7 24 0,-3-51 0,1 0 0,0 0 0,1 0 0,0-1 0,1 1 0,0 0 0,1 0 0,5 12 0,-8-21 0,1-1 0,-1 1 0,1-1 0,0 0 0,0 1 0,-1-1 0,1 0 0,0 0 0,0 0 0,0 0 0,1 0 0,-1 0 0,0 0 0,0 0 0,0 0 0,1 0 0,1 0 0,-2 0 0,0-1 0,0 0 0,0 0 0,0 0 0,0 0 0,0 0 0,0 0 0,0 0 0,0-1 0,0 1 0,0 0 0,0-1 0,0 1 0,0 0 0,0-1 0,0 1 0,0-1 0,0 1 0,1-2 0,1-1 0,1-1 0,-1 1 0,0-1 0,0 0 0,-1 0 0,1 0 0,-1 0 0,1 0 0,1-7 0,8-28 0,14-79 0,-12 43 0,10-72 0,-8 36 0,-14 91 38,0-1 0,-1-25 1,-2 27-533,2 1 1,4-34 0,-1 37-6333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55.1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 24575,'1'129'0,"2"-10"0,-21 178 0,11-250 0,2-13 0,0-1 0,2 37 0,3-62 0,3 42 0,-2-48 0,-1 0 0,0 0 0,1-1 0,-1 1 0,1 0 0,-1-1 0,1 1 0,0-1 0,-1 1 0,1-1 0,0 1 0,0-1 0,0 0 0,0 1 0,1-1 0,-1 0 0,0 0 0,0 0 0,1 0 0,-1 0 0,1 0 0,-1 0 0,1 0 0,2 1 0,-3-3 0,0 1 0,0 0 0,0 0 0,0-1 0,0 1 0,0 0 0,0-1 0,-1 1 0,1-1 0,0 1 0,0-1 0,0 1 0,-1-1 0,1 0 0,0 1 0,-1-1 0,1 0 0,0 0 0,-1 0 0,1 1 0,-1-1 0,0 0 0,1 0 0,-1 0 0,0 0 0,1 0 0,-1 0 0,0 0 0,0 0 0,0 0 0,0 1 0,0-1 0,0-2 0,4-38 0,-4 38 0,-1-142 0,2 140-124,0 0 0,0 0 0,1 0 0,0 1 0,0-1 0,0 1-1,0-1 1,1 1 0,0 0 0,3-4 0,3-4-6702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56.6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 24575,'-3'5'0,"1"-1"0,-1 1 0,1 0 0,0 0 0,0 0 0,1 1 0,-1-1 0,1 0 0,0 1 0,1-1 0,-1 10 0,-3 14 0,0-7 0,1 0 0,0-1 0,2 1 0,0 0 0,4 24 0,-4-45 0,1 0 0,1 0 0,-1 1 0,0-1 0,0 0 0,0 1 0,1-1 0,-1 0 0,1 0 0,-1 0 0,1 1 0,-1-1 0,1 0 0,0 0 0,-1 0 0,1 0 0,0 0 0,0 0 0,0 0 0,0 0 0,0 0 0,0-1 0,0 1 0,0 0 0,0 0 0,0-1 0,0 1 0,1-1 0,-1 1 0,0-1 0,0 0 0,0 1 0,1-1 0,-1 0 0,0 0 0,1 0 0,-1 0 0,0 0 0,1 0 0,-1 0 0,0 0 0,0-1 0,1 1 0,-1 0 0,0-1 0,0 1 0,0-1 0,1 0 0,-1 1 0,0-1 0,0 0 0,0 1 0,0-1 0,0 0 0,0 0 0,0 0 0,-1 0 0,1 0 0,0 0 0,0 0 0,-1 0 0,1-1 0,-1 1 0,1 0 0,0-1 0,6-15 0,-2 0 0,1 0 0,-2-1 0,0 1 0,1-23 0,-2 19 0,0 0 0,2 1 0,7-22 0,-12 42 0,0 0 0,0 0 0,0 0 0,0 0 0,0 0 0,0 0 0,0 1 0,0-1 0,0 0 0,0 0 0,0 0 0,0 0 0,0 0 0,1 0 0,-1 0 0,0 0 0,0 0 0,0 0 0,0 0 0,0 0 0,0 0 0,0 0 0,0 0 0,0 0 0,0 0 0,0 0 0,0 0 0,0 0 0,1 0 0,-1 0 0,0 0 0,0 0 0,0 0 0,0 0 0,0 0 0,0 0 0,0 0 0,0 0 0,0 0 0,0 0 0,0 0 0,0 0 0,0 0 0,0 0 0,1 0 0,-1-1 0,0 1 0,0 0 0,0 0 0,0 0 0,0 0 0,0 0 0,0 0 0,0 0 0,0 0 0,0 0 0,0 0 0,0 0 0,0 0 0,0 0 0,0-1 0,2 12 0,0 14 0,-2-4 24,1 0 0,1 0 0,0 0 0,9 30 0,-10-46-41,1-1 0,-1 1 1,1-1-1,1 1 0,-1-1 0,1 1 1,-1-1-1,1 0 0,0 0 0,1-1 1,3 4-1,-5-5-47,1 0 0,-1 0-1,1-1 1,0 1 0,0-1 0,0 0 0,-1 0-1,1 0 1,0 0 0,0-1 0,1 1 0,-1-1-1,0 0 1,0 1 0,0-1 0,0-1 0,0 1-1,0 0 1,4-2 0,6-2-6762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57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50 174 24575,'8'1'0,"-1"-2"0,0 1 0,0-1 0,1 0 0,-1-1 0,0 1 0,0-2 0,0 1 0,9-5 0,-13 6 0,-1-1 0,1 0 0,0 0 0,0 0 0,-1-1 0,1 1 0,-1 0 0,0-1 0,0 0 0,0 1 0,0-1 0,0 0 0,-1 0 0,1 0 0,-1 0 0,0 0 0,0-1 0,0 1 0,0 0 0,0-1 0,-1 1 0,1-4 0,-1 2 0,0 0 0,0 1 0,0-1 0,-1 1 0,1-1 0,-1 1 0,0-1 0,-1 1 0,1-1 0,-1 1 0,0 0 0,0-1 0,-4-5 0,5 8 0,-1 0 0,1 1 0,-1-1 0,0 0 0,0 1 0,1 0 0,-1-1 0,0 1 0,0 0 0,-1 0 0,1 0 0,0 0 0,0 0 0,0 0 0,-1 1 0,1-1 0,0 1 0,0 0 0,-1 0 0,1-1 0,0 1 0,-1 1 0,1-1 0,0 0 0,-1 1 0,1-1 0,0 1 0,0-1 0,-3 2 0,1 0 0,1 0 0,0 0 0,0 0 0,-1 1 0,1-1 0,1 1 0,-1 0 0,0-1 0,1 1 0,-1 1 0,1-1 0,0 0 0,0 0 0,0 1 0,0-1 0,1 1 0,-2 4 0,-4 12 0,-7 38 0,12-47 0,-4 13 0,2-12 0,1-1 0,1 1 0,0 0 0,0 13 0,2-22 0,0-1 0,0 1 0,1 0 0,-1-1 0,1 1 0,-1 0 0,1-1 0,0 1 0,0-1 0,0 1 0,0-1 0,0 0 0,1 1 0,-1-1 0,1 0 0,-1 0 0,1 0 0,0 0 0,0 0 0,0 0 0,0-1 0,0 1 0,4 2 0,4 1 15,1-1 0,0 0 0,0 0 0,0-1 0,0 0 0,0-1 0,24 1 0,-28-2-114,0-1 0,0 0 0,0 0 0,0-1 0,0 0 0,0 0 0,0 0 0,0-1 0,0-1 0,-1 1 0,1-1 0,-1 0 0,1 0 0,5-5 0,-1-2-6727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05.1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24575,'0'3'0,"0"6"0,0 9 0,0 5 0,0 3 0,0 2 0,0 0 0,0-3 0,0 1 0,0-2 0,0-1 0,3 0 0,1 0 0,-1-1 0,0-2 0,-1-4-8191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06.3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24575,'4'2'0,"-1"0"0,0 0 0,1 0 0,-1 0 0,0 1 0,0 0 0,0-1 0,0 1 0,0 0 0,3 6 0,-1-3 0,10 10 0,-2-4 0,-2 1 0,0 0 0,0 0 0,14 27 0,-23-38 0,-1 1 0,0 0 0,1 0 0,-1-1 0,0 1 0,0 0 0,-1 0 0,1 0 0,-1 0 0,1 1 0,-1-1 0,0 0 0,0 0 0,0 0 0,-1 0 0,1 0 0,-1 0 0,1 0 0,-1 0 0,0 0 0,0 0 0,-1 0 0,1 0 0,-1-1 0,1 1 0,-1-1 0,0 1 0,0-1 0,0 1 0,0-1 0,0 0 0,-5 4 0,-5 1-1365,1-2-5461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08.0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24575,'1'1'0,"0"-1"0,0 1 0,0 0 0,0-1 0,0 1 0,0 0 0,0 0 0,-1 0 0,1 0 0,0-1 0,0 1 0,-1 0 0,1 0 0,-1 1 0,1-1 0,-1 0 0,1 0 0,-1 0 0,1 0 0,-1 0 0,0 0 0,0 1 0,0-1 0,0 0 0,0 0 0,0 2 0,2 35 0,-10 23 0,5-45 0,1 0 0,0 1 0,1 21 0,2-33 0,0 1 0,-1 0 0,2-1 0,-1 1 0,1-1 0,-1 0 0,2 1 0,-1-1 0,0 0 0,1 0 0,0 0 0,0-1 0,7 8 0,-5-7 14,0 0-1,0 0 0,0-1 0,1 0 1,-1 0-1,1-1 0,0 1 1,12 4-1,-15-7-91,0 0 0,1 0 0,-1 0-1,1 0 1,-1-1 0,0 1 0,1-1 0,-1 0 0,1 0-1,-1 0 1,1-1 0,-1 1 0,1-1 0,-1 0 0,1 0-1,-1 0 1,0 0 0,6-3 0,2-4-6748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08.7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24575,'3'0'0,"4"0"0,3 3 0,4 1 0,1 0 0,-1-1-8191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09.5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 24575,'3'0'0,"4"0"0,6 0 0,1-3 0,5-1 0,0-2 0,2-1 0,-2 1 0,-2 2-8191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0.1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24575,'0'3'0,"0"3"0,0 5 0,0 2 0,0 5 0,0 3 0,0 3 0,0 3 0,0 3 0,0 0 0,0-1 0,-3-1 0,-1-3 0,0-3 0,1-2 0,1-2 0,1-1 0,0-3-8191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1.1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24575,'6'0'0,"4"0"0,4 0 0,3 0 0,0 0 0,1 0 0,0 0 0,0 0 0,0 0 0,-1 0 0,1 0 0,-1 0 0,-3 0-8191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1.7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 24575,'-3'0'0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2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180 0 24575,'0'22'0,"-1"-1"0,-1 1 0,-1-1 0,-1 0 0,-1 0 0,-1 0 0,-1-1 0,-12 28 0,1-7-117,2-2-195,-2-1 0,-1 0 0,-25 35 0,27-49-6514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2.8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24575,'0'0'-8191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8.0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31 24575,'0'-3'0,"2"-3"0,5-5 0,1 1-8191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9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24575,'0'3'0,"0"9"0,0 12 0,0 4 0,0 7 0,0-1 0,0 0 0,0 1 0,2-1 0,2-3 0,0-1 0,2 0 0,-6-5 0,-3-12 0,0-12 0,-1-8 0,1-9 0,1-2-8191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28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24575,'35'26'0,"-1"3"0,-1 0 0,39 47 0,-37-38 0,1-2 0,43 33 0,-64-56-103,-13-10 131,1-1 1,0 1-1,0-1 0,0 0 0,0 1 1,0-2-1,5 4 0,-8-5-43,1 0 0,-1 0 0,1 0 0,-1 0 0,1 0-1,-1 0 1,1 0 0,-1 0 0,1 0 0,-1 0 0,1 0 0,-1 0-1,1 0 1,-1 0 0,1 0 0,-1-1 0,1 1 0,-1 0 0,0 0 0,1-1-1,-1 1 1,1 0 0,0-1 0,7-17-1110,-5-1-5701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29.7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24575,'2'41'0,"2"-1"0,9 40 0,-1-9 0,-7-36 0,2 11 0,2 76 0,-10-44-1365,1-57-5461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31.7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72 24575,'1'6'0,"-1"-1"0,1 1 0,1-1 0,-1 0 0,1 0 0,0 1 0,0-1 0,0 0 0,1-1 0,-1 1 0,5 5 0,-3-5 0,0 1 0,-1 0 0,0 0 0,0 1 0,-1-1 0,4 12 0,-5-14 0,0 1 0,0 0 0,1-1 0,0 1 0,0-1 0,0 1 0,1-1 0,-1 0 0,1 0 0,0 0 0,0 0 0,0 0 0,1-1 0,-1 0 0,9 6 0,-10-8 0,0 1 0,0-1 0,0 0 0,0 0 0,0-1 0,0 1 0,0 0 0,0-1 0,1 1 0,-1-1 0,0 0 0,0 0 0,1 0 0,-1 0 0,0 0 0,1 0 0,-1 0 0,0-1 0,0 1 0,1-1 0,-1 0 0,0 0 0,0 0 0,0 0 0,0 0 0,0 0 0,0 0 0,0-1 0,-1 1 0,1 0 0,0-1 0,-1 0 0,1 1 0,-1-1 0,3-4 0,-1 1 0,0-1 0,0 0 0,-1 0 0,1 0 0,-2 0 0,1 0 0,0 0 0,-1-1 0,0 1 0,-1 0 0,0-13 0,0-9 0,-6-34 0,6 61 0,-1-2 0,1 0 0,0 0 0,-1 0 0,1 0 0,-1 0 0,0 0 0,0 0 0,0 0 0,0 0 0,-1 1 0,1-1 0,-1 1 0,0-1 0,0 1 0,0-1 0,0 1 0,0 0 0,0 0 0,0 0 0,-1 0 0,1 0 0,-1 1 0,-3-3 0,-1 2 0,0 0 0,1 1 0,-1-1 0,0 2 0,0-1 0,0 1 0,1 0 0,-1 0 0,-10 2 0,14-1-80,0-1 0,1 0-1,-1 1 1,0 0 0,1 0-1,-1-1 1,1 1 0,-1 1-1,1-1 1,0 0 0,0 1 0,-1-1-1,1 1 1,0 0 0,0-1-1,-1 3 1,-5 7-6746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33.7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98 24575,'3'0'0,"0"0"0,-1 1 0,1-1 0,-1 0 0,1 1 0,0 0 0,-1 0 0,1-1 0,-1 2 0,0-1 0,1 0 0,-1 0 0,0 1 0,1-1 0,-1 1 0,0 0 0,2 2 0,2 3 0,-1 0 0,0 1 0,8 14 0,-10-17 0,-1 0 0,1 0 0,0 0 0,0 0 0,0 0 0,1-1 0,0 0 0,0 0 0,0 0 0,8 6 0,-12-10 0,1 0 0,0 1 0,0-1 0,0 0 0,0 0 0,0 0 0,0 0 0,-1 0 0,1 0 0,0 0 0,0 0 0,0 0 0,0-1 0,0 1 0,0 0 0,-1 0 0,1-1 0,0 1 0,0 0 0,0-1 0,-1 1 0,1-1 0,0 1 0,0-1 0,-1 0 0,1 1 0,-1-1 0,1 0 0,0 1 0,-1-1 0,1 0 0,-1 0 0,0 1 0,1-1 0,-1 0 0,0 0 0,1 0 0,-1 0 0,0-1 0,14-45 0,-11 33 0,3-7 0,8-24 0,-14 43 0,1 0 0,1-1 0,-1 1 0,0 0 0,0 0 0,1 0 0,-1 0 0,1 0 0,0 0 0,-1 1 0,1-1 0,0 0 0,0 1 0,0 0 0,3-2 0,-4 3 0,0-1 0,0 1 0,0 0 0,0 0 0,1 0 0,-1 0 0,0 0 0,0 0 0,0 0 0,0 1 0,0-1 0,0 0 0,0 1 0,0-1 0,1 1 0,-1-1 0,0 1 0,-1-1 0,1 1 0,0 0 0,0-1 0,0 1 0,0 0 0,0 0 0,-1 0 0,1-1 0,0 1 0,-1 0 0,1 0 0,0 0 0,-1 0 0,0 0 0,1 0 0,0 2 0,14 40 0,-14-39 0,6 39 0,-6-36 0,0 1 0,0 0 0,1 0 0,0 0 0,5 12 0,-4-20 0,-1-7 0,0-8 0,0-143 0,-2 157 0,0-1 0,0 1 0,0-1 0,0 1 0,0 0 0,1-1 0,-1 1 0,0-1 0,1 1 0,-1 0 0,1-1 0,0 1 0,-1 0 0,1 0 0,0 0 0,0-1 0,0 1 0,0 0 0,0 0 0,2-1 0,-2 1 0,0 1 0,0-1 0,1 1 0,-1 0 0,0 0 0,0-1 0,1 1 0,-1 0 0,0 0 0,1 0 0,-1 0 0,0 1 0,0-1 0,1 0 0,-1 0 0,0 1 0,0-1 0,2 2 0,2 0 0,-1 1 0,1-1 0,-1 1 0,0 0 0,1 1 0,-2-1 0,1 1 0,0 0 0,-1-1 0,4 7 0,5 12-62,-1 0-1,9 29 1,-10-25-1116,-3-11-5648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34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1 151 24575,'0'-12'0,"1"0"0,0 0 0,1 0 0,0 0 0,1 0 0,5-12 0,-7 21 0,0 0 0,0 0 0,0 0 0,0 0 0,1 1 0,-1-1 0,1 0 0,0 1 0,-1-1 0,1 1 0,0 0 0,1-1 0,-1 1 0,0 0 0,1 0 0,-1 1 0,1-1 0,-1 0 0,1 1 0,0 0 0,0-1 0,0 1 0,-1 0 0,1 0 0,0 1 0,0-1 0,0 1 0,6-1 0,-7 2 0,-1-1 0,1 1 0,-1-1 0,1 1 0,-1 0 0,1 0 0,-1 0 0,1 0 0,-1 0 0,1 0 0,-1 0 0,0 0 0,0 0 0,0 1 0,0-1 0,0 0 0,0 1 0,0-1 0,0 1 0,0-1 0,0 1 0,-1 0 0,1-1 0,-1 1 0,1 0 0,-1-1 0,0 4 0,5 51 0,-4-50 0,-3 85-1365,1-72-5461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36.3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37 135 24575,'2'0'0,"-1"0"0,1-1 0,-1 1 0,0-1 0,1 1 0,-1-1 0,0 1 0,0-1 0,0 0 0,1 0 0,-1 0 0,0 1 0,0-1 0,0 0 0,0 0 0,0-1 0,0 1 0,-1 0 0,1 0 0,0 0 0,-1-1 0,1 1 0,0 0 0,-1 0 0,0-1 0,1 1 0,-1-1 0,0 0 0,7-43 0,-7 43 0,1-2 0,-1-1 0,-1 1 0,1 0 0,0 0 0,-1 0 0,0 0 0,0 0 0,0 0 0,-2-4 0,2 7 0,1 0 0,-1 0 0,1 0 0,-1 0 0,1 1 0,-1-1 0,1 0 0,-1 0 0,0 1 0,0-1 0,1 0 0,-1 1 0,0-1 0,0 0 0,0 1 0,1-1 0,-1 1 0,0 0 0,0-1 0,0 1 0,0 0 0,0 0 0,0-1 0,0 1 0,0 0 0,0 0 0,0 0 0,0 0 0,0 0 0,0 0 0,0 0 0,0 1 0,0-1 0,0 0 0,0 0 0,0 1 0,1-1 0,-1 1 0,0-1 0,0 1 0,0-1 0,0 1 0,-1 1 0,0-1 0,0 2 0,0-1 0,0 0 0,0 0 0,0 1 0,0-1 0,1 1 0,-1-1 0,1 1 0,0 0 0,-1-1 0,1 1 0,1 0 0,-1 0 0,0 0 0,1 0 0,-1 6 0,1 57 0,1-45 0,-2 12-111,1-15 191,0 0-1,3 28 0,-3-43-154,1 0 1,-1 1-1,1-1 1,0 0-1,0 0 0,0 0 1,0 0-1,1 0 1,-1 0-1,1 0 0,0 0 1,0-1-1,0 1 1,0-1-1,0 1 0,0-1 1,1 0-1,-1 1 1,6 2-1,8 1-6751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9:51.8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24575,'0'3'0,"0"7"0,0 4 0,0 6 0,0 5 0,0 1 0,0 2 0,0 0 0,0-3 0,0-3 0,0-2 0,0-1 0,0-1 0,0-2 0,0 1 0,0-9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9:52.8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24575,'61'-1'0,"-33"-1"0,1 2 0,-1 1 0,56 8 0,-80-7 0,-1-1 0,1 0 0,-1 1 0,1-1 0,-1 1 0,0 0 0,0 0 0,0 0 0,0 0 0,0 1 0,-1-1 0,1 1 0,-1 0 0,1 0 0,-1 0 0,0 0 0,0 0 0,0 0 0,-1 0 0,1 1 0,-1-1 0,0 1 0,0-1 0,0 1 0,0-1 0,0 1 0,-1 4 0,1 5 0,0 1 0,-1 0 0,-1 0 0,0-1 0,0 1 0,-5 15 0,5-23-45,-1-1-1,1 1 1,-1-1-1,0 1 1,0-1-1,-1 0 1,1 1-1,-1-1 1,-1 0-1,1-1 1,0 1-1,-1-1 1,0 1-1,0-1 1,-1 0-1,1-1 1,-1 1-1,0-1 1,0 0-1,0 0 1,0 0-1,0-1 1,0 0-1,-1 0 0,1 0 1,-1 0-1,0-1 1,0 0-1,-10 0 1,-2 0-6781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1.9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 8 24575,'-2'0'0,"0"1"0,0-1 0,-1 0 0,1 1 0,0 0 0,0-1 0,-1 1 0,1 0 0,0 0 0,0 0 0,0 0 0,0 1 0,0-1 0,0 1 0,1-1 0,-1 1 0,0-1 0,1 1 0,-1 0 0,1 0 0,0 0 0,-1 0 0,1 0 0,0 0 0,0 0 0,-1 4 0,-2 7 0,0 1 0,0 0 0,-2 21 0,0 1 0,1-18 0,1 0 0,1 0 0,1 1 0,1-1 0,1 1 0,0-1 0,1 0 0,1 1 0,6 25 0,-7-41 0,0 0 0,0-1 0,0 1 0,0 0 0,0-1 0,1 1 0,-1-1 0,1 0 0,0 1 0,0-1 0,0 0 0,0 0 0,0 0 0,0-1 0,0 1 0,1 0 0,-1-1 0,1 1 0,-1-1 0,1 0 0,-1 0 0,1 0 0,0 0 0,0 0 0,-1-1 0,1 1 0,0-1 0,0 0 0,0 0 0,0 0 0,3 0 0,-2-1 0,0 0 0,-1 1 0,1-1 0,0-1 0,0 1 0,0 0 0,-1-1 0,1 0 0,-1 0 0,1 0 0,-1 0 0,0-1 0,0 1 0,0-1 0,0 0 0,0 0 0,-1 0 0,1 0 0,-1 0 0,0-1 0,3-5 0,0-3 0,-1 0 0,-1 0 0,0 0 0,-1-1 0,0 1 0,0-16 0,-2-2 0,-4-43 0,2 60 0,-1 1 0,-1 0 0,0 0 0,0 0 0,-7-13 0,-9-24 0,15 35-1365,0 3-5461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3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24575,'-1'78'0,"2"81"0,-1-157 0,0 0 0,0 0 0,1 0 0,-1 0 0,0 0 0,1 0 0,0 0 0,-1-1 0,1 1 0,0 0 0,0 0 0,1 2 0,-1-4 0,-1 0 0,0 0 0,0 0 0,0 0 0,0 1 0,1-1 0,-1 0 0,0 0 0,0 0 0,0 0 0,1 0 0,-1 0 0,0 0 0,0 0 0,0 0 0,1 0 0,-1 0 0,0 0 0,0 0 0,0 0 0,1 0 0,-1 0 0,0 0 0,0 0 0,0 0 0,1 0 0,-1 0 0,0 0 0,0 0 0,0 0 0,1-1 0,-1 1 0,0 0 0,0 0 0,0 0 0,1 0 0,6-16 0,50-177 0,-56 191 0,-1-1 0,1 1 0,0 0 0,-1 0 0,1-1 0,0 1 0,1 0 0,-1 0 0,0 0 0,1 0 0,-1 0 0,1 1 0,-1-1 0,1 0 0,0 1 0,-1-1 0,1 1 0,0 0 0,0-1 0,0 1 0,0 0 0,1 0 0,-1 0 0,0 1 0,0-1 0,1 0 0,-1 1 0,0 0 0,1-1 0,-1 1 0,0 0 0,1 0 0,-1 0 0,0 1 0,4 0 0,-1 0 0,-1 0 0,1 0 0,-1 1 0,0 0 0,0 0 0,0 0 0,0 1 0,0-1 0,0 1 0,0 0 0,-1 0 0,0 0 0,1 0 0,-1 1 0,0-1 0,-1 1 0,4 6 0,1 7 0,-1 0 0,0 1 0,-2 0 0,0 0 0,-1 0 0,-1 0 0,0 27 0,5 32 0,-6-67-117,0-3 167,0 1 0,0-1 0,1 0 1,3 9-1,-5-15-78,0-1-1,0 1 1,1 0 0,-1-1 0,0 1-1,1-1 1,-1 1 0,1 0-1,-1-1 1,0 1 0,1-1 0,-1 1-1,1-1 1,-1 1 0,1-1-1,0 0 1,-1 1 0,1-1 0,-1 0-1,1 1 1,0-1 0,-1 0-1,1 0 1,0 1 0,-1-1 0,1 0-1,0 0 1,-1 0 0,1 0-1,0 0 1,0 0 0,-1 0 0,1 0-1,0 0 1,-1-1 0,1 1-1,0 0 1,-1 0 0,1 0 0,0-1-1,-1 1 1,1 0 0,-1-1-1,1 1 1,-1-1 0,1 1 0,0-1-1,-1 1 1,0-1 0,1 1 0,-1-1-1,1 0 1,14-15-6798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4.2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24575,'-1'66'0,"2"105"0,-1-169 0,0 0 0,0 0 0,0 1 0,0-1 0,1 0 0,-1 0 0,1 0 0,-1 0 0,1 1 0,0-1 0,0 0 0,0 0 0,0 0 0,0 0 0,0 0 0,0-1 0,1 1 0,-1 0 0,1-1 0,-1 1 0,1-1 0,0 1 0,-1-1 0,1 0 0,0 1 0,0-1 0,0 0 0,0 0 0,0-1 0,0 1 0,0 0 0,1-1 0,-1 1 0,0-1 0,0 1 0,0-1 0,1 0 0,-1 0 0,0 0 0,0-1 0,1 1 0,-1 0 0,0-1 0,0 1 0,0-1 0,0 0 0,0 0 0,0 0 0,0 0 0,0 0 0,0 0 0,0 0 0,0-1 0,-1 1 0,1-1 0,0 1 0,-1-1 0,2-2 0,2-3 0,0-1 0,0 1 0,-1-1 0,0 0 0,0 0 0,-1 0 0,0-1 0,0 1 0,-1-1 0,0 0 0,-1 1 0,0-1 0,0-13 0,0 9 0,1-1 0,0 0 0,1 1 0,5-16 0,-8 29 0,0 0 0,0 0 0,0-1 0,0 1 0,0 0 0,0 0 0,0-1 0,0 1 0,0 0 0,0 0 0,0-1 0,0 1 0,0 0 0,0 0 0,0-1 0,1 1 0,-1 0 0,0 0 0,0 0 0,0-1 0,0 1 0,0 0 0,1 0 0,-1 0 0,0-1 0,0 1 0,0 0 0,0 0 0,1 0 0,-1 0 0,0-1 0,0 1 0,1 0 0,-1 0 0,0 0 0,0 0 0,1 0 0,-1 0 0,0 0 0,0 0 0,1 0 0,-1 0 0,0 0 0,0 0 0,1 0 0,-1 0 0,0 0 0,0 0 0,1 0 0,-1 0 0,5 17 0,0 26 0,-5 180 0,0-217 17,1 0 0,-1 0 1,1-1-1,0 1 0,1 0 0,1 5 0,-2-9-74,-1-1 0,1 1 0,0-1 0,0 1-1,0-1 1,0 0 0,0 1 0,0-1 0,0 0 0,0 0 0,0 0 0,0 1-1,1-1 1,-1-1 0,1 1 0,-1 0 0,0 0 0,1 0 0,-1-1 0,1 1 0,0-1-1,-1 1 1,1-1 0,-1 0 0,4 1 0,10-2-6769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5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24575,'0'10'0,"0"97"0,16 126 0,-15-227 0,-1-1 0,1 0 0,0 0 0,1 0 0,-1 0 0,1 0 0,0-1 0,0 1 0,1 0 0,0-1 0,-1 1 0,1-1 0,1 0 0,-1 0 0,0 0 0,1-1 0,0 1 0,0-1 0,0 0 0,0 0 0,1 0 0,-1-1 0,1 1 0,0-1 0,0 0 0,-1 0 0,1-1 0,0 0 0,0 1 0,1-2 0,-1 1 0,0-1 0,0 1 0,0-1 0,0-1 0,1 1 0,-1-1 0,0 0 0,5-2 0,-8 3-49,0-1 1,0 0-1,0 0 0,0 0 0,-1 0 1,1 0-1,0 0 0,-1 0 0,1-1 1,-1 1-1,1-1 0,-1 1 0,0-1 1,1 0-1,-1 1 0,0-1 0,0 0 1,0 0-1,-1 0 0,1 0 0,0 1 1,-1-1-1,1 0 0,-1 0 0,0 0 0,1-1 1,-1-3-1,-2-8-6777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5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24575,'2'0'0,"5"0"0,3 0 0,7 0 0,2 0 0,1 0 0,1 0 0,-2 0 0,-3 0-8191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7.0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213 18 24575,'-3'-2'0,"0"0"0,0 0 0,0 0 0,0 1 0,0-1 0,0 1 0,-1 0 0,1-1 0,-1 2 0,1-1 0,-1 0 0,1 1 0,-1-1 0,1 1 0,-6 1 0,-2-1 0,1 1 0,-1 0 0,-19 6 0,23-5 0,-2 0 0,0 1 0,0 0 0,0 1 0,1 0 0,-10 5 0,17-8 0,-1 0 0,0 0 0,1 1 0,-1-1 0,0 0 0,1 1 0,0 0 0,-1-1 0,1 1 0,0 0 0,0-1 0,0 1 0,0 0 0,0 0 0,0 0 0,1 0 0,-1 0 0,1 0 0,-1 0 0,1 0 0,0 0 0,0 0 0,0 1 0,0-1 0,0 0 0,0 0 0,1 0 0,0 3 0,1 3 0,1 0 0,0-1 0,0 1 0,1-1 0,0 0 0,0 0 0,1-1 0,0 1 0,0-1 0,0 0 0,1 0 0,0-1 0,0 1 0,1-1 0,-1-1 0,1 1 0,0-1 0,0-1 0,1 1 0,-1-1 0,1 0 0,-1-1 0,1 1 0,0-2 0,0 1 0,0-1 0,0 0 0,0-1 0,0 0 0,0 0 0,0-1 0,0 0 0,16-4 0,10-13-1365,-19 7-5461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8.0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24575,'-1'81'0,"2"89"0,-1-167 0,3 26 0,-3-28 0,1 0 0,-1 0 0,0 0 0,0 1 0,1-1 0,-1 0 0,1 0 0,-1 0 0,1 0 0,-1 0 0,1 0 0,0 0 0,-1 0 0,1 0 0,0 0 0,0 0 0,0-1 0,0 1 0,0 0 0,1 0 0,-2-1 0,1 0 0,-1 0 0,1 0 0,-1 0 0,1 0 0,-1-1 0,1 1 0,-1 0 0,1 0 0,-1 0 0,1-1 0,-1 1 0,1 0 0,-1-1 0,1 1 0,-1 0 0,0-1 0,1 1 0,-1-1 0,0 1 0,1-1 0,-1 1 0,0-1 0,1 1 0,-1-1 0,0 1 0,0-1 0,0 1 0,0-1 0,0 1 0,1-2 0,5-24 0,-4 19 0,0 2 0,-1 0 0,1 1 0,0-1 0,0 1 0,0-1 0,1 1 0,0 0 0,-1 0 0,1 0 0,1 1 0,-1-1 0,1 1 0,3-4 0,-5 6 0,0 0 0,0-1 0,0 2 0,0-1 0,1 0 0,-1 0 0,0 0 0,0 1 0,0 0 0,1-1 0,-1 1 0,0 0 0,0 0 0,1 0 0,-1 0 0,0 0 0,1 1 0,-1-1 0,0 1 0,0-1 0,0 1 0,0 0 0,0 0 0,1 0 0,-1 0 0,-1 0 0,1 1 0,0-1 0,0 0 0,2 3 0,2 2 0,-1 0 0,0 0 0,0 1 0,0-1 0,-1 1 0,0 0 0,0 0 0,-1 0 0,1 1 0,-2-1 0,1 1 0,-1 0 0,2 13 0,4 11 0,-8-30-50,1 1-1,0-1 1,0 0-1,0 0 0,0 1 1,0-1-1,0 0 1,0 0-1,1 0 1,-1 0-1,1 0 0,0-1 1,-1 1-1,1 0 1,0-1-1,0 1 1,0-1-1,0 0 0,0 1 1,0-1-1,1 0 1,-1 0-1,0-1 1,0 1-1,1 0 1,2 0-1,12 1-6775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20.4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71 24575,'-2'0'0,"0"0"0,0 0 0,0 0 0,0 0 0,0 0 0,0 1 0,0-1 0,0 0 0,1 1 0,-1 0 0,0-1 0,0 1 0,0 0 0,1 0 0,-1 0 0,0 0 0,1 0 0,-1 1 0,1-1 0,-3 3 0,2-1 0,1 0 0,-1 1 0,1-1 0,0 1 0,0-1 0,0 1 0,0 0 0,0-1 0,1 1 0,-1 4 0,0 3 0,1 1 0,0-1 0,0 0 0,1 1 0,1-1 0,-1 0 0,2 0 0,0 0 0,5 14 0,-6-22 0,0 1 0,0 0 0,0-1 0,0 0 0,0 1 0,1-1 0,-1 0 0,1 0 0,0-1 0,0 1 0,0 0 0,0-1 0,1 0 0,-1 0 0,1 0 0,-1 0 0,1 0 0,-1-1 0,1 0 0,0 0 0,0 0 0,0 0 0,0 0 0,0-1 0,0 1 0,0-1 0,0 0 0,0-1 0,5 0 0,-8 1 0,1 0 0,0 0 0,-1-1 0,1 1 0,0-1 0,-1 1 0,1-1 0,0 0 0,-1 1 0,1-1 0,-1 0 0,1 0 0,-1 0 0,0 0 0,1 0 0,-1 0 0,0-1 0,0 1 0,0 0 0,0-1 0,1-1 0,0 0 0,-1 0 0,0 0 0,0 0 0,-1 0 0,1 0 0,-1-1 0,1 1 0,-1 0 0,0 0 0,-1-6 0,0 0 0,0 0 0,-1 0 0,0 0 0,-1 1 0,0-1 0,-1 1 0,-5-12 0,-1 0 0,-1-1 0,9 22 0,4 13 0,1 0 0,0-1 0,1 0 0,0 1 0,1-2 0,0 1 0,1 0 0,1-1 0,8 13 0,-12-22 0,-1 0 0,0 0 0,0 0 0,1 0 0,0-1 0,0 1 0,-1-1 0,1 0 0,0 0 0,1 0 0,-1 0 0,0 0 0,1-1 0,-1 1 0,1-1 0,-1 0 0,1 0 0,0 0 0,-1-1 0,1 1 0,0-1 0,-1 0 0,1 0 0,0 0 0,0 0 0,-1-1 0,1 0 0,0 1 0,-1-1 0,1-1 0,-1 1 0,1 0 0,-1-1 0,0 0 0,4-2 0,-2 1 0,0-1 0,0 0 0,-1 0 0,1-1 0,-1 1 0,0-1 0,0 0 0,0 0 0,-1 0 0,0-1 0,0 1 0,0-1 0,0 1 0,-1-1 0,0 0 0,2-10 0,-1-4 0,0 1 0,0-1 0,-2-38 0,-1 53 0,-1 1 0,1-1 0,-1 1 0,0-1 0,0 1 0,0 0 0,-1-1 0,1 1 0,-1 0 0,0 0 0,-5-7 0,6 9 0,-1 0 0,1 0 0,-1 1 0,0-1 0,0 0 0,1 1 0,-1 0 0,0-1 0,0 1 0,0 0 0,-1 0 0,1 0 0,0 0 0,0 0 0,0 1 0,-1-1 0,1 1 0,0-1 0,-1 1 0,1 0 0,0 0 0,-1 0 0,1 0 0,-3 1 0,4-1 0,1 0 0,-1 0 0,1 0 0,-1 0 0,0 0 0,1 0 0,-1 0 0,1 0 0,-1 0 0,1 0 0,-1 1 0,1-1 0,-1 0 0,1 0 0,-1 1 0,1-1 0,-1 0 0,1 1 0,-1-1 0,1 0 0,-1 1 0,1-1 0,0 1 0,-1-1 0,1 1 0,8 8 0,23 4 0,-24-13 0,0 1 0,0-1 0,1-1 0,-1 1 0,0-1 0,0 0 0,0-1 0,-1 0 0,1 0 0,0 0 0,-1-1 0,1 0 0,7-5 0,-1 2 0,-12 5 0,0 1 0,-1-1 0,1 1 0,0 0 0,0 0 0,-1-1 0,1 1 0,0 0 0,0 0 0,0 0 0,-1 0 0,1 0 0,0 0 0,0 0 0,-1 0 0,1 0 0,0 0 0,0 0 0,0 0 0,-1 1 0,1-1 0,0 0 0,0 1 0,-1-1 0,1 0 0,0 1 0,1 1 0,-1-1 0,0 0 0,0 1 0,-1-1 0,1 1 0,0-1 0,0 1 0,-1-1 0,1 1 0,-1-1 0,1 1 0,-1 2 0,2 7 0,-1 0 0,-1 1 0,0 11 0,-1-13 0,-2 152-1365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21.4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24575,'3'3'0,"0"1"0,-1 0 0,1-1 0,-1 1 0,0 1 0,0-1 0,0 0 0,0 0 0,-1 1 0,2 6 0,5 50 0,-6-45 0,3 32 0,7 96 0,-12-136 0,0 1 0,1-1 0,1 1 0,0-1 0,0 0 0,0 1 0,1-1 0,0 0 0,1-1 0,-1 1 0,2 0 0,-1-1 0,1 0 0,0 0 0,7 7 0,-7-9 0,1 0 0,-1 0 0,1 0 0,-1-1 0,1 0 0,1 0 0,-1 0 0,0-1 0,1 0 0,0 0 0,0-1 0,0 0 0,0 0 0,0-1 0,0 0 0,0 0 0,0 0 0,10-1 0,-15 0-36,-1 0 0,1-1 0,-1 1 1,1-1-1,-1 1 0,1-1 0,-1 1 0,0-1 0,1 1 0,-1-1 0,0 0 0,0 0 0,1 0 0,-1 0 0,0 0 0,0 0 0,0 0 1,0 0-1,0 0 0,0-1 0,0 1 0,-1 0 0,1-1 0,0 1 0,-1 0 0,1-1 0,-1 1 0,1-1 0,-1 1 0,0-1 0,0 1 1,0-1-1,0 1 0,0-1 0,0 1 0,0-1 0,0-2 0,-2-16-6790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22.1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24575,'3'0'0,"7"0"0,4 0 0,3 0 0,1 0 0,4 0 0,0 0 0,0 0 0,-4 0-8191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32.7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24575,'364'-2'0,"382"4"0,-498 19 0,42 1 0,146-8 0,-50-16 0,743 4 0,-753 19 0,-67 0 0,-24-1 0,106 3 0,1168-25 37,-865 3-1439,-682-1-5424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50.0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487 10 24575,'-2'-1'0,"1"0"0,-1 0 0,0 0 0,1 0 0,-1 0 0,0 0 0,0 1 0,1-1 0,-1 1 0,0-1 0,0 1 0,0 0 0,0-1 0,0 1 0,0 0 0,0 0 0,1 1 0,-1-1 0,0 0 0,-3 1 0,-38 14 0,9 2 0,0 1 0,2 2 0,0 1 0,1 1 0,2 2 0,0 1 0,1 1 0,2 1 0,1 2 0,-27 38 0,46-59 0,-1 1 0,2 0 0,-1 0 0,1 1 0,0 0 0,1 0 0,0 0 0,1 0 0,-3 13 0,6-23 0,0 1 1,0-1-1,0 0 0,0 1 0,0-1 0,0 0 1,0 1-1,0-1 0,0 0 0,0 1 0,0-1 0,0 0 1,1 0-1,-1 1 0,0-1 0,0 0 0,0 1 1,0-1-1,0 0 0,1 0 0,-1 1 0,0-1 0,0 0 1,1 0-1,-1 0 0,0 1 0,0-1 0,1 0 1,-1 0-1,0 0 0,0 0 0,1 1 0,-1-1 0,0 0 1,1 0-1,-1 0 0,0 0 0,1 0 0,-1 0 1,0 0-1,1 0 0,13-4-1373,6-6-5453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09.3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0 24575,'-2'0'0,"1"0"0,0 0 0,0 0 0,0 1 0,0-1 0,0 0 0,0 0 0,0 1 0,0-1 0,0 1 0,0-1 0,0 1 0,0-1 0,0 1 0,0-1 0,0 1 0,0 0 0,1 0 0,-1-1 0,0 1 0,0 0 0,1 0 0,-1 0 0,0 2 0,-1 0 0,1 0 0,0 0 0,0 0 0,1 0 0,-1 0 0,1 0 0,0 0 0,-1 1 0,2 2 0,-1 1 0,1 0 0,0 1 0,0-1 0,0 0 0,1 0 0,1 0 0,3 9 0,-4-13 0,0-1 0,0 0 0,0 0 0,0 0 0,0 0 0,0 0 0,1 0 0,-1-1 0,0 1 0,1-1 0,0 0 0,-1 0 0,1 0 0,0 0 0,-1 0 0,1 0 0,0-1 0,4 1 0,-4-1 0,-1 0 0,0 1 0,0-1 0,0 0 0,0 1 0,0-1 0,0 1 0,0 0 0,0 0 0,0-1 0,0 1 0,0 1 0,0-1 0,0 0 0,0 0 0,-1 1 0,1-1 0,-1 1 0,1-1 0,-1 1 0,1 0 0,-1 0 0,0-1 0,0 1 0,0 0 0,0 0 0,0 0 0,-1 0 0,2 4 0,-2-1 8,1 1 0,-2-1 0,1 1 0,0 0 0,-1-1 0,0 1 0,0-1 0,-1 1 0,0-1 0,0 0 0,0 0 0,0 0 0,-1 0 0,-5 7 0,7-9-67,-1 0-1,0 0 1,0 0-1,0-1 1,-1 1 0,1-1-1,-1 1 1,1-1-1,-1 0 1,0 0 0,1 0-1,-1-1 1,0 1-1,-1-1 1,1 1 0,0-1-1,0 0 1,0 0-1,-1 0 1,1-1 0,0 1-1,-1-1 1,1 0-1,-7 0 1,-1-3-6767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41.4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1 24575,'-13'249'0,"10"831"0,4-577 0,14 93 0,-15 548 0,1-1127 0,0 1 0,2 0 0,0-1 0,2 1 0,9 26 0,3 11 0,-12-26 0,0-2 0,-3-23 0,-2-12 0,-10-144-1365,1 43-5461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44.0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 24575,'0'-1'0,"0"1"0,0-1 0,0 0 0,0 0 0,0 0 0,1 0 0,-1 1 0,0-1 0,1 0 0,-1 0 0,1 1 0,-1-1 0,0 0 0,1 0 0,0 1 0,-1-1 0,1 1 0,-1-1 0,1 0 0,0 1 0,-1-1 0,1 1 0,0 0 0,0-1 0,0 1 0,-1 0 0,1-1 0,0 1 0,1 0 0,28-5 0,-22 5 0,454-7 0,-285 9 0,-150-1 0,1-2 0,-1-1 0,1-1 0,47-11 0,-53 9 0,-1 2 0,1 0 0,0 2 0,0 0 0,25 3 0,-3-1 0,-41 0 0,-1-1 0,0 0 0,0 0 0,0 0 0,0 1 0,0-1 0,0 1 0,0 0 0,0 0 0,0 0 0,0 0 0,0 0 0,0 0 0,-1 0 0,1 0 0,0 1 0,-1-1 0,1 1 0,-1-1 0,1 1 0,-1 0 0,0-1 0,0 1 0,0 0 0,0 0 0,0 0 0,0 0 0,0 0 0,-1 0 0,1 2 0,2 9 0,-1-1 0,0 1 0,-1-1 0,-1 17 0,1 2 0,23 613 0,-25 3 0,-1-233 0,2 871 0,7-1067 0,0 11 0,-8-133 0,2 133 0,4-183-104,11 46-1,-10-58-1051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45.1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0 24575,'0'5'0,"-2"8"0,-4 6 0,-2 5 0,-3 11 0,-2 8 0,-1 4 0,-1 8 0,1 1 0,-1-2 0,0-2 0,3-6 0,3-6 0,4-7 0,2-14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45.7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210 0 24575,'-12'26'0,"1"0"0,2 1 0,-10 40 0,-8 87 0,13-61 0,-33 134 0,-22 142 0,69-367-81,-1 18 293,1-20-239,0 0 1,0 0 0,0 1 0,0-1-1,0 0 1,0 0 0,0 1 0,0-1-1,0 0 1,0 0 0,0 0 0,0 1-1,0-1 1,0 0 0,0 0 0,0 1-1,0-1 1,0 0 0,0 0 0,0 0 0,1 1-1,-1-1 1,0 0 0,0 0 0,0 0-1,0 0 1,0 1 0,1-1 0,-1 0-1,0 0 1,0 0 0,0 0 0,1 0-1,-1 0 1,0 1 0,0-1 0,0 0 0,1 0-1,-1 0 1,0 0 0,0 0 0,1 0-1,-1 0 1,0 0 0,0 0 0,1 0-1,-1 0 1,0 0 0,0 0 0,0 0-1,1 0 1,-1 0 0,0 0 0,0-1-1,1 1 1,-1 0 0,11-10-6800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46.2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676 0 24575,'-206'458'0,"83"-176"0,29-81 0,-41 89 0,95-193 0,-27 104 0,67-200 0,-3 7 0,1 1 0,0 0 0,-1 17 0,3-25 0,0-1 0,0 1 0,0 0 0,0 0 0,0 0 0,0 0 0,0-1 0,0 1 0,1 0 0,-1 0 0,0-1 0,0 1 0,1 0 0,-1 0 0,1-1 0,-1 1 0,1 0 0,-1-1 0,1 1 0,-1 0 0,1-1 0,0 1 0,0 0 0,0-1 0,1 0 0,-1 0 0,0 0 0,0 0 0,0 0 0,0 0 0,1 0 0,-1-1 0,0 1 0,0 0 0,0-1 0,0 1 0,1-1 0,-1 1 0,0-1 0,0 1 0,0-1 0,0 0 0,1-1 0,25-19-1365,1-5-5461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47.0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942 1 24575,'-301'505'0,"187"-304"0,57-104 0,-360 669 0,404-740 0,7-14 0,0 0 0,0 1 0,1-1 0,0 1 0,1 1 0,-3 19 0,7-32 1,0-1-1,-1 1 1,1-1-1,0 0 1,0 1-1,0-1 1,0 1 0,0-1-1,0 1 1,0-1-1,0 1 1,0-1-1,0 0 1,0 1-1,1-1 1,-1 1-1,0-1 1,0 0-1,0 1 1,0-1 0,1 1-1,-1-1 1,0 0-1,0 1 1,1-1-1,-1 0 1,0 1-1,1-1 1,-1 0-1,0 0 1,1 1 0,-1-1-1,1 0 1,-1 0-1,0 0 1,1 1-1,-1-1 1,1 0-1,16-4-1386,7-8-5440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47.6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785 0 24575,'-15'18'0,"0"1"0,1 1 0,0 0 0,2 1 0,-10 22 0,2-4 0,-287 506 0,-22 43 0,324-580 0,-1 3 0,0 1 0,0 0 0,-4 16 0,9-27-20,1-1-1,0 0 0,-1 1 1,1-1-1,0 0 0,0 1 0,0-1 1,-1 1-1,1-1 0,0 0 1,0 1-1,0-1 0,0 1 1,0-1-1,0 0 0,0 1 1,0-1-1,0 1 0,0-1 1,0 1-1,0-1 0,0 0 0,0 1 1,0-1-1,0 1 0,0-1 1,1 0-1,-1 1 0,0-1 1,0 1-1,0-1 0,1 0 1,-1 1-1,0-1 0,0 0 1,1 1-1,-1-1 0,0 0 0,1 0 1,-1 1-1,0-1 0,1 0 1,-1 0-1,1 0 0,-1 1 1,0-1-1,1 0 0,-1 0 1,1 0-1,-1 0 0,1 0 1,-1 0-1,0 0 0,1 0 0,-1 0 1,1 0-1,-1 0 0,0 0 1,1 0-1,-1 0 0,1 0 1,-1-1-1,0 1 0,1 0 1,0-1-1,16-5-6805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48.2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651 0 24575,'-8'31'0,"0"-1"0,-2 1 0,-1-2 0,-16 29 0,7-13 0,-341 674 0,266-542 0,-11 52 0,105-228 0,1 0 0,-1 0 0,1 0 0,-1 0 0,1 0 0,-1 0 0,1 0 0,0 1 0,-1-1 0,1 0 0,0 0 0,0 1 0,0-1 0,0 0 0,0 0 0,0 0 0,1 1 0,-1-1 0,0 0 0,0 0 0,1 0 0,-1 1 0,1 0 0,0-2 0,0 1 0,0-1 0,0 0 0,0 0 0,0 1 0,0-1 0,0 0 0,0 0 0,0 0 0,0 0 0,0 0 0,0 0 0,1 0 0,-1-1 0,0 1 0,-1 0 0,1-1 0,0 1 0,0 0 0,2-2 0,10-5 0,0 0 0,19-15 0,-29 20 0,93-70-1365,-50 35-5461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48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166 0 24575,'0'5'0,"-2"6"0,-1 4 0,-5 9 0,-3 5 0,-5 7 0,-2 0 0,0 1 0,0-1 0,1-4 0,4-3 0,1-4 0,3-3 0,0-4 0,2-2 0,2-4-8191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11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0 24575,'-2'50'0,"1"-34"0,0 0 0,1 0 0,0 0 0,1 1 0,1-1 0,0 0 0,2 0 0,4 16 0,-7-32 0,-1 0 0,0 1 0,0-1 0,0 0 0,0 0 0,1 1 0,-1-1 0,0 0 0,0 1 0,0-1 0,1 0 0,-1 0 0,0 0 0,0 1 0,1-1 0,-1 0 0,0 0 0,1 0 0,-1 1 0,0-1 0,1 0 0,-1 0 0,0 0 0,1 0 0,-1 0 0,0 0 0,1 0 0,-1 0 0,0 0 0,1 0 0,-1 0 0,0 0 0,1 0 0,-1 0 0,0 0 0,1 0 0,-1 0 0,0-1 0,1 1 0,15-13 0,9-22 0,-24 34 0,31-62 0,-32 63 0,0-1 0,0 1 0,0 0 0,0 0 0,0 0 0,0 0 0,0-1 0,0 1 0,0 0 0,0 0 0,0 0 0,0 0 0,1 0 0,-1-1 0,0 1 0,0 0 0,0 0 0,0 0 0,0 0 0,0 0 0,0-1 0,0 1 0,0 0 0,1 0 0,-1 0 0,0 0 0,0 0 0,0 0 0,0 0 0,0 0 0,1-1 0,-1 1 0,0 0 0,0 0 0,0 0 0,0 0 0,0 0 0,1 0 0,-1 0 0,0 0 0,0 0 0,0 0 0,0 0 0,1 0 0,-1 0 0,0 0 0,0 0 0,0 0 0,0 0 0,1 1 0,-1-1 0,0 0 0,0 0 0,0 0 0,0 0 0,0 0 0,0 0 0,1 0 0,-1 0 0,0 0 0,0 1 0,4 15 0,0 20 0,-5-14 0,2 25 0,-1-45 0,0 1 0,0 0 0,1-1 0,-1 1 0,1-1 0,0 1 0,0-1 0,0 1 0,0-1 0,0 0 0,0 1 0,1-1 0,1 3 0,-2-5 0,-1 0 0,1 0 0,-1 0 0,1 0 0,-1-1 0,0 1 0,1 0 0,-1 0 0,1 0 0,-1 0 0,1 0 0,-1-1 0,0 1 0,1 0 0,-1 0 0,1-1 0,-1 1 0,0 0 0,1 0 0,-1-1 0,0 1 0,0 0 0,1-1 0,-1 1 0,0-1 0,0 1 0,1 0 0,-1-1 0,0 1 0,0-1 0,0 1 0,0 0 0,0-1 0,0 1 0,0-1 0,1 1 0,-2-2 0,8-18 0,-2-6 66,3-47-1,-1 2-1561,-5 57-5330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12.3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1 145 24575,'11'-6'0,"0"0"0,-1-1 0,1 0 0,-1-1 0,-1 0 0,0 0 0,0-1 0,-1 0 0,9-12 0,-16 19 0,0 1 0,-1-1 0,1 1 0,0-1 0,-1 0 0,1 1 0,-1-1 0,0 0 0,1 1 0,-1-1 0,0 0 0,0 1 0,0-1 0,0 0 0,0 0 0,-1 1 0,1-1 0,0 0 0,-1 1 0,1-1 0,-1 0 0,0 1 0,1-1 0,-1 1 0,0-1 0,0 1 0,-2-3 0,2 4 0,1-1 0,-1 0 0,0 0 0,0 1 0,0-1 0,0 1 0,0-1 0,0 1 0,0-1 0,0 1 0,0 0 0,-1-1 0,1 1 0,0 0 0,0 0 0,0 0 0,0 0 0,0 0 0,-1 0 0,1 0 0,0 0 0,0 1 0,0-1 0,0 0 0,0 1 0,0-1 0,0 0 0,0 1 0,0 0 0,0-1 0,0 1 0,0-1 0,0 1 0,0 0 0,0 0 0,1 0 0,-1-1 0,0 1 0,1 0 0,-1 0 0,-1 2 0,-6 11 0,0 0 0,1 1 0,0-1 0,1 2 0,0-1 0,2 1 0,0-1 0,0 1 0,2 0 0,0 0 0,1 1 0,0 17 0,1-32-4,1 1 0,-1 0 0,0 0 0,1 0 0,0 0 0,-1-1 0,1 1 0,0 0 0,1-1 0,-1 1 0,0-1 0,1 1 0,-1-1 0,1 1 0,0-1 0,0 0 0,0 0 0,0 0 0,4 3 0,-2-3 22,0 1 0,0-1 0,1 0 1,-1 0-1,1-1 0,0 1 0,-1-1 0,1 0 1,0 0-1,9 0 0,-3-1-153,-1 0 0,1-1 0,-1 0 0,1-1 0,-1 0 0,1-1 0,-1 0 0,0 0 0,0-1 0,11-6 0,-3-2-6691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13.1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93 24575,'4'-1'0,"0"0"0,0 0 0,-1 0 0,1-1 0,-1 1 0,1-1 0,-1 0 0,0 0 0,1 0 0,-1-1 0,0 1 0,0-1 0,-1 0 0,1 0 0,3-4 0,-5 5 0,1 0 0,-1 0 0,0 0 0,1 0 0,-1 0 0,0 0 0,0-1 0,-1 1 0,1 0 0,0-1 0,0-3 0,-1 5 0,0 0 0,0 0 0,0 0 0,0 0 0,-1 0 0,1 0 0,0 0 0,0 0 0,-1 0 0,1 0 0,-1 0 0,1 0 0,-1 0 0,1 0 0,-1 1 0,0-1 0,1 0 0,-1 0 0,0 0 0,0 1 0,1-1 0,-1 0 0,0 1 0,0-1 0,0 1 0,-1-1 0,1 0 0,-1 1 0,1-1 0,-1 1 0,1-1 0,-1 1 0,1 0 0,-1-1 0,1 1 0,-1 0 0,1 0 0,-1 0 0,1 0 0,-1 1 0,1-1 0,-1 0 0,1 1 0,-1-1 0,1 0 0,-1 1 0,1 0 0,-1-1 0,1 1 0,0 0 0,0 0 0,-1 0 0,1 0 0,0 0 0,0 0 0,0 0 0,0 0 0,0 0 0,0 1 0,0-1 0,1 0 0,-1 1 0,0-1 0,1 1 0,-2 1 0,-1 5 0,0-1 0,0 1 0,0 0 0,1 1 0,-2 13 0,4-20 0,-5 72 0,5-68 0,0 0 0,0 0 0,0-1 0,1 1 0,0-1 0,1 1 0,-1-1 0,1 1 0,0-1 0,5 10 0,-5-13 0,-1-1 0,1 1 0,-1-1 0,1 0 0,0 1 0,-1-1 0,1 0 0,0 0 0,0 0 0,0 0 0,0 0 0,0-1 0,0 1 0,0-1 0,0 1 0,1-1 0,-1 0 0,0 0 0,0 1 0,0-2 0,0 1 0,1 0 0,-1 0 0,4-2 0,5 0 0,0-2 0,1 1 0,11-7 0,-17 8 0,22-10-1365,-2 1-5461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13.6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0 24575,'-1'40'0,"-2"0"0,-1 0 0,-3-1 0,-16 57 0,26-152 0,1 39-455,1 0 0,8-19 0,1 5-6371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15.2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72 0 24575,'-5'2'0,"1"0"0,0 1 0,-1-1 0,1 1 0,0-1 0,0 1 0,0 0 0,1 1 0,-1-1 0,1 1 0,-5 6 0,0-1 0,7-8 0,0-1 0,0 1 0,1-1 0,-1 1 0,0-1 0,0 1 0,1 0 0,-1 0 0,1-1 0,-1 1 0,1 0 0,-1 0 0,1 0 0,-1-1 0,1 1 0,0 0 0,-1 0 0,1 0 0,0 0 0,0 0 0,0 0 0,0 0 0,0 0 0,0 0 0,0 0 0,0 0 0,0 0 0,0-1 0,0 1 0,1 2 0,1-1 0,0 0 0,0-1 0,0 1 0,0 0 0,0-1 0,1 0 0,-1 1 0,0-1 0,4 1 0,13 9 0,63 36-1365,-69-39-5461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16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74 24575,'1'0'0,"7"0"0,1 0 0,0 0 0,-1-1 0,16-4 0,-23 5 0,0 0 0,0-1 0,0 1 0,0 0 0,0-1 0,0 1 0,0-1 0,0 1 0,0-1 0,0 1 0,-1-1 0,1 0 0,0 1 0,0-1 0,0 0 0,-1 0 0,1 0 0,0 1 0,-1-1 0,1 0 0,-1 0 0,1 0 0,-1 0 0,1 0 0,-1 0 0,0 0 0,0 0 0,1 0 0,-1-1 0,0 1 0,0 0 0,0 0 0,0 0 0,0 0 0,0 0 0,0 0 0,-1 0 0,1 0 0,0 0 0,-1 0 0,1 0 0,-1 0 0,1 0 0,-1 0 0,1 0 0,-1 0 0,1 0 0,-1 0 0,-1 0 0,1-2 0,-1 1 0,0 0 0,0 0 0,-1 0 0,1 1 0,0-1 0,-1 1 0,1-1 0,-1 1 0,1-1 0,-1 1 0,1 0 0,-1 0 0,0 1 0,0-1 0,1 1 0,-1-1 0,0 1 0,-3 0 0,-57 2 0,60-1 0,0 0 0,0 0 0,1 0 0,-1 0 0,0 0 0,0 1 0,0-1 0,1 1 0,-1 0 0,1 0 0,-1 0 0,1 0 0,0 0 0,0 0 0,0 1 0,0-1 0,0 1 0,1-1 0,-1 1 0,1 0 0,-1 0 0,1 0 0,0 0 0,0 0 0,0 0 0,1 0 0,-1 5 0,-1 1 0,1 0 0,0 0 0,0 0 0,1 0 0,1 0 0,0 0 0,0 0 0,3 14 0,-3-21 0,-1 0 0,1 0 0,-1 0 0,1 0 0,0 0 0,0 0 0,-1 0 0,2 0 0,-1-1 0,0 1 0,0 0 0,0-1 0,1 1 0,-1 0 0,1-1 0,-1 0 0,1 1 0,0-1 0,-1 0 0,1 0 0,0 0 0,0 0 0,0 0 0,0 0 0,0-1 0,0 1 0,0-1 0,0 1 0,0-1 0,0 0 0,0 0 0,0 0 0,0 0 0,0 0 0,0 0 0,0-1 0,0 1 0,4-2 0,3-1 0,-1 0 0,0-1 0,0 0 0,0-1 0,0 1 0,-1-2 0,11-8 0,-5 4-1365,-1 1-5461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18.0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146 144 24575,'-23'0'0,"13"-1"0,0 1 0,0 0 0,1 0 0,-1 2 0,0-1 0,-11 4 0,18-4 0,1 0 0,-1 0 0,1 0 0,0 1 0,-1-1 0,1 1 0,0-1 0,0 1 0,0 0 0,0 0 0,0 0 0,1 0 0,-1 0 0,1 1 0,-1-1 0,1 0 0,0 1 0,0-1 0,0 1 0,0-1 0,0 1 0,0-1 0,1 1 0,-1 0 0,1-1 0,0 1 0,0 4 0,-1 2 0,1 1 0,-1-1 0,2 0 0,0 1 0,0-1 0,3 12 0,-3-18 0,0-1 0,0 0 0,0 0 0,0 0 0,1 0 0,-1 0 0,0 0 0,1 0 0,0 0 0,-1 0 0,1 0 0,0-1 0,0 1 0,0-1 0,0 0 0,0 1 0,1-1 0,-1 0 0,0 0 0,0-1 0,1 1 0,-1 0 0,1-1 0,-1 1 0,1-1 0,-1 0 0,0 0 0,4 0 0,-3 0 0,0 1 0,1-1 0,-1-1 0,0 1 0,0 0 0,0-1 0,1 0 0,-1 1 0,0-1 0,0-1 0,0 1 0,0 0 0,0-1 0,0 1 0,-1-1 0,1 0 0,0 0 0,-1 0 0,0 0 0,1-1 0,-1 1 0,0 0 0,0-1 0,0 0 0,-1 1 0,1-1 0,0 0 0,1-4 0,1-8 0,1 0 0,-2 0 0,0 0 0,2-30 0,2-13 0,12-58 0,-22 166 0,1-26 0,1 0 0,2 1 0,0-1 0,5 27 0,-6-49 3,1 0 1,-1 0-1,1-1 0,0 1 0,0 0 0,0-1 1,0 1-1,0-1 0,0 1 0,0-1 0,0 1 0,1-1 1,-1 0-1,0 0 0,1 1 0,-1-1 0,1 0 1,0 0-1,-1 0 0,1-1 0,0 1 0,-1 0 0,1-1 1,0 1-1,0-1 0,2 1 0,4 0-144,1 0 1,0-1-1,0 0 0,11-1 0,-8 0-606,4 0-6079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28.7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0 161 24575,'3'0'0,"5"-2"0,8-4 0,12-2 0,8-3 0,5-2 0,7-1 0,10 2 0,8 0 0,4 0 0,7 0 0,0 0 0,-6-2 0,-10 3 0,-13 3 0,-13 0 0,-11 4 0,-11 3-8191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30.4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24575,'1'4'0,"0"-1"0,1 1 0,-1 0 0,1-1 0,0 0 0,0 1 0,0-1 0,1 0 0,-1 0 0,6 5 0,0 2 0,43 48 0,7 9 0,-56-64 0,0 0 0,-1 0 0,1 0 0,-1 1 0,1-1 0,-1 0 0,0 1 0,0-1 0,0 1 0,-1 0 0,1-1 0,-1 1 0,0-1 0,-1 8 0,-1 1 0,0 0 0,-1 1 0,-4 11 0,3-13 0,1-1 0,0 1 0,-1 15 0,4-25-34,0 0 0,-1-1 0,1 1 0,0 0 0,0-1-1,0 1 1,0 0 0,0-1 0,0 1 0,0 0 0,1-1 0,-1 1 0,0 0-1,0-1 1,0 1 0,1 0 0,-1-1 0,0 1 0,1-1 0,-1 1-1,1-1 1,-1 1 0,0 0 0,1-1 0,-1 0 0,1 1 0,-1-1 0,1 1-1,0-1 1,-1 0 0,1 1 0,-1-1 0,1 0 0,0 1 0,-1-1 0,1 0-1,0 0 1,-1 0 0,2 0 0,6 0-6792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33.0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24575,'0'-2'0,"3"3"0,0 7 0,0 5 0,-1 4 0,0 5 0,-1 0 0,0 2 0,-1-1 0,0-5-8191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34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24575,'-1'64'0,"3"96"0,12-81-1365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35.7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 24575,'4'-5'0,"1"1"0,0-1 0,0 1 0,0 0 0,1 0 0,0 1 0,-1 0 0,1 0 0,0 0 0,1 0 0,-1 1 0,0 0 0,1 1 0,-1-1 0,1 1 0,8 0 0,-14 1 0,0 0 0,0 0 0,0 0 0,0 0 0,0 1 0,0-1 0,-1 0 0,1 1 0,0-1 0,0 1 0,0-1 0,-1 1 0,1-1 0,0 1 0,0-1 0,-1 1 0,1 0 0,0-1 0,-1 1 0,1 0 0,-1 0 0,1-1 0,-1 1 0,0 0 0,1 0 0,-1 0 0,0 0 0,1 0 0,-1-1 0,0 1 0,0 0 0,0 0 0,0 0 0,0 0 0,0 0 0,0 0 0,0 0 0,0 0 0,0 0 0,0 0 0,-1-1 0,1 1 0,-1 1 0,-16 41 0,16-40 0,-16 21 0,14-20 0,0 0 0,1-1 0,-1 1 0,1 0 0,-1 0 0,1 1 0,-2 5 0,4-10 0,0 1 0,1-1 0,-1 1 0,0 0 0,0-1 0,0 1 0,0-1 0,0 1 0,1-1 0,-1 1 0,0-1 0,0 1 0,1-1 0,-1 1 0,0-1 0,1 0 0,-1 1 0,1-1 0,-1 1 0,0-1 0,1 0 0,-1 1 0,1-1 0,-1 0 0,1 0 0,-1 1 0,1-1 0,-1 0 0,1 0 0,-1 0 0,1 0 0,-1 0 0,1 1 0,0-1 0,-1 0 0,1 0 0,25 1 0,-23-1 0,29-2 0,-25 1 0,1 0 0,-1 1 0,0 0 0,1 0 0,-1 0 0,1 1 0,7 2 0,-14-2 0,1 0 0,-1 0 0,1 0 0,-1 0 0,0 0 0,0 0 0,1 0 0,-1 1 0,0-1 0,0 0 0,0 1 0,0-1 0,0 1 0,-1-1 0,1 1 0,0-1 0,-1 1 0,1 0 0,-1-1 0,0 1 0,1 0 0,-1-1 0,0 1 0,0 0 0,0-1 0,0 1 0,0 0 0,0-1 0,-1 1 0,1 0 0,-2 2 0,0 5 0,0-1 0,0 0 0,-1 0 0,-8 15 0,6-14 20,0 0 0,-1 0 0,0-1 0,-1 0 0,-14 14 0,18-19-119,-1 0 0,0 0 0,0 0 0,0-1 0,-1 1 0,1-1 0,0 0 0,-1-1 0,0 1 0,1-1 0,-1 0 0,0 0 0,1 0 0,-10 0 0,1-2-6727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41.3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3 24575,'-1'1'0,"0"-1"0,0 0 0,1 1 0,-1-1 0,0 1 0,1-1 0,-1 1 0,0-1 0,1 1 0,-1 0 0,1-1 0,-1 1 0,1 0 0,-1 0 0,1-1 0,-1 1 0,1 0 0,0 0 0,-1-1 0,1 1 0,0 0 0,0 0 0,0 0 0,-1 0 0,1-1 0,0 1 0,0 1 0,-2 29 0,2-27 0,-1 14 0,1-7 0,-1 1 0,1 0 0,1-1 0,4 23 0,-5-32 0,1 1 0,-1-1 0,1 0 0,0 1 0,0-1 0,0 0 0,1 0 0,-1 0 0,0 1 0,1-1 0,-1-1 0,1 1 0,0 0 0,0 0 0,0-1 0,0 1 0,0-1 0,0 1 0,0-1 0,0 0 0,0 0 0,1 0 0,-1 0 0,0 0 0,1 0 0,-1-1 0,1 1 0,3-1 0,58 3 0,-59-2 0,1-2 0,-1 1 0,0 0 0,0-1 0,0 0 0,0 0 0,0-1 0,0 1 0,0-1 0,5-3 0,-8 3 0,0-1 0,0 1 0,0-1 0,0 0 0,0 1 0,-1-1 0,1 0 0,-1 0 0,0 0 0,0-1 0,0 1 0,0 0 0,0 0 0,-1 0 0,0-1 0,1 1 0,-1 0 0,0-1 0,-1-2 0,1-4 0,-1 0 0,-1 0 0,1 0 0,-2 0 0,-2-10 0,4 17-76,-1-1 1,1 0-1,-1 1 0,0-1 0,0 1 0,0 0 0,0 0 0,-1 0 1,1 0-1,-1 0 0,0 0 0,1 1 0,-1-1 0,-1 1 1,1 0-1,0-1 0,-4 0 0,-6-1-6750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42.9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0 261 24575,'24'0'0,"-15"1"0,0-1 0,0 0 0,0 0 0,-1-1 0,1 0 0,9-3 0,-16 4 0,0-1 0,0 0 0,0 0 0,0 0 0,0-1 0,0 1 0,0 0 0,-1-1 0,1 1 0,0-1 0,-1 1 0,1-1 0,-1 0 0,0 0 0,1 0 0,-1 0 0,0 0 0,0 0 0,0 0 0,0 0 0,-1 0 0,1 0 0,-1 0 0,1-1 0,-1 1 0,0 0 0,1 0 0,-2-4 0,2-13 0,-1-1 0,0 0 0,-7-34 0,6 50 0,1 0 0,-1 0 0,0 0 0,0 0 0,0 0 0,-1 0 0,0 0 0,1 1 0,-1-1 0,-1 1 0,1-1 0,0 1 0,-1 0 0,0 0 0,1 0 0,-1 0 0,0 0 0,-1 1 0,1-1 0,0 1 0,-1 0 0,1 0 0,-1 0 0,0 0 0,-4-1 0,-6 3 0,16 5 0,21 8 0,-10-10 0,-1 0 0,1-1 0,0 0 0,0-1 0,0-1 0,0 0 0,0-1 0,15-2 0,-26 2 0,0 1 0,0-1 0,0 0 0,0 0 0,0 0 0,-1-1 0,1 1 0,0 0 0,0-1 0,-1 1 0,1-1 0,-1 1 0,1-1 0,-1 0 0,0 1 0,1-3 0,5-5 0,-5 14 0,0 0 0,0 0 0,-1 1 0,1-1 0,-1 0 0,1 11 0,1 66 40,-3-59-391,1-1 0,0 0-1,9 40 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45.1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24575,'0'5'0,"0"6"0,0 9 0,0 5 0,0 2 0,0-3 0,0-2 0,0-5-8191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46.2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2 24575,'-19'0'0,"12"-1"0,-1 1 0,1 0 0,0 0 0,0 1 0,-11 2 0,17-3 0,-1 1 0,0-1 0,1 1 0,-1 0 0,1 0 0,-1 0 0,1 0 0,-1 0 0,1 0 0,0 0 0,0 0 0,-1 0 0,1 1 0,0-1 0,0 0 0,0 1 0,0-1 0,1 1 0,-1-1 0,0 1 0,1 0 0,-1-1 0,0 1 0,1 0 0,0-1 0,0 1 0,-1 3 0,1-5 0,-1 10 0,0-1 0,1 1 0,0-1 0,3 19 0,-3-27 0,1 1 0,-1 0 0,1 0 0,-1 0 0,1-1 0,0 1 0,0 0 0,0-1 0,0 1 0,0 0 0,0-1 0,0 1 0,0-1 0,1 0 0,-1 1 0,0-1 0,1 0 0,-1 0 0,1 0 0,-1 0 0,1 0 0,0 0 0,0 0 0,-1-1 0,1 1 0,0-1 0,0 1 0,0-1 0,-1 0 0,5 1 0,-3-1 0,0 0 0,-1 0 0,1 0 0,0 1 0,0 0 0,0-1 0,-1 1 0,1 0 0,0 0 0,-1 0 0,1 1 0,-1-1 0,1 1 0,-1-1 0,1 1 0,2 3 0,-4-4 0,0 1 0,0-1 0,-1 1 0,1 0 0,0-1 0,-1 1 0,1 0 0,-1 0 0,0 0 0,1-1 0,-1 1 0,0 0 0,0 0 0,0 0 0,0 0 0,-1-1 0,1 1 0,0 0 0,-1 0 0,1 0 0,-1-1 0,0 1 0,1 0 0,-1-1 0,0 1 0,-2 2 0,-1 1-65,0-1 0,0 0-1,-1 0 1,1 0 0,-1-1-1,0 1 1,0-1 0,0 0 0,0 0-1,0-1 1,-1 0 0,-5 2-1,6-2-450,-7 3-6310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51.6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171 14 24575,'-1'-1'0,"1"0"0,-1 0 0,1 0 0,-1 0 0,1 1 0,-1-1 0,0 0 0,0 0 0,1 1 0,-1-1 0,0 1 0,0-1 0,0 0 0,0 1 0,0 0 0,0-1 0,0 1 0,0-1 0,0 1 0,0 0 0,0 0 0,0 0 0,0-1 0,0 1 0,0 0 0,0 0 0,0 0 0,-2 1 0,-30 0 0,27 0 0,1 0 0,0 0 0,0 0 0,0 1 0,0-1 0,0 1 0,0 1 0,0-1 0,0 1 0,1-1 0,-1 2 0,1-1 0,0 0 0,0 1 0,0-1 0,1 1 0,-1 0 0,1 1 0,0-1 0,0 1 0,0-1 0,1 1 0,-1 0 0,1 0 0,0 0 0,1 0 0,-1 0 0,1 0 0,0 0 0,0 1 0,1-1 0,0 0 0,0 1 0,0-1 0,0 0 0,1 1 0,0-1 0,0 0 0,0 0 0,1 1 0,-1-1 0,1 0 0,6 8 0,-6-8 0,0-1 0,0 1 0,1-1 0,-1 0 0,1 0 0,0 0 0,1 0 0,-1 0 0,1-1 0,-1 0 0,1 1 0,0-1 0,0-1 0,0 1 0,1-1 0,-1 1 0,1-1 0,-1-1 0,1 1 0,0 0 0,0-1 0,0 0 0,0 0 0,-1-1 0,1 0 0,0 1 0,7-2 0,-7 1-105,0 0 0,0 0 0,0-1 0,0 0 0,0 0 0,0 0 0,0-1 0,0 1 0,0-1 0,-1 0 0,1 0 0,4-4 0,3-3-6721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52.6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43 24575,'18'54'0,"-15"-40"0,0-2 0,2 1 0,0 0 0,0-1 0,8 14 0,-11-24 0,-1 1 0,1-1 0,0 0 0,0 0 0,-1 0 0,1 0 0,0-1 0,1 1 0,-1 0 0,0-1 0,0 1 0,1-1 0,-1 0 0,1 0 0,-1 0 0,1 0 0,0 0 0,-1-1 0,1 1 0,0-1 0,-1 0 0,1 1 0,0-1 0,0-1 0,-1 1 0,1 0 0,0-1 0,-1 1 0,1-1 0,3-1 0,-3 1 0,0 0 0,-1-1 0,1 1 0,-1-1 0,1 0 0,-1 0 0,0 0 0,1 0 0,-1 0 0,0 0 0,0 0 0,0-1 0,-1 1 0,1-1 0,-1 1 0,1-1 0,-1 0 0,0 0 0,0 0 0,0 1 0,0-1 0,-1 0 0,1 0 0,-1-4 0,1-1 0,0 0 0,-1 0 0,0 0 0,0 0 0,-1 0 0,0 0 0,0 0 0,-4-9 0,3 13 0,0-1 0,-1 1 0,0 0 0,0 0 0,0 0 0,0 0 0,-1 1 0,1-1 0,-1 1 0,0 0 0,0 0 0,0 1 0,-5-4 0,5 4 0,1 0 0,-1 0 0,0 0 0,0 0 0,0 1 0,-1-1 0,1 1 0,0 0 0,0 0 0,-1 1 0,1-1 0,0 1 0,-1 0 0,-8 1 0,4 4-1365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53.7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 24575,'1'0'0,"0"1"0,0-1 0,-1 0 0,1 1 0,0-1 0,0 1 0,0 0 0,0-1 0,-1 1 0,1 0 0,0-1 0,0 1 0,-1 0 0,1 0 0,-1 0 0,1 0 0,-1-1 0,1 1 0,-1 0 0,0 0 0,1 0 0,-1 2 0,9 26 0,-8-24 0,2 6 0,0 1 0,0-1 0,1 0 0,1 0 0,8 15 0,-10-22 0,-1-1 0,1 1 0,-1-1 0,1 0 0,0 0 0,0 0 0,1-1 0,-1 1 0,0 0 0,1-1 0,0 0 0,-1 0 0,1 0 0,0-1 0,0 1 0,0-1 0,0 0 0,0 0 0,5 0 0,-7 0 0,0-1 0,0-1 0,0 1 0,0 0 0,0 0 0,0-1 0,0 1 0,0-1 0,0 1 0,0-1 0,0 0 0,0 0 0,-1 0 0,1 0 0,0 0 0,0 0 0,-1-1 0,1 1 0,-1-1 0,1 1 0,-1-1 0,0 1 0,0-1 0,1 0 0,-1 1 0,0-1 0,0 0 0,-1 0 0,1 0 0,0 0 0,-1 0 0,1 0 0,-1 0 0,1-3 0,1-9 0,0 0 0,0-1 0,-1-24 0,-2 31 0,0-21 0,1 19 0,-1 0 0,1 0 0,3-18 0,-3 28 0,0 0 0,0 0 0,0 0 0,0 0 0,0 0 0,0 0 0,0-1 0,0 1 0,0 0 0,0 0 0,0 0 0,0 0 0,0 0 0,0 0 0,0 0 0,0 0 0,0-1 0,0 1 0,0 0 0,0 0 0,0 0 0,0 0 0,0 0 0,0 0 0,0 0 0,0 0 0,0 0 0,0 0 0,1-1 0,-1 1 0,0 0 0,0 0 0,0 0 0,0 0 0,0 0 0,0 0 0,0 0 0,0 0 0,0 0 0,1 0 0,-1 0 0,0 0 0,0 0 0,0 0 0,0 0 0,0 0 0,0 0 0,0 0 0,0 0 0,1 0 0,-1 0 0,0 0 0,0 0 0,0 0 0,0 0 0,0 0 0,0 1 0,0-1 0,0 0 0,0 0 0,1 0 0,-1 0 0,0 0 0,0 0 0,6 10 0,4 14 0,-1 23 46,-8-38-281,1 0 0,-1 1 0,2-1-1,-1 0 1,8 15 0,-4-14-6591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54.8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 24575,'3'5'0,"0"0"0,0 1 0,-1-1 0,0 1 0,0 0 0,0 0 0,-1 0 0,0-1 0,1 10 0,0 1 0,0 14 0,-2-25 0,0-1 0,0 1 0,1 0 0,-1-1 0,1 1 0,0-1 0,0 1 0,0-1 0,4 8 0,1-48 0,-6-6 0,0 29 0,-1-1 0,2 1 0,0 0 0,3-15 0,-4 27 0,0 0 0,0 0 0,0 0 0,0 0 0,0 1 0,0-1 0,1 0 0,-1 0 0,0 0 0,1 0 0,-1 1 0,0-1 0,1 0 0,-1 0 0,1 1 0,-1-1 0,1 0 0,-1 1 0,1-1 0,0 0 0,-1 1 0,1-1 0,0 1 0,-1-1 0,1 1 0,0-1 0,0 1 0,-1 0 0,1-1 0,0 1 0,0 0 0,0 0 0,0 0 0,-1 0 0,1-1 0,0 1 0,0 0 0,0 0 0,0 0 0,0 1 0,0-1 0,-1 0 0,1 0 0,0 0 0,0 1 0,0-1 0,-1 0 0,1 1 0,0-1 0,0 1 0,-1-1 0,1 1 0,1 0 0,2 2 0,-1 0 0,1 1 0,-1-1 0,0 1 0,0-1 0,0 1 0,0 0 0,3 6 0,19 50 0,11 23 0,-31-74 0,0-1 0,0 0 0,1 0 0,0 0 0,0 0 0,14 11 0,-19-18 3,0 0 0,0 0-1,0 0 1,0 0 0,0 0-1,0 0 1,0-1 0,1 1-1,-1 0 1,0-1 0,0 1-1,1-1 1,-1 1 0,1-1-1,-1 0 1,0 0 0,1 1-1,-1-1 1,1 0 0,-1 0-1,0 0 1,1-1 0,-1 1-1,1 0 1,-1 0 0,0-1-1,1 1 1,-1-1 0,0 1-1,1-1 1,-1 0 0,0 1-1,0-1 1,0 0 0,0 0-1,1 0 1,0-1 0,3-4-167,-1 0 0,0 0-1,0 0 1,-1-1 0,6-12 0,-6 12-318,5-10-6344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55.7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24575,'-2'50'0,"1"-15"0,4 46 0,-2-71 0,1-1 0,0 1 0,0-1 0,1 1 0,0-1 0,0 0 0,1 0 0,0 0 0,8 12 0,-9-18 10,1 1 0,-1-1 0,0 0 0,1 1 0,-1-2 0,1 1 0,0 0 0,0-1 0,0 0 0,1 0 0,6 3 0,-9-4-61,0-1 0,0 1-1,0 0 1,0-1 0,0 0 0,0 1 0,0-1-1,0 0 1,0 0 0,0 0 0,0 0-1,0 0 1,0-1 0,0 1 0,0-1 0,0 1-1,0-1 1,0 1 0,-1-1 0,1 0 0,0 0-1,0 0 1,-1 0 0,1-1 0,0 1 0,-1 0-1,1-1 1,1-1 0,4-9-6775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56.3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71 24575,'5'0'0,"6"0"0,4-2 0,4-1 0,1-3 0,3-2 0,-2 0 0,0-1 0,-3-1 0,-1 1 0,-1 2 0,-2 2 0,-2 2-8191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58.8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2 24575,'-15'-1'0,"7"1"0,-1 0 0,1 0 0,0 0 0,0 1 0,-15 4 0,21-5 0,1 1 0,0-1 0,-1 1 0,1 0 0,0-1 0,-1 1 0,1 0 0,0 0 0,0 0 0,0 0 0,0 0 0,0 0 0,0 0 0,0 0 0,0 1 0,0-1 0,1 0 0,-1 1 0,0-1 0,1 0 0,-1 1 0,1-1 0,-1 0 0,1 1 0,0-1 0,0 1 0,0-1 0,0 1 0,0-1 0,0 1 0,0-1 0,0 1 0,0-1 0,1 1 0,-1-1 0,0 1 0,1-1 0,1 3 0,-1-1 0,0-1 0,0 1 0,0-1 0,0 1 0,1-1 0,-1 1 0,1-1 0,0 0 0,0 1 0,0-1 0,0 0 0,0 0 0,0-1 0,0 1 0,1 0 0,-1-1 0,1 1 0,-1-1 0,4 1 0,4 2 0,0-1 0,0-1 0,21 3 0,10 2 0,-40-6 0,1-1 0,-1 1 0,1-1 0,-1 1 0,1 0 0,-1-1 0,1 1 0,-1 0 0,0 0 0,1 0 0,-1 0 0,0 0 0,0 0 0,0 1 0,0-1 0,0 0 0,0 1 0,0-1 0,0 0 0,-1 1 0,1-1 0,0 1 0,0 1 0,-1 1 0,1-1 0,-1 1 0,0-1 0,0 1 0,0-1 0,0 1 0,-1-1 0,1 1 0,-1-1 0,-1 5 0,-1 1 0,-1-1 0,0 1 0,0-1 0,0 0 0,-1 0 0,0 0 0,-10 10 0,12-16-50,1 0-1,0 0 1,-1 0-1,0-1 0,1 0 1,-1 1-1,0-1 1,0 0-1,0 0 1,0-1-1,0 1 0,0 0 1,0-1-1,0 0 1,0 0-1,0 0 1,0 0-1,0 0 0,0-1 1,0 1-1,0-1 1,0 0-1,0 0 1,0 0-1,0 0 1,-3-2-1,-6-2-6775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3:04.6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72 24575,'0'-1'0,"-1"1"0,0 0 0,0 0 0,1-1 0,-1 1 0,1 0 0,-1-1 0,0 1 0,1-1 0,-1 1 0,1-1 0,-1 1 0,1-1 0,-1 1 0,1-1 0,-1 0 0,1 1 0,0-1 0,-1 1 0,1-1 0,0 0 0,-1 0 0,1 1 0,0-1 0,0 0 0,0 1 0,0-1 0,0 0 0,0 0 0,0 1 0,0-1 0,0 0 0,0 0 0,0 0 0,6-27 0,-5 26 0,1 1 0,-1-1 0,0 0 0,1 1 0,-1-1 0,1 1 0,-1 0 0,1-1 0,0 1 0,0 0 0,-1 0 0,1 0 0,0 0 0,0 1 0,0-1 0,0 0 0,0 1 0,0-1 0,0 1 0,0 0 0,0 0 0,0 0 0,0 0 0,0 0 0,1 0 0,-1 0 0,0 1 0,0-1 0,0 1 0,0-1 0,0 1 0,0 0 0,-1 0 0,1 0 0,0 0 0,0 0 0,-1 0 0,1 0 0,0 1 0,-1-1 0,1 1 0,-1-1 0,0 1 0,1 0 0,-1-1 0,0 1 0,0 0 0,0 0 0,0 0 0,0 0 0,-1-1 0,1 1 0,0 4 0,1 4 0,-1 0 0,0 0 0,-1 0 0,0 0 0,0 0 0,-1 0 0,-1 0 0,0 0 0,0 0 0,-1-1 0,0 1 0,0-1 0,-1 0 0,0 0 0,-1 0 0,-9 13 0,13-21 0,1-1 0,0 1 0,-1-1 0,1 1 0,0-1 0,-1 1 0,1-1 0,0 1 0,-1-1 0,1 1 0,0-1 0,0 1 0,0-1 0,-1 1 0,1 0 0,0-1 0,0 1 0,0-1 0,0 1 0,0 0 0,0-1 0,0 1 0,0-1 0,0 1 0,1 0 0,-1-1 0,0 1 0,0-1 0,0 1 0,1-1 0,-1 1 0,0-1 0,1 1 0,-1-1 0,0 1 0,1 0 0,1 0 0,0 0 0,0 0 0,0-1 0,0 1 0,0 0 0,0-1 0,0 0 0,0 1 0,0-1 0,0 0 0,2 0 0,8 0 0,0-1 0,22-4 0,-19 2-1365,-2 0-5461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3:05.6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1 24575,'-1'60'0,"3"66"0,-1-120 0,0 0 0,0 1 0,1-1 0,0 0 0,1 0 0,-1 0 0,1 0 0,0-1 0,1 1 0,-1-1 0,8 9 0,-8-10 0,1 0 0,-1 0 0,1-1 0,0 1 0,0-1 0,0 0 0,1 0 0,-1 0 0,1-1 0,-1 0 0,1 0 0,0 0 0,0 0 0,9 2 0,-12-4 0,-1 0 0,0 0 0,0 0 0,0 0 0,1 0 0,-1 0 0,0 0 0,0 0 0,0 0 0,0-1 0,1 1 0,-1 0 0,0-1 0,0 1 0,0-1 0,0 1 0,0-1 0,0 0 0,0 1 0,0-1 0,0 0 0,0 0 0,0 0 0,0-1 0,0 0 0,0 1 0,0-1 0,0 0 0,-1 0 0,1 0 0,0 0 0,-1 0 0,0-1 0,0 1 0,1 0 0,-1 0 0,-1-4 0,1 1 0,-1 0 0,0 0 0,0 0 0,0 0 0,-1 0 0,1 0 0,-1 0 0,-1 1 0,1-1 0,-6-7 0,0 4 0,0 1 0,0 1 0,-1 0 0,0 0 0,-1 0 0,1 1 0,-1 1 0,0-1 0,0 2 0,-21-6 0,31 9 6,-1 0-1,0 0 0,0 0 1,1 0-1,-1-1 1,0 1-1,1 0 1,-1 0-1,0 1 0,0-1 1,1 0-1,-1 0 1,0 0-1,0 0 0,1 1 1,-1-1-1,0 0 1,1 1-1,-1-1 0,1 0 1,-2 2-1,2-2-46,0 1 0,0-1 0,0 0-1,0 1 1,0-1 0,0 1 0,0-1-1,0 1 1,0-1 0,0 0 0,0 1 0,0-1-1,1 1 1,-1-1 0,0 0 0,0 1-1,0-1 1,1 1 0,-1-1 0,0 0-1,0 1 1,1-1 0,-1 0 0,0 0 0,1 1-1,-1-1 1,0 0 0,1 0 0,-1 1-1,1-1 1,-1 0 0,0 0 0,1 0-1,-1 0 1,1 1 0,10 3-6785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3:06.2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24575,'2'0'0,"6"0"0,4 0 0,0 3 0,-3 5 0,-2 3 0,0 6 0,-1 4 0,-2 1 0,1 1 0,0 0 0,1 0 0,-1-1 0,0-4-8191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3:07.0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0 24575,'-1'0'0,"0"1"0,0-1 0,0 1 0,0-1 0,0 1 0,0-1 0,0 1 0,0-1 0,0 1 0,0 0 0,1 0 0,-1-1 0,0 1 0,0 0 0,1 0 0,-1 0 0,0 0 0,1 0 0,-1 2 0,-12 24 0,9-19 0,3-6 0,1 0 0,-1 0 0,0-1 0,1 1 0,0 0 0,-1 0 0,1 0 0,0 0 0,0-1 0,0 1 0,0 0 0,0 0 0,0 0 0,1 0 0,-1-1 0,1 1 0,-1 0 0,1 0 0,0-1 0,-1 1 0,1 0 0,0-1 0,0 1 0,0-1 0,1 1 0,-1-1 0,0 1 0,0-1 0,1 0 0,-1 0 0,3 2 0,7 5 0,0-1 0,1 0 0,20 8 0,4 4 0,80 50-1365,-103-60-5461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36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24575,'374'32'0,"-154"-6"0,-115-14 0,62 3 0,-161-15 0,0 0 0,0 0 0,0 1 0,0 0 0,0 0 0,-1 0 0,11 4 0,-14-3 0,0-1 0,0 0 0,0 0 0,0 1 0,-1-1 0,1 1 0,-1 0 0,1 0 0,-1-1 0,0 1 0,1 0 0,-1 0 0,0 0 0,0 0 0,0 0 0,-1 0 0,1 1 0,0-1 0,-1 0 0,0 0 0,1 1 0,-1-1 0,0 3 0,-1 153 0,-3-64 0,4-2 0,6 272 0,-1-289 0,4-1 0,34 137 0,42 53 0,-13-45 0,-38-95 0,-5 1 0,-6 2 0,12 243 0,-22 192 0,-7-478 0,22 113 0,-26-181 0,5 31 0,8 40 0,-15-87 0,0 0 0,0 0 0,1 0 0,-1 0-1,0 0 1,0 0 0,0 0 0,0 0 0,0 0-1,0 0 1,0 0 0,0 0 0,0 0 0,1 0 0,-1 0-1,0 0 1,0 0 0,0 0 0,0 0 0,0 0 0,0 0-1,0 0 1,0 0 0,0 0 0,0 0 0,1 0-1,-1 0 1,0 0 0,0 0 0,0 0 0,0 0 0,0 0-1,0 1 1,0-1 0,0 0 0,0 0 0,0 0 0,0 0-1,0 0 1,0 0 0,0 0 0,0 0 0,0 0-1,0 0 1,0 1 0,0-1 0,0 0 0,0 0 0,0 0-1,2-15-1,0-22-1352,-4-18-5472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38.9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0 24575,'-1'1'0,"1"-1"0,-1 0 0,0 1 0,1-1 0,-1 1 0,1-1 0,-1 1 0,1-1 0,0 1 0,-1 0 0,1-1 0,-1 1 0,1-1 0,0 1 0,0 0 0,-1-1 0,1 1 0,0 0 0,0-1 0,0 1 0,0 0 0,0-1 0,0 2 0,-3 22 0,3-20 0,-5 357 0,7-205 0,-4 214 0,4 368 0,27-465 0,-10-123 0,62 414 0,-49-361 0,-22-141 0,3 124 0,-13-173 0,1-1 0,0 1 0,1 0 0,1-1 0,0 1 0,1-1 0,9 21 0,-13-32 4,0 0-1,1 0 0,-1 0 1,1 0-1,-1 0 0,1 0 1,-1 0-1,1 0 0,-1 0 1,1-1-1,0 1 0,-1 0 1,1-1-1,0 1 0,0 0 1,0-1-1,0 1 0,-1-1 0,1 1 1,0-1-1,0 1 0,0-1 1,0 0-1,0 0 0,0 1 1,2-1-1,-1 0-107,0-1 0,0 1 0,-1-1 0,1 0 0,0 1 0,0-1 1,-1 0-1,1 0 0,-1 0 0,1 0 0,-1-1 0,1 1 0,2-3 0,15-17-6722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53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843 1 24575,'-1'2'0,"0"-1"0,0 1 0,-1 0 0,1 0 0,-1 0 0,1-1 0,-1 1 0,0-1 0,1 1 0,-1-1 0,0 0 0,0 0 0,0 1 0,0-2 0,0 1 0,-4 1 0,1 1 0,-57 30 0,-46 25 0,-152 58 0,150-81 0,62-21 0,1 2 0,-82 40 0,125-54 15,-1 0 0,1 1 0,-1 0 0,1 0 0,0 1 0,0-1 0,-5 7 0,9-10-21,-1 0-1,1 1 1,0-1 0,0 0 0,0 1-1,-1-1 1,1 1 0,0-1-1,0 0 1,0 1 0,0-1 0,0 1-1,0-1 1,0 0 0,0 1-1,0-1 1,0 1 0,0-1 0,0 1-1,0-1 1,0 0 0,0 1 0,0-1-1,0 1 1,0-1 0,1 0-1,-1 1 1,0-1 0,0 0 0,1 1-1,-1 0 1,2 0-101,0 0 0,-1 0 0,1 0 0,0 0 0,0-1 0,-1 1 0,1 0 0,0-1 0,0 0 0,0 1 0,3-1 0,20 3-6719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54.3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528 1 24575,'-137'159'0,"66"-74"0,-93 135 0,28-35 0,134-182 12,0 0 0,-1 0 0,1 0 0,1 0 0,-1 0 0,0 0 0,1 1 0,0-1 0,-2 6 0,3-9-18,0 1 0,0-1 0,0 0 0,0 1-1,0-1 1,0 0 0,0 1 0,0-1 0,0 1 0,0-1 0,0 0 0,0 1 0,0-1 0,1 0 0,-1 1-1,0-1 1,0 0 0,0 1 0,0-1 0,1 0 0,-1 0 0,0 1 0,0-1 0,1 0 0,-1 0-1,0 1 1,1-1 0,-1 0 0,0 0 0,1 0 0,-1 1 0,1-1 0,0 0-101,1 0 0,0 0 0,0 0 0,-1 0 0,1 0 0,0 0 0,-1 0 0,1-1 0,0 1 0,0-1 0,2-1 0,19-7-6719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55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1 372 24575,'1'-3'0,"0"-1"0,1 1 0,-1 0 0,1 0 0,0 0 0,0 0 0,0 0 0,1 0 0,-1 0 0,1 1 0,-1-1 0,4-2 0,1-1 0,169-152 0,-27 26 0,-142 126-273,0 0 0,1 0 0,-1 1 0,13-7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56.8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1032 1 24575,'-4'0'0,"-1"1"0,0 0 0,0 0 0,1 0 0,-1 1 0,0 0 0,1-1 0,0 2 0,-1-1 0,1 0 0,-5 5 0,-46 38 0,33-26 0,-399 302 0,39-31 0,366-278 0,8-7 0,1 1 0,-1 0 0,1 0 0,0 1 0,1 0 0,0 0 0,0 0 0,0 1 0,-8 15 0,14-22 0,-1-1 0,1 1 0,0-1 0,0 1 0,0-1 0,0 0 0,0 1 0,0-1 0,0 1 0,0-1 0,0 1 0,0-1 0,0 1 0,0-1 0,0 1 0,0-1 0,0 0 0,0 1 0,0-1 0,0 1 0,1-1 0,-1 1 0,0-1 0,0 0 0,1 1 0,-1-1 0,0 0 0,1 1 0,-1-1 0,0 0 0,1 1 0,-1-1 0,0 0 0,1 0 0,-1 1 0,0-1 0,1 0 0,-1 0 0,1 0 0,-1 0 0,1 1 0,-1-1 0,1 0 0,-1 0 0,0 0 0,1 0 0,-1 0 0,1 0 0,-1 0 0,1 0 0,-1 0 0,1 0 0,-1-1 0,0 1 0,1 0 0,0 0 0,30-8 0,12-10-1365,3-5-5461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57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865 7 24575,'0'-1'0,"0"1"0,-1 0 0,1-1 0,0 1 0,0 0 0,0-1 0,0 1 0,-1 0 0,1 0 0,0-1 0,0 1 0,-1 0 0,1 0 0,0-1 0,-1 1 0,1 0 0,0 0 0,0 0 0,-1-1 0,1 1 0,0 0 0,-1 0 0,1 0 0,0 0 0,-1 0 0,1 0 0,-1 0 0,1 0 0,0 0 0,-1 0 0,1 0 0,0 0 0,-1 0 0,1 0 0,0 0 0,-1 0 0,1 0 0,0 0 0,-1 1 0,1-1 0,0 0 0,-1 0 0,1 0 0,0 1 0,0-1 0,-1 0 0,-16 9 0,-7 10 0,2 1 0,0 0 0,-28 36 0,-5 4 0,-202 162 0,183-165 0,3 4 0,-120 131 0,182-182 0,2-2 0,1-1 0,-1 1 0,2 0 0,-1 0 0,1 1 0,0 0 0,1 0 0,0 0 0,-5 15 0,9-23-2,0-1 0,0 1 0,0 0 0,-1-1 0,1 1 0,0 0 1,0-1-1,1 1 0,-1 0 0,0-1 0,0 1 0,0-1 0,0 1 0,0 0 0,1-1 0,-1 1 0,0-1 0,1 1 0,-1 0 0,0-1 0,1 1 0,-1-1 0,1 1 0,-1-1 0,0 0 0,1 1 0,0-1 0,-1 1 0,1-1 0,0 1 0,1-1 15,0 1 0,-1-1 0,1 0 0,0 1 0,0-1 0,0 0 0,0 0 0,0 0 0,0 0 0,2-1 0,45-15-1265,-48 16 1057,39-18-6631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58.1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1285 0 24575,'-8'2'0,"-1"0"0,1 0 0,0 1 0,0 0 0,0 0 0,0 1 0,0 0 0,-13 9 0,11-6 0,-178 121 0,47-29 0,-107 55 0,-19 11 0,15 20 0,239-174 0,-37 34 0,46-42 0,2 1 0,-1-1 0,0 0 0,1 1 0,-1 0 0,1-1 0,0 1 0,0 0 0,1 0 0,-1 0 0,1 0 0,-1 6 0,2-10 0,0 1 0,0 0 0,0-1 0,-1 1 0,1 0 0,1-1 0,-1 1 0,0-1 0,0 1 0,0 0 0,0-1 0,0 1 0,0-1 0,1 1 0,-1 0 0,0-1 0,1 1 0,-1-1 0,0 1 0,1-1 0,-1 1 0,0-1 0,1 1 0,-1-1 0,1 0 0,-1 1 0,1-1 0,0 1 0,20 0 0,26-15 0,-43 13 0,40-16-1365,0-1-5461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58.8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911 1 24575,'-7'1'0,"0"1"0,1-1 0,-1 1 0,1 1 0,0 0 0,0-1 0,0 2 0,0-1 0,0 1 0,0 0 0,1 0 0,-5 5 0,-10 6 0,-23 16 0,-303 221 0,19 25 0,305-256 0,8-9 0,1 1 0,-22 27 0,34-39-4,1 0 0,-1 0 0,0 0 0,1 0 0,-1-1 0,1 1 0,-1 1 0,1-1 0,-1 0 0,1 0 0,0 0 0,-1 0 0,1 0 0,0 0 0,0 0 0,0 2 0,0-3 11,0 1 0,1-1 0,-1 1 0,0-1 0,0 1 0,1-1 0,-1 1 1,0-1-1,1 1 0,-1-1 0,1 0 0,-1 1 0,0-1 0,1 0 0,-1 1 0,1-1 0,-1 0 0,1 0 1,-1 1-1,1-1 0,-1 0 0,1 0 0,0 0 0,4 1-217,-1 0 1,0-1-1,1 0 1,-1 0-1,1 0 1,6-2-1,18-3-6616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1:59.5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161 3 24575,'2'-2'0,"-1"1"0,-1 6 0,-5 12 0,-7 7 0,-6 10 0,-5 6 0,-1 1 0,2-2 0,2-7 0,4-7 0,2-3 0,4-5-8191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01.6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0 24575,'0'5'0,"0"4"0,0 5 0,0 5 0,0 2 0,0-1 0,0 2 0,0-1 0,-2 1 0,-4-1 0,0-9 0,1-14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02.5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45 24575,'2'-3'0,"1"0"0,-1 0 0,1 0 0,0 1 0,-1-1 0,1 1 0,0 0 0,0 0 0,1 0 0,-1 0 0,0 1 0,1-1 0,-1 1 0,1 0 0,-1 0 0,1 0 0,5-1 0,10-1 0,36-1 0,-50 3 0,0 1 0,0 0 0,1 0 0,-1 0 0,0 1 0,0 0 0,0 0 0,7 3 0,-10-3 0,0 0 0,0 0 0,-1 0 0,1 0 0,0 1 0,-1-1 0,0 1 0,1-1 0,-1 1 0,0 0 0,0-1 0,1 1 0,-1 0 0,-1 0 0,1 0 0,0 0 0,0 0 0,-1 0 0,1 0 0,-1 0 0,0 0 0,1 0 0,-1 3 0,2 20 0,-1 0 0,-2 25 0,1-44 0,0 0 0,-1 0 0,0-1 0,0 1 0,0 0 0,-1-1 0,0 1 0,0-1 0,0 1 0,-1-1 0,0 0 0,0 0 0,0 0 0,-7 8 0,7-11-97,0 0-1,-1 0 1,1 0-1,-1 0 1,1-1-1,-1 1 1,1-1-1,-1 0 1,0 0-1,0 0 1,0-1-1,1 1 0,-7-1 1,-6 0-6729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2:04.8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27 24575,'-2'-2'0,"-1"-1"0,0 1 0,0-1 0,-1 1 0,1 0 0,0 0 0,-1 0 0,1 1 0,-1-1 0,1 1 0,-1 0 0,0 0 0,0 0 0,1 0 0,-1 1 0,-6-1 0,9 2 0,-1-1 0,0 0 0,1 0 0,-1 1 0,0-1 0,1 1 0,-1 0 0,0-1 0,1 1 0,-1 0 0,1 0 0,-1 0 0,1 0 0,0 0 0,-1 0 0,1 0 0,0 1 0,0-1 0,0 0 0,0 1 0,0-1 0,0 1 0,0-1 0,0 1 0,1-1 0,-1 1 0,1 0 0,-1-1 0,1 1 0,-1 0 0,1 0 0,0-1 0,0 1 0,0 0 0,0 0 0,0-1 0,1 3 0,-1 6 0,2 1 0,-1-1 0,2 1 0,-1-1 0,1 0 0,5 11 0,-6-17 0,-1 0 0,1 0 0,0 0 0,0 0 0,0 0 0,0-1 0,1 1 0,0-1 0,0 0 0,0 0 0,0 1 0,0-2 0,0 1 0,1 0 0,-1-1 0,1 0 0,5 3 0,-8-5 0,1 1 0,-1-1 0,0 0 0,0 1 0,0-1 0,1 0 0,-1 0 0,0 0 0,0 0 0,1 0 0,-1 0 0,0-1 0,0 1 0,1 0 0,-1-1 0,0 1 0,0-1 0,0 1 0,0-1 0,0 1 0,0-1 0,0 0 0,0 0 0,0 1 0,0-1 0,0 0 0,0 0 0,0 0 0,-1 0 0,1 0 0,0 0 0,-1 0 0,1 0 0,-1 0 0,1-1 0,-1 1 0,1 0 0,-1 0 0,1-2 0,0-4 0,0 0 0,0 0 0,0 0 0,-1-14 0,0 13 0,3 18 0,13 36 0,-15-43 0,0-1 0,1 1 0,-1-1 0,1 0 0,-1 1 0,1-1 0,0 0 0,0 0 0,0 0 0,0 0 0,0 0 0,0 0 0,0-1 0,1 1 0,2 1 0,-5-3 0,1 0 0,0 0 0,-1 0 0,1 0 0,0 0 0,-1 0 0,1 0 0,0 0 0,0 0 0,-1-1 0,1 1 0,0 0 0,-1 0 0,1-1 0,-1 1 0,1 0 0,0-1 0,-1 1 0,1 0 0,-1-1 0,1 1 0,-1-1 0,1 1 0,-1-1 0,1 1 0,-1-1 0,0 1 0,1-1 0,-1 0 0,0 1 0,1-1 0,-1 0 0,0 1 0,0-1 0,1 0 0,-1 1 0,0-1 0,0 0 0,0 1 0,0-1 0,0 0 0,0-1 0,1-35 0,-1 34 0,-8-81 0,26 118 0,-11-12 0,-4-8 0,2 0 0,-1-1 0,13 24 0,-16-35 0,-1 0 0,1-1 0,0 1 0,0-1 0,0 1 0,0-1 0,0 1 0,1-1 0,-1 1 0,0-1 0,1 0 0,-1 0 0,0 0 0,1 0 0,0 0 0,-1 0 0,1 0 0,0 0 0,-1-1 0,1 1 0,0-1 0,0 1 0,-1-1 0,1 1 0,0-1 0,0 0 0,0 0 0,0 0 0,-1 0 0,1 0 0,0-1 0,0 1 0,0-1 0,-1 1 0,1-1 0,2 0 0,-1-1 0,0 0 0,-1 0 0,1 0 0,-1 0 0,0 0 0,1 0 0,-1-1 0,0 1 0,0-1 0,-1 1 0,1-1 0,0 0 0,-1 0 0,0 0 0,0 0 0,1 0 0,-2 0 0,1 0 0,0 0 0,0-4 0,0-8 0,0 0 0,-1 1 0,-1-16 0,0 19 0,-1 63 0,-3 0 0,-2-1 0,-16 59 0,-11 82 0,27-159 0,5-29 0,5-20 0,2-6-1365,0-1-5461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3:08.9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30 24575,'0'0'0,"-1"-1"0,1 1 0,0 0 0,-1-1 0,1 1 0,-1 0 0,1-1 0,0 1 0,-1 0 0,1-1 0,0 1 0,0-1 0,-1 1 0,1-1 0,0 1 0,0-1 0,0 1 0,0-1 0,-1 1 0,1-1 0,0 1 0,0-1 0,0 1 0,0-1 0,0 1 0,0-1 0,0 1 0,0-1 0,1 1 0,-1-1 0,0 1 0,0-1 0,0 1 0,0-1 0,1 1 0,-1-1 0,2 0 0,-1 0 0,0 0 0,1 0 0,-1 0 0,1 0 0,-1 1 0,1-1 0,0 0 0,-1 1 0,1-1 0,2 1 0,1-1 0,-1 0 0,1 0 0,0 1 0,-1 0 0,1 0 0,0 0 0,-1 1 0,8 1 0,-11-2 0,0 1 0,0-1 0,0 0 0,-1 1 0,1-1 0,0 1 0,0-1 0,-1 1 0,1 0 0,0-1 0,-1 1 0,1 0 0,0-1 0,-1 1 0,1 0 0,-1 0 0,1-1 0,-1 1 0,0 0 0,1 0 0,-1 0 0,0 0 0,0 0 0,1-1 0,-1 1 0,0 0 0,0 0 0,0 0 0,0 0 0,0 0 0,0 0 0,0 0 0,-1 1 0,-17 30 0,17-30 0,-1 0 0,0 0 0,1 0 0,-1 1 0,1-1 0,0 1 0,0-1 0,0 1 0,0-1 0,-1 6 0,3-7 0,1 1 0,-1 0 0,1-1 0,0 1 0,0-1 0,-1 0 0,1 1 0,0-1 0,0 0 0,0 0 0,0 0 0,0-1 0,3 2 0,13 7 0,-16-6 0,1 0 0,-1 0 0,1 1 0,-1-1 0,0 1 0,0 0 0,-1-1 0,1 1 0,-1 0 0,0 0 0,0 0 0,0 0 0,0 0 0,-1 0 0,1 0 0,-1 0 0,0 0 0,-1 0 0,1 1 0,-1-1 0,1 0 0,-1 0 0,0 0 0,-4 7 0,5-8 0,-1-1 0,0 1 0,-1 0 0,1-1 0,0 1 0,-1 0 0,1-1 0,-1 0 0,0 1 0,0-1 0,0 0 0,0 0 0,0 0 0,-1 0 0,1 0 0,0-1 0,-1 1 0,1-1 0,-1 1 0,0-1 0,1 0 0,-1 0 0,0 0 0,0-1 0,0 1 0,0-1 0,0 1 0,1-1 0,-1 0 0,0 0 0,0 0 0,0-1 0,0 1 0,0-1 0,-3 0 0,4 0-68,0 0 0,-1 0-1,1 0 1,0-1 0,0 1 0,0-1-1,0 1 1,0-1 0,1 0 0,-1 0-1,0 1 1,1-1 0,-1 0 0,1 0-1,0-1 1,0 1 0,0 0-1,0 0 1,-1-3 0,-3-12-6758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3:11.0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24575,'0'0'0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3:13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24575,'0'2'0,"0"4"0,0 5 0,0 5 0,0 3 0,0 8 0,0 1 0,0 1 0,0 3 0,0-2 0,0-1 0,0-3 0,0-4 0,2-10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3:14.5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1 24575,'0'2'0,"0"9"0,0 4 0,-3 7 0,0 4 0,-2 3 0,-1 1 0,1 1 0,2-3 0,3-7 0,4-8 0,2-12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3:15.3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99 0 24575,'-6'2'0,"1"-1"0,-1 1 0,1 0 0,-1 0 0,1 1 0,0 0 0,0-1 0,0 2 0,-8 6 0,-6 3 0,17-13 0,1 1 0,0 0 0,0-1 0,0 1 0,0 0 0,0 0 0,0 0 0,0 0 0,0 0 0,0 0 0,0 0 0,1 0 0,-1 0 0,0 0 0,1 1 0,-1-1 0,1 0 0,-1 0 0,1 1 0,-1-1 0,1 0 0,0 0 0,0 1 0,0 1 0,0 0 0,1 0 0,-1-1 0,1 1 0,0 0 0,0-1 0,0 1 0,0-1 0,0 1 0,1-1 0,-1 0 0,3 3 0,6 7 0,0-2 0,0 1 0,18 12 0,-2-4-1365,-14-11-5461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26.3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 24575,'-1'91'0,"2"94"0,-1-184-45,-1-1-1,1 1 1,0-1-1,0 0 1,0 1-1,0-1 1,0 1-1,0-1 1,0 0-1,0 1 1,0-1-1,0 1 1,0-1-1,1 0 1,-1 1-1,0-1 1,0 1-1,0-1 1,0 0-1,1 1 1,-1-1-1,0 0 1,0 1-1,1-1 0,-1 0 1,0 0-1,0 1 1,1-1-1,0 1 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27.4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24575,'0'1'0,"1"-1"0,0 1 0,-1-1 0,1 1 0,0-1 0,-1 1 0,1 0 0,-1-1 0,1 1 0,-1 0 0,0-1 0,1 1 0,-1 0 0,1-1 0,-1 1 0,0 0 0,0 0 0,0 0 0,1-1 0,-1 1 0,0 0 0,0 0 0,0 0 0,0 1 0,1 24 0,-1-23 0,1 76 0,5 74 0,-3-134-1365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28.0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24575,'3'0'0,"1"0"0,3 0 0,2 0 0,1 0 0,1 0 0,1 0 0,-2 0 0,0 0 0,-3-1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29.3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13 24575,'-1'2'0,"0"1"0,0-1 0,0 1 0,0-1 0,1 1 0,-1-1 0,1 1 0,-1 0 0,1-1 0,0 1 0,0 0 0,1 4 0,-1-4 0,0 2 0,0 0 0,1 0 0,-1-1 0,1 1 0,0 0 0,0 0 0,0-1 0,1 1 0,-1-1 0,1 1 0,1-1 0,-1 0 0,5 8 0,-5-11 0,0 1 0,-1 0 0,1-1 0,0 0 0,0 1 0,0-1 0,0 0 0,0 0 0,0 0 0,0 0 0,0 0 0,1-1 0,-1 1 0,0-1 0,0 1 0,1-1 0,-1 0 0,0 0 0,0 0 0,1 0 0,-1 0 0,0-1 0,1 1 0,-1-1 0,0 1 0,0-1 0,0 0 0,1 0 0,-1 0 0,0 0 0,2-2 0,-2 2 0,0 0 0,0-1 0,0 1 0,0-1 0,0 1 0,0-1 0,0 0 0,-1 0 0,1 0 0,0 0 0,-1 0 0,0 0 0,1 0 0,-1-1 0,0 1 0,0 0 0,0-1 0,-1 1 0,1-1 0,-1 1 0,1-1 0,-1 1 0,0-1 0,0 1 0,0-1 0,0 0 0,0 1 0,0-1 0,-2-3 0,1 3 0,0-1 0,0 1 0,0-1 0,0 1 0,-1-1 0,0 1 0,1 0 0,-1-1 0,-1 1 0,1 0 0,0 0 0,-1 1 0,1-1 0,-1 0 0,0 1 0,0 0 0,0-1 0,0 1 0,-7-3 0,8 5-124,0-1 0,0 1 0,-1-1 0,1 1 0,0 0 0,0 0-1,-1 0 1,1 0 0,0 0 0,-4 1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30.5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29 24575,'-1'1'0,"-1"0"0,1 1 0,0-1 0,0 1 0,0-1 0,0 1 0,1-1 0,-1 1 0,0-1 0,1 1 0,-1 0 0,1 0 0,-1-1 0,1 1 0,0 0 0,0 0 0,0-1 0,0 1 0,0 3 0,4 35 0,-4-37 0,1 0 0,0 0 0,0-1 0,0 1 0,0 0 0,0-1 0,0 1 0,1-1 0,-1 1 0,1-1 0,0 1 0,0-1 0,0 0 0,0 0 0,0 0 0,0 0 0,0 0 0,1-1 0,-1 1 0,1-1 0,-1 1 0,5 1 0,-1-2 0,0 1 0,0-1 0,0 0 0,0 0 0,1-1 0,-1 0 0,0 0 0,0 0 0,0-1 0,6-1 0,-11 2 0,0 0 0,0 0 0,-1 0 0,1-1 0,0 1 0,0 0 0,-1-1 0,1 1 0,0-1 0,0 1 0,-1-1 0,1 1 0,0-1 0,-1 1 0,1-1 0,-1 0 0,1 1 0,-1-1 0,1 0 0,-1 0 0,0 1 0,1-1 0,-1 0 0,1-1 0,0-25 0,-2 21 0,-1-1 0,1 1 0,-1 0 0,0 0 0,-1 0 0,-3-7 0,3 8-72,0 0 1,-1 0-1,0 0 0,0 0 0,0 1 0,0 0 0,-1 0 0,0 0 1,1 0-1,-1 1 0,-1 0 0,1 0 0,0 0 0,-1 1 0,1 0 1,-1 0-1,0 0 0,-10-1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33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24575,'1'4'0,"0"4"0,1 5 0,-2 4 0,1 3 0,0 3 0,-1 1 0,0 1 0,1 0 0,0-2 0,0-2 0,0-4 0,0-2 0,1-2 0,0-2 0,1-3 0,0-1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42.4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24575,'0'249'-1365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43.2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24575,'2'5'0,"0"0"0,0 0 0,-1 0 0,1 0 0,-1 0 0,0 0 0,-1 0 0,1 0 0,-1 1 0,0-1 0,-1 10 0,1 1 0,15 173 0,-15-188-22,0-1 0,0 0 0,0 0 0,0 0 0,0 1 0,0-1 0,0 0 0,0 0 0,0 0 0,0 1 0,0-1 0,0 0 0,0 0 0,0 0 0,0 1 0,0-1 0,0 0 0,-1 0 0,1 0 0,0 0 0,0 1 0,0-1 0,0 0 0,0 0 0,-1 0 0,1 0 0,0 0 0,0 0 0,0 1 0,0-1 0,-1 0 0,1 0 0,0 0 0,0 0 0,0 0 0,-1 0-1,1 0 1,0 0 0,0 0 0,-1 0 0,1 0 0,0 0 0,0 0 0,0 0 0,-1 0 0,1 0 0,0 0 0,0 0 0,0 0 0,-1 0 0,1-1 0,0 1 0,0 0 0,0 0 0,0 0 0,-1 0 0,1 0 0,0 0 0,0-1 0,0 1 0,-1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43.6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 24575,'3'0'0,"5"0"0,4 0 0,2-1 0,2-1 0,-2-1 0,-3 0-8191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44.5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32 24575,'-1'0'0,"0"0"0,1 1 0,-1-1 0,1 0 0,-1 0 0,0 1 0,1-1 0,-1 0 0,1 0 0,-1 1 0,1-1 0,-1 1 0,1-1 0,-1 1 0,1-1 0,-1 1 0,1-1 0,0 1 0,-1-1 0,1 1 0,0-1 0,-1 1 0,1-1 0,0 1 0,0 0 0,-1-1 0,1 1 0,0 0 0,0-1 0,0 1 0,0 0 0,0-1 0,0 1 0,0 0 0,0-1 0,0 1 0,0-1 0,1 1 0,-1 0 0,0-1 0,0 1 0,1 0 0,-1-1 0,0 1 0,1-1 0,-1 1 0,15 29 0,-12-26 0,1 0 0,0-1 0,0 0 0,0 0 0,1 0 0,-1 0 0,9 3 0,-10-4 0,-1-1 0,1 0 0,0 0 0,0 0 0,0 0 0,0-1 0,0 1 0,0-1 0,0 0 0,0 0 0,1 0 0,-1 0 0,0 0 0,4-1 0,-6 0 0,0 1 0,-1-1 0,1 1 0,0-1 0,0 1 0,0-1 0,-1 1 0,1-1 0,0 0 0,-1 1 0,1-1 0,0 0 0,-1 0 0,1 1 0,-1-1 0,1 0 0,-1 0 0,0 0 0,1 0 0,-1 0 0,0 0 0,0 0 0,1 1 0,-1-1 0,0 0 0,0 0 0,0 0 0,0 0 0,0 0 0,0 0 0,-1 0 0,1 0 0,0 0 0,0 0 0,-1 0 0,0-1 0,0-2 0,-1 0 0,1 1 0,-1-1 0,0 1 0,0-1 0,-1 1 0,-3-5 0,0 2-124,0 0 0,-1 0 0,0 0 0,0 1 0,-1 0 0,1 0-1,-1 1 1,0 0 0,-1 0 0,-10-3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45.6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23 24575,'0'1'0,"-1"-1"0,0 1 0,1 0 0,-1-1 0,1 1 0,0 0 0,-1-1 0,1 1 0,0 0 0,-1 0 0,1 0 0,0-1 0,0 1 0,0 0 0,-1 0 0,1 0 0,0-1 0,0 1 0,0 0 0,0 0 0,1 1 0,0 19 0,0-19 0,0 0 0,0 0 0,0 0 0,1 0 0,-1-1 0,1 1 0,-1 0 0,1-1 0,0 1 0,0-1 0,-1 0 0,1 1 0,0-1 0,0 0 0,0 0 0,1 0 0,-1-1 0,0 1 0,0 0 0,0-1 0,1 1 0,-1-1 0,0 0 0,4 0 0,8 1 0,0 0 0,24-2 0,-37 1 0,0-1 0,0 1 0,0 0 0,0 0 0,-1-1 0,1 1 0,0-1 0,0 1 0,0-1 0,0 1 0,-1-1 0,1 0 0,0 1 0,0-1 0,-1 0 0,1 1 0,0-1 0,-1 0 0,1 0 0,-1 0 0,1 0 0,-1 1 0,0-1 0,1 0 0,-1 0 0,0 0 0,0 0 0,1 0 0,-1 0 0,0 0 0,0 0 0,0 0 0,0 0 0,0 0 0,0 0 0,-1 0 0,1 0 0,-1-2 0,1 1 0,0 0 0,-1 0 0,1-1 0,-1 1 0,0 0 0,0 0 0,0 0 0,0 0 0,0 0 0,0 0 0,0 0 0,-1 0 0,1 1 0,-1-1 0,1 0 0,-4-2 0,-37-15 120,39 18-234,0 0 0,0 0-1,0 0 1,0 0 0,0 1 0,0 0-1,0-1 1,0 1 0,0 0 0,0 0-1,0 1 1,-6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51.2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33 24575,'0'-1'0,"0"1"0,-1-1 0,1 1 0,0-1 0,0 1 0,0-1 0,0 0 0,0 1 0,-1-1 0,1 0 0,0 1 0,0-1 0,0 1 0,0-1 0,1 0 0,-1 1 0,0-1 0,0 0 0,0 1 0,0-1 0,1 1 0,-1-1 0,0 1 0,1-1 0,-1 1 0,0-1 0,1 1 0,-1-1 0,1 1 0,-1-1 0,0 1 0,1-1 0,-1 1 0,1 0 0,-1-1 0,1 1 0,0 0 0,-1-1 0,1 1 0,-1 0 0,2 0 0,25-12 0,-26 12 0,1 0 0,-1 0 0,0 0 0,0 0 0,0 0 0,1 0 0,-1 1 0,0-1 0,0 0 0,0 1 0,0-1 0,1 0 0,-1 1 0,0-1 0,0 1 0,0 0 0,0-1 0,0 1 0,0 0 0,-1 0 0,1 0 0,0-1 0,0 1 0,0 0 0,0 2 0,1 0 0,-1 0 0,0-1 0,-1 1 0,1 0 0,0 0 0,-1 0 0,1 0 0,-1 0 0,0 0 0,0 4 0,-1 1 0,0 0 0,0 0 0,-1 0 0,0 0 0,0-1 0,-1 1 0,-4 9 0,2-9 0,4-6 0,-1 0 0,1 1 0,-1-1 0,1 0 0,0 1 0,0-1 0,0 1 0,0 0 0,0 3 0,1-5 0,1-1 0,-1 1 0,1 0 0,-1 0 0,0 0 0,1-1 0,-1 1 0,1 0 0,0-1 0,-1 1 0,1 0 0,0-1 0,-1 1 0,1-1 0,0 1 0,0-1 0,-1 1 0,1-1 0,0 0 0,0 1 0,0-1 0,-1 0 0,1 0 0,0 0 0,0 1 0,0-1 0,0 0 0,0 0 0,0 0 0,0 0 0,-1 0 0,1-1 0,1 1 0,118-2 107,-51-2-1579,-47 4-5354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56.0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24575,'0'177'0,"1"-217"-1365,1 17-5461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57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24575,'0'1'0,"0"4"0,0 4 0,0 3 0,0 4 0,0 3 0,0 2 0,0-1 0,0 0 0,0-1 0,0-4 0,1-1 0,-1-4 0,-1-4 0,0-4 0,-1-4 0,1-2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57.6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 24575,'1'0'0,"2"0"0,2-1 0,1 0 0,3-1 0,2-2 0,1-1 0,0 0 0,-2 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58.8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7 24575,'-1'0'0,"0"0"0,0 0 0,0 1 0,1-1 0,-1 0 0,0 0 0,0 0 0,1 1 0,-1-1 0,0 0 0,1 1 0,-1-1 0,0 1 0,1-1 0,-1 1 0,0-1 0,1 1 0,-1-1 0,1 1 0,-1 0 0,1-1 0,-1 1 0,1-1 0,-1 2 0,-5 24 0,7 29 0,-1-51 0,1-3 0,-1 1 0,1-1 0,0 1 0,0-1 0,-1 0 0,1 0 0,0 1 0,0-1 0,0 0 0,0 0 0,0 0 0,0 0 0,0 0 0,1 0 0,-1 0 0,0-1 0,1 1 0,-1 0 0,0-1 0,1 1 0,-1-1 0,1 1 0,-1-1 0,0 0 0,1 1 0,-1-1 0,4 0 0,-2 0 0,0 1 0,0-1 0,0 0 0,0 0 0,0 0 0,0 0 0,0-1 0,0 1 0,0-1 0,0 0 0,0 0 0,0 0 0,3-2 0,-4 1 0,0 0 0,-1 0 0,1-1 0,-1 1 0,0-1 0,0 1 0,0-1 0,0 1 0,-1-1 0,1 0 0,0 1 0,-1-1 0,0 0 0,0 1 0,0-1 0,0-4 0,0 1 0,-1 1 0,1 0 0,-1-1 0,0 1 0,0 0 0,0-1 0,-4-7 0,4 11-54,0 1-1,0-1 0,0 1 1,0-1-1,-1 1 1,1 0-1,0 0 0,-1-1 1,1 1-1,-1 0 1,1 0-1,-1 1 0,0-1 1,1 0-1,-1 0 0,0 1 1,0-1-1,1 1 1,-1-1-1,0 1 0,0 0 1,0 0-1,0 0 1,-2 0-1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8:59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13 24575,'-1'0'0,"0"0"0,-1 0 0,1 1 0,0-1 0,0 0 0,0 1 0,-1-1 0,1 1 0,0 0 0,0-1 0,0 1 0,0 0 0,0-1 0,0 1 0,0 0 0,0 0 0,1 0 0,-1 0 0,0 0 0,0 0 0,1 0 0,-1 0 0,1 1 0,-1-1 0,1 0 0,-1 0 0,1 0 0,0 1 0,-1-1 0,1 0 0,0 0 0,0 1 0,0-1 0,0 0 0,0 3 0,0 0 0,0 0 0,1-1 0,-1 1 0,0 0 0,1 0 0,0 0 0,0-1 0,0 1 0,1 0 0,2 4 0,-1-4 0,0 0 0,0-1 0,0 1 0,1-1 0,0 0 0,-1 0 0,1 0 0,0-1 0,1 1 0,7 3 0,-11-6 0,0 1 0,1-1 0,-1 0 0,0 1 0,0-1 0,1 0 0,-1 1 0,0-1 0,1 0 0,-1 0 0,0 0 0,1 0 0,-1-1 0,0 1 0,1 0 0,-1-1 0,0 1 0,0 0 0,1-1 0,-1 1 0,0-1 0,0 0 0,0 1 0,0-1 0,0 0 0,0 0 0,0 0 0,0 0 0,0 0 0,0 0 0,0 0 0,-1 0 0,1 0 0,0 0 0,-1 0 0,1 0 0,0-1 0,-1 1 0,0 0 0,1 0 0,-1-1 0,0-1 0,2-4 0,0-1 0,-1 1 0,0 0 0,-1-1 0,1 1 0,-1 0 0,-2-9 0,2 14 0,0 0 0,0 0 0,-1 1 0,1-1 0,-1 0 0,1 1 0,-1-1 0,0 0 0,0 1 0,1-1 0,-1 1 0,0-1 0,0 1 0,-1 0 0,1-1 0,0 1 0,0 0 0,-1 0 0,1 0 0,-1 0 0,1 0 0,-1 0 0,1 0 0,-1 0 0,1 1 0,-1-1 0,0 0 0,1 1 0,-1 0 0,0-1 0,0 1 0,1 0 0,-1 0 0,-3 0 0,-11 1-1365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9:01.0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24575,'34'-1'0,"-20"0"0,-1 0 0,0 1 0,24 4 0,-36-4 0,-1 0 0,1 1 0,-1-1 0,1 0 0,-1 0 0,0 1 0,1-1 0,-1 0 0,1 1 0,-1-1 0,0 0 0,1 1 0,-1-1 0,0 0 0,0 1 0,1-1 0,-1 1 0,0-1 0,0 1 0,0-1 0,1 1 0,-1-1 0,0 1 0,0-1 0,0 1 0,0-1 0,0 1 0,0-1 0,0 0 0,0 1 0,0-1 0,0 1 0,0-1 0,0 1 0,-1-1 0,1 1 0,0-1 0,0 1 0,0-1 0,-1 1 0,1-1 0,0 0 0,-1 1 0,1-1 0,0 1 0,-1-1 0,1 0 0,-1 1 0,-20 26 0,16-20 0,3-6 0,0 1 0,1 0 0,-1 0 0,1 0 0,-1 1 0,1-1 0,0 0 0,0 0 0,0 1 0,0-1 0,0 4 0,8 0 0,13-5 0,-18-1 0,-1-1 0,1 1 0,0 0 0,-1 0 0,1 0 0,-1 0 0,1 0 0,-1 1 0,1-1 0,-1 0 0,1 1 0,-1-1 0,1 1 0,-1-1 0,1 1 0,-1 0 0,0 0 0,1-1 0,-1 1 0,0 0 0,0 0 0,2 2 0,-2-1 0,-1-1 0,0 1 0,1-1 0,-1 1 0,0-1 0,1 1 0,-1-1 0,0 1 0,0 0 0,-1-1 0,1 1 0,0-1 0,0 1 0,-1-1 0,1 1 0,-1-1 0,1 1 0,-1-1 0,0 1 0,1-1 0,-1 1 0,-2 1 0,2-1 7,-1 1-1,1-1 0,-1 0 0,1 0 1,-1 0-1,0-1 0,0 1 1,0 0-1,0-1 0,0 1 1,0-1-1,0 1 0,-1-1 0,1 0 1,0 0-1,-1 0 0,1 0 1,-5 0-1,5-1-57,0 0 0,1 0-1,-1 0 1,0 0 0,1 0 0,-1-1 0,0 1-1,1-1 1,-1 1 0,0-1 0,1 1-1,-1-1 1,1 0 0,-1 0 0,1 0 0,0 0-1,-1 0 1,1 0 0,0 0 0,0 0 0,0-1-1,-1 1 1,1 0 0,0-1 0,1 1 0,-1-1-1,0 1 1,-1-4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9:08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24575,'1'0'0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9:08.6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24575,'0'1'0,"0"1"0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9:09.2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24575,'1'0'0,"1"0"0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9:09.6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45.5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25 24575,'0'0'0,"-1"0"0,1-1 0,-1 1 0,1 0 0,0 0 0,-1-1 0,1 1 0,0 0 0,-1-1 0,1 1 0,0-1 0,-1 1 0,1 0 0,0-1 0,0 1 0,0-1 0,-1 1 0,1-1 0,0 1 0,0-1 0,0 1 0,0 0 0,0-1 0,0 1 0,0-1 0,0 1 0,0-1 0,0 1 0,0-1 0,0 1 0,0-1 0,0 1 0,0-1 0,1 1 0,-1-1 0,0 1 0,0 0 0,0-1 0,1 1 0,-1-1 0,0 1 0,1 0 0,0-1 0,-1 0 0,0 1 0,0 0 0,0-1 0,0 1 0,1 0 0,-1-1 0,0 1 0,0 0 0,1-1 0,-1 1 0,0 0 0,1 0 0,-1-1 0,0 1 0,1 0 0,-1 0 0,0-1 0,1 1 0,-1 0 0,1 0 0,-1 0 0,0 0 0,1 0 0,-1 0 0,1 0 0,-1 0 0,0 0 0,1 0 0,-1 0 0,1 0 0,-1 0 0,0 0 0,1 0 0,-1 0 0,1 0 0,-1 0 0,0 0 0,1 1 0,-1-1 0,0 0 0,1 0 0,-1 0 0,0 1 0,1-1 0,-1 0 0,0 1 0,1-1 0,-1 0 0,0 1 0,0-1 0,1 0 0,-1 1 0,0-1 0,0 0 0,0 1 0,0-1 0,1 0 0,-1 1 0,0-1 0,0 1 0,0-1 0,0 1 0,0-1 0,0 1 0,2 8 0,0 0 0,-1-1 0,0 1 0,0 0 0,-1 0 0,0 0 0,-1 0 0,1 0 0,-2 0 0,1 0 0,-2 0 0,-3 12 0,-2 9 0,8-29-2,0-1-1,0 1 1,-1 0-1,1 0 1,0 0-1,0 0 1,0-1-1,0 1 1,0 0-1,0 0 1,0 0-1,0-1 1,0 1-1,0 0 1,1 0-1,-1 0 1,0-1-1,1 1 0,-1 0 1,0 0-1,1-1 1,-1 1-1,1 0 1,-1-1-1,1 1 1,-1 0-1,1-1 1,-1 1-1,1-1 1,0 1-1,0 0 1,2 0 19,-1-1-1,0 1 1,0-1 0,0 0-1,1 1 1,-1-1 0,0 0-1,0 0 1,0 0 0,1-1-1,3 0 1,2-1-265,0 0 1,1-1-1,-1 0 1,0 0-1,11-7 1,-10 3-6579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46.7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 24575,'1'-1'0,"-1"0"0,1 1 0,0-1 0,0 0 0,-1 0 0,1 1 0,0-1 0,0 0 0,0 1 0,0-1 0,0 1 0,0-1 0,0 1 0,0-1 0,0 1 0,0 0 0,0 0 0,1-1 0,-1 1 0,0 0 0,0 0 0,2 0 0,26 0 0,-28 1 0,0-1 0,-1 0 0,1 1 0,0-1 0,-1 0 0,1 1 0,-1-1 0,1 1 0,-1-1 0,1 1 0,-1-1 0,1 1 0,-1 0 0,0-1 0,1 1 0,-1-1 0,0 1 0,1 0 0,-1-1 0,0 1 0,0 0 0,1-1 0,-1 1 0,0 0 0,0-1 0,0 1 0,0 0 0,0 0 0,0 1 0,-7 26 0,0 4 0,7-31 0,0 0 0,0 0 0,0-1 0,0 1 0,1 0 0,-1-1 0,0 1 0,0 0 0,1-1 0,-1 1 0,0 0 0,1-1 0,-1 1 0,1-1 0,-1 1 0,1-1 0,-1 1 0,1-1 0,-1 1 0,1-1 0,0 1 0,-1-1 0,1 0 0,-1 1 0,1-1 0,0 0 0,-1 1 0,1-1 0,0 0 0,0 0 0,-1 0 0,1 0 0,0 0 0,-1 0 0,1 0 0,1 0 0,23-3 0,-23 2 0,1 0 0,0 0 0,0 1 0,0-1 0,0 1 0,-1 0 0,1-1 0,0 1 0,0 1 0,0-1 0,0 0 0,0 1 0,-1 0 0,1-1 0,3 2 0,-6-1 3,1 0-1,-1 0 0,0-1 1,1 1-1,-1 0 1,0 0-1,0 0 0,0-1 1,0 1-1,1 0 1,-1 0-1,0 0 0,-1 0 1,1-1-1,0 1 1,0 0-1,0 0 0,0 0 1,-1-1-1,1 1 1,0 0-1,-1 0 0,1-1 1,0 1-1,-1 0 1,1-1-1,-1 1 0,0 1 1,-20 24-486,16-20-469,-2 3-5874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47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40 24575,'0'-2'0,"0"1"0,0-1 0,0 0 0,0 0 0,0 1 0,1-1 0,-1 0 0,0 1 0,1-1 0,-1 0 0,1 1 0,0-1 0,0 1 0,-1-1 0,1 1 0,0-1 0,0 1 0,0-1 0,3-1 0,-3 2 0,0 0 0,1 1 0,-1-1 0,1 1 0,-1-1 0,0 1 0,1 0 0,-1-1 0,1 1 0,-1 0 0,1 0 0,-1 0 0,1 0 0,-1 0 0,1 0 0,-1 0 0,0 1 0,3 0 0,0 0 0,0 1 0,0-1 0,-1 1 0,1 0 0,0 0 0,-1 0 0,0 1 0,1-1 0,-1 1 0,0 0 0,0 0 0,-1 0 0,1 0 0,0 0 0,3 7 0,-5-7 0,-1-1 0,1 1 0,0 0 0,-1 0 0,1 0 0,-1 0 0,0 0 0,0-1 0,0 1 0,0 0 0,0 0 0,-1 0 0,0 0 0,1 0 0,-1-1 0,0 1 0,0 0 0,-3 4 0,3-5 0,0 1 0,0 0 0,0 0 0,0 0 0,0 0 0,0 1 0,1-1 0,-1 0 0,1 0 0,0 0 0,0 1 0,1 4 0,-1-7 0,1 0 0,-1 0 0,1 0 0,0 0 0,-1 0 0,1 0 0,0 0 0,0 0 0,0 0 0,0 0 0,0 0 0,0 0 0,0-1 0,0 1 0,0 0 0,0-1 0,0 1 0,1-1 0,-1 1 0,0-1 0,0 0 0,0 1 0,1-1 0,-1 0 0,2 0 0,38 2 0,-29-3 0,50 6-1365,-48-4-5461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48.9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24575,'0'14'0,"-1"-7"0,1 0 0,0 0 0,1 0 0,-1 0 0,4 12 0,-4-18 0,1 0 0,-1 0 0,0 0 0,1 0 0,0 0 0,-1 0 0,1 0 0,0 0 0,-1 0 0,1 0 0,0 0 0,0 0 0,0-1 0,0 1 0,0 0 0,0 0 0,0-1 0,0 1 0,0-1 0,0 1 0,0-1 0,0 0 0,0 1 0,0-1 0,0 0 0,1 0 0,-1 0 0,0 1 0,0-1 0,0 0 0,0-1 0,1 1 0,-1 0 0,0 0 0,0 0 0,0-1 0,0 1 0,0-1 0,0 1 0,0-1 0,2 0 0,-2 0 0,1-1 0,0 1 0,-1-1 0,1 1 0,-1-1 0,0 0 0,1 0 0,-1 1 0,0-1 0,0 0 0,0 0 0,0 0 0,-1 0 0,1 0 0,-1 0 0,1 0 0,0-3 0,-1 3 0,0 7 0,0 7 0,-2 173-1365,2-171-5461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50.4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 24575,'4'-2'0,"6"0"0,4-2 0,0-1 0,-1 2-8191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51.2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24575,'1'113'0,"-1"-112"0,0-1 0,0 0 0,0 0 0,0 0 0,0 0 0,0 1 0,1-1 0,-1 0 0,0 0 0,0 0 0,0 0 0,0 0 0,1 0 0,-1 1 0,0-1 0,0 0 0,0 0 0,0 0 0,1 0 0,-1 0 0,0 0 0,0 0 0,0 0 0,1 0 0,-1 0 0,0 0 0,0 0 0,0 0 0,1 0 0,-1 0 0,0 0 0,0 0 0,0 0 0,1 0 0,-1 0 0,0 0 0,0-1 0,0 1 0,0 0 0,1 0 0,-1 0 0,0 0 0,0 0 0,0 0 0,0-1 0,1 1 0,-1 0 0,0 0 0,0 0 0,0 0 0,0-1 0,0 1 0,0 0 0,19-16 0,8-5 0,-26 21 0,0-1 0,0 1 0,1-1 0,-1 1 0,0 0 0,0-1 0,1 1 0,-1 0 0,0 0 0,0 0 0,1 0 0,-1 0 0,0 0 0,1 1 0,-1-1 0,0 0 0,0 0 0,0 1 0,1-1 0,-1 1 0,0-1 0,0 1 0,0 0 0,0-1 0,0 1 0,2 2 0,-2-2 0,0 2 0,0-1 0,0 0 0,0 0 0,0 0 0,0 0 0,0 1 0,-1-1 0,0 0 0,1 0 0,-1 1 0,0-1 0,0 4 0,0 3 0,-1-1 0,0 1 0,-1-1 0,0 1 0,0-1 0,-1 0 0,-4 11 0,4-15-85,1 1 0,-1 0-1,0-1 1,0 0 0,-1 0-1,1 0 1,-1 0 0,0-1-1,0 1 1,0-1 0,0 0-1,-1 0 1,1 0 0,-1-1-1,-6 3 1,0-2-6741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52.2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42 24575,'0'0'0,"-1"0"0,0 0 0,1 1 0,-1-1 0,1 1 0,-1-1 0,1 0 0,-1 1 0,1-1 0,-1 1 0,1-1 0,-1 1 0,1 0 0,-1-1 0,1 1 0,0-1 0,-1 1 0,1 0 0,0-1 0,0 1 0,0 0 0,-1-1 0,1 1 0,0 0 0,0-1 0,0 1 0,0 0 0,0-1 0,0 1 0,0 0 0,0-1 0,0 1 0,1 0 0,-1 0 0,5 26 0,-3-20 0,1 0 0,0 0 0,0 0 0,1 0 0,0-1 0,0 1 0,8 8 0,-11-13 0,1-1 0,-1 1 0,1 0 0,0-1 0,-1 1 0,1-1 0,0 0 0,0 1 0,0-1 0,0 0 0,0 0 0,0 0 0,1-1 0,-1 1 0,0 0 0,0-1 0,1 1 0,-1-1 0,0 0 0,1 0 0,-1 0 0,0 0 0,1 0 0,-1-1 0,0 1 0,0-1 0,1 1 0,-1-1 0,2-1 0,-1 0 0,-1 1 0,0-1 0,0 0 0,-1 0 0,1 0 0,0 0 0,-1 0 0,1-1 0,-1 1 0,0 0 0,0-1 0,0 1 0,0-1 0,0 1 0,0-1 0,-1 0 0,1 1 0,-1-1 0,1 0 0,-1 1 0,0-1 0,-1-4 0,1 2 0,0 0 0,0 0 0,-1 0 0,0 0 0,0 0 0,0 0 0,-1 0 0,1 0 0,-1 0 0,0 1 0,-4-7 0,2 6 11,-1 1 0,1 0 0,-1 0 0,1 0 0,-1 1 0,0 0-1,-1 0 1,1 0 0,0 0 0,-11-3 0,15 6-44,-1-1 0,1 1 0,0-1 0,-1 1 0,0 0 0,1-1 0,-1 1 0,1 0 0,-1 0 0,1 0 0,-1 0 0,1 0 0,-1 1 0,1-1 0,-1 0 0,1 1 0,-1-1 0,1 1 0,-1-1 0,1 1 0,-1 0 0,1 0 0,0-1 0,0 1 0,-1 0 0,1 0 0,0 0 0,0 0 0,0 1 0,0-1 0,0 0 0,0 0 0,0 1 0,1-1 0,-1 0 0,0 1 0,1-1 0,-1 1 0,1-1 0,-1 1 0,1-1 0,0 1 0,0-1 0,0 3 0,-2 9-6793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53.6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0 24575,'-2'0'0,"1"0"0,-1 0 0,1 1 0,-1-1 0,0 0 0,1 1 0,-1-1 0,1 1 0,-1-1 0,1 1 0,-1 0 0,1-1 0,0 1 0,-1 0 0,1 0 0,0 0 0,0 0 0,-1 0 0,1 1 0,-1 1 0,0 0 0,0 0 0,0 0 0,1 1 0,-1-1 0,1 0 0,0 1 0,0-1 0,-1 8 0,1-1 0,1 1 0,-1-1 0,2 0 0,0 0 0,3 20 0,-2-26 0,-1-1 0,0 0 0,1 0 0,-1 0 0,1-1 0,0 1 0,0 0 0,0-1 0,1 1 0,-1-1 0,0 1 0,1-1 0,0 0 0,4 3 0,-5-4 0,-1 0 0,1 0 0,0 0 0,-1-1 0,1 1 0,0 0 0,-1-1 0,1 1 0,0-1 0,0 1 0,-1-1 0,1 0 0,0 0 0,0 0 0,0 0 0,0 0 0,-1 0 0,1 0 0,0-1 0,0 1 0,0-1 0,-1 1 0,1-1 0,0 0 0,-1 0 0,1 1 0,-1-1 0,3-2 0,-3 2 0,0 0 0,0 0 0,0 0 0,0 0 0,0 0 0,0 0 0,-1 0 0,1 0 0,-1 0 0,1 0 0,0 0 0,-1 0 0,0-1 0,1 1 0,-1 0 0,0 0 0,1 0 0,-1-1 0,0 1 0,0 0 0,0 0 0,0-1 0,-1-1 0,0 1 0,1 0 0,-1 0 0,0-1 0,-1 1 0,1 1 0,0-1 0,0 0 0,-1 0 0,1 0 0,-1 1 0,0-1 0,-2-1 0,-2-2 0,0 1 0,0 0 0,-1 0 0,0 1 0,0 0 0,-13-5 0,7 6-273,0 0 0,0 0 0,0 1 0,-22 2 0,26-1-6553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54.5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61 24575,'-2'1'0,"0"-1"0,0 0 0,0 1 0,0-1 0,0 1 0,0 0 0,0 0 0,1-1 0,-1 1 0,0 0 0,1 1 0,-1-1 0,0 0 0,1 0 0,0 1 0,-1-1 0,1 1 0,0-1 0,-1 1 0,1-1 0,0 1 0,0 0 0,1 0 0,-1-1 0,0 1 0,1 0 0,-1 0 0,1 0 0,-1 4 0,-1 0 0,1 1 0,0 0 0,1 0 0,-1 0 0,2 0 0,-1 0 0,2 9 0,-1-14 0,-1-1 0,1 1 0,0-1 0,0 1 0,0-1 0,0 0 0,0 1 0,0-1 0,0 0 0,0 0 0,1 0 0,-1 0 0,0 0 0,1 0 0,-1 0 0,1 0 0,-1-1 0,1 1 0,-1 0 0,1-1 0,-1 1 0,1-1 0,0 0 0,-1 0 0,1 1 0,0-1 0,-1 0 0,1 0 0,2-1 0,-3 1 0,1 0 0,0 0 0,0 0 0,0 0 0,0 0 0,0-1 0,-1 1 0,1-1 0,0 1 0,0-1 0,0 0 0,-1 0 0,1 0 0,-1 0 0,1 0 0,0 0 0,-1 0 0,0 0 0,1 0 0,-1-1 0,0 1 0,0-1 0,1 1 0,-1-1 0,0 1 0,0-3 0,0-1 8,-1-1-1,1 1 1,-1 0-1,-1-1 1,1 1-1,-1 0 1,0-1-1,0 1 1,0 0-1,-1 0 1,0 0-1,0 0 1,0 0-1,-1 0 1,-4-6-1,2 2-193,-1 0 1,-1 1-1,1 0 0,-1 0 1,-1 0-1,1 1 1,-10-7-1,8 8-6640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56.0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 24575,'18'0'0,"1"0"0,0-2 0,-1 0 0,36-10 0,-52 12 0,-1-1 0,1 1 0,-1-1 0,1 1 0,0 0 0,-1-1 0,1 1 0,-1 0 0,1 0 0,0 0 0,-1 0 0,1 1 0,-1-1 0,1 0 0,-1 1 0,3 0 0,-3 0 0,0-1 0,-1 1 0,1-1 0,-1 1 0,1 0 0,-1-1 0,1 1 0,-1 0 0,1-1 0,-1 1 0,0 0 0,1 0 0,-1-1 0,0 1 0,0 0 0,0 0 0,1 0 0,-1-1 0,0 1 0,0 0 0,0 0 0,-1 1 0,0 7 0,-1-1 0,0 0 0,-1 0 0,1 0 0,-5 8 0,1-2 0,-25 70-1365,27-71-5461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56.5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53 24575,'30'-1'28,"1"-3"0,-1 0 0,53-15-1,20-4-1503,-95 22-5350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57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24 24575,'-1'2'0,"0"0"0,-1 0 0,1 0 0,0 0 0,0 0 0,0 0 0,0 0 0,1 0 0,-1 0 0,1 1 0,-1-1 0,1 0 0,0 0 0,0 1 0,0-1 0,0 0 0,0 0 0,0 1 0,1-1 0,-1 0 0,1 0 0,-1 1 0,1-1 0,0 0 0,0 0 0,0 0 0,0 0 0,0 0 0,1 0 0,-1-1 0,0 1 0,1 0 0,-1-1 0,1 1 0,0-1 0,0 1 0,0-1 0,-1 0 0,1 1 0,0-1 0,0 0 0,1-1 0,1 2 0,1-1 0,1 0 0,-1-1 0,0 1 0,0-1 0,0 0 0,1 0 0,-1-1 0,0 0 0,0 0 0,0 0 0,0-1 0,0 1 0,8-5 0,-11 5 0,-1 0 0,1 0 0,-1 0 0,1 0 0,-1 0 0,0 0 0,1 0 0,-1-1 0,0 1 0,0-1 0,0 1 0,0-1 0,0 1 0,-1-1 0,1 1 0,0-1 0,0-2 0,-1 1 0,1 1 0,-1-1 0,-1 1 0,1 0 0,0-1 0,0 1 0,-1-1 0,1 1 0,-1 0 0,0-1 0,0 1 0,0 0 0,0 0 0,0-1 0,0 1 0,-3-2 0,-6-11-1365,-1 1-5461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57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 24575,'-4'0'0,"-2"0"0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59.0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1 24575,'-4'0'0,"-39"3"0,42-3 0,0 0 0,1 0 0,-1 0 0,0 0 0,1 1 0,-1-1 0,0 0 0,1 0 0,-1 0 0,1 1 0,-1-1 0,0 0 0,1 1 0,-1-1 0,1 1 0,-1-1 0,1 0 0,-1 1 0,1-1 0,-1 1 0,1 0 0,-1-1 0,1 1 0,0-1 0,-1 1 0,1 0 0,0-1 0,-1 1 0,1-1 0,0 1 0,0 0 0,0 0 0,0-1 0,0 1 0,0 0 0,0-1 0,0 1 0,0 0 0,0-1 0,0 1 0,0 0 0,0-1 0,0 1 0,1 0 0,-1-1 0,0 1 0,1 0 0,-1-1 0,0 1 0,1-1 0,-1 1 0,1-1 0,0 1 0,0 1 0,0-1 0,1 0 0,-1 1 0,0-1 0,1 0 0,0 0 0,-1 0 0,1 0 0,-1-1 0,1 1 0,0 0 0,0-1 0,-1 1 0,1-1 0,0 1 0,0-1 0,0 0 0,0 0 0,0 0 0,-1 0 0,1 0 0,0 0 0,0-1 0,0 1 0,0-1 0,-1 1 0,1-1 0,0 1 0,-1-1 0,1 0 0,0 0 0,-1 0 0,1 0 0,-1 0 0,1 0 0,-1-1 0,0 1 0,1 0 0,-1-1 0,0 1 0,0-1 0,2-2 0,-6 29 16,2 0 0,3 33 0,-1-5-1429,-1-37-5413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0:59.7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13 24575,'-1'23'0,"0"20"0,0-40 0,2-1 0,-1 1 0,0-1 0,0 1 0,1-1 0,-1 0 0,1 1 0,0-1 0,0 0 0,0 1 0,0-1 0,2 3 0,-2-4 0,0 0 0,1 0 0,-1 0 0,1 0 0,0 0 0,-1-1 0,1 1 0,-1 0 0,1-1 0,0 1 0,0-1 0,-1 0 0,1 0 0,0 1 0,0-1 0,-1 0 0,1 0 0,0-1 0,0 1 0,-1 0 0,1-1 0,0 1 0,0-1 0,-1 1 0,1-1 0,-1 0 0,1 0 0,-1 1 0,1-1 0,-1 0 0,1-1 0,-1 1 0,0 0 0,1 0 0,-1 0 0,0-1 0,0 1 0,0-1 0,0 1 0,0-1 0,0 1 0,-1-1 0,1 0 0,0-2 0,0 0 0,0 1 0,0-1 0,0 0 0,-1 0 0,0 0 0,0 0 0,0 0 0,0 0 0,-1 0 0,1 0 0,-1 0 0,0 0 0,0 0 0,-3-5 0,3 7 0,0 0 0,-1 0 0,1 0 0,-1 0 0,0 1 0,0-1 0,1 0 0,-1 1 0,0-1 0,-1 1 0,1 0 0,0-1 0,0 1 0,-1 0 0,1 0 0,0 1 0,-1-1 0,1 0 0,-1 1 0,1 0 0,-1-1 0,1 1 0,-5 0 0,-28 1-1365,26 0-5461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1:02.2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24575,'0'2'0,"0"4"0,0 3 0,0 1 0,0 4 0,0 0 0,0 0 0,0-1 0,0-1 0,0 0 0,0-1 0,0 0 0,0 0 0,0-1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1:07.2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18 24575,'0'-1'0,"0"1"0,0-1 0,0 0 0,0 0 0,0 1 0,-1-1 0,1 0 0,0 0 0,0 1 0,-1-1 0,1 0 0,-1 1 0,1-1 0,0 0 0,-1 1 0,1-1 0,-1 0 0,0 1 0,1-1 0,-1 1 0,1-1 0,-1 1 0,0 0 0,1-1 0,-1 1 0,0 0 0,1-1 0,-1 1 0,0 0 0,0 0 0,0 0 0,1-1 0,-1 1 0,0 0 0,0 0 0,1 0 0,-1 0 0,0 0 0,0 0 0,1 1 0,-2-1 0,-2 1 0,1-1 0,0 1 0,1-1 0,-1 1 0,0 0 0,0 1 0,0-1 0,0 0 0,-3 3 0,2-1 0,1 0 0,-1 1 0,1 0 0,0-1 0,0 1 0,0 0 0,1 0 0,-1 1 0,1-1 0,0 0 0,-3 8 0,5-10 0,-1 0 0,1 0 0,-1 1 0,1-1 0,0 0 0,0 0 0,0 0 0,0 1 0,0-1 0,0 0 0,1 0 0,-1 0 0,1 0 0,0 0 0,-1 1 0,1-1 0,0 0 0,0 0 0,0-1 0,0 1 0,1 0 0,-1 0 0,0-1 0,1 1 0,0 0 0,-1-1 0,4 3 0,2 1 0,1 0 0,0 0 0,0-1 0,0 0 0,0 0 0,1-1 0,-1 0 0,1 0 0,0-1 0,0 0 0,0-1 0,0 0 0,0 0 0,1-1 0,10-1 0,-19 1 0,0 0 0,0-1 0,0 1 0,0 0 0,0 0 0,0-1 0,0 1 0,0-1 0,0 1 0,-1-1 0,1 0 0,0 1 0,0-1 0,0 0 0,-1 1 0,1-1 0,0 0 0,-1 0 0,1 0 0,-1 0 0,1 1 0,-1-1 0,1 0 0,-1 0 0,1-1 0,-1-1 0,1 1 0,-1-1 0,0 1 0,0-1 0,0 1 0,0-1 0,-1 1 0,1-1 0,-1 1 0,0-4 0,-1 0 0,-1 0 0,1 0 0,-1 0 0,0 0 0,-1 1 0,1 0 0,-8-9 0,-8 1-1365,10 10-5461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1:08.1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68 24575,'-2'2'0,"0"0"0,0 0 0,0 0 0,1 0 0,-1 0 0,1 0 0,-1 0 0,1 0 0,0 0 0,0 1 0,0-1 0,0 1 0,0-1 0,1 1 0,-1-1 0,1 1 0,-1-1 0,1 1 0,0-1 0,0 1 0,0 0 0,1-1 0,-1 1 0,0-1 0,1 1 0,0-1 0,0 1 0,1 4 0,0-4 0,1 0 0,-1 0 0,1 0 0,-1 0 0,1 0 0,0-1 0,0 1 0,0-1 0,0 1 0,0-1 0,1 0 0,-1 0 0,0-1 0,1 1 0,0-1 0,-1 0 0,1 0 0,7 1 0,-2 0 0,-1-1 0,0-1 0,0 1 0,0-1 0,1-1 0,12-2 0,-19 3 0,-1 0 0,1-1 0,-1 1 0,0 0 0,1-1 0,-1 0 0,0 1 0,1-1 0,-1 0 0,0 0 0,0 1 0,0-1 0,1 0 0,-1 0 0,0 0 0,0-1 0,0 1 0,-1 0 0,1 0 0,0 0 0,0-1 0,-1 1 0,1 0 0,-1-1 0,1 1 0,-1-1 0,1 1 0,-1 0 0,0-1 0,0 1 0,0-1 0,0 1 0,0-1 0,0 1 0,0-1 0,0 1 0,-1-1 0,1 1 0,0 0 0,-1-1 0,1 1 0,-1 0 0,0-1 0,-1-1 0,-4-12 30,-1 0 0,0 1 0,-17-25 0,21 35-108,1 1 0,-1-1 0,0 1-1,0 0 1,0 0 0,-1 0 0,1 0 0,-1 0 0,0 1-1,1-1 1,-1 1 0,0 0 0,0 0 0,-1 1 0,1-1-1,0 1 1,0 0 0,-7-1 0,-3 2-6748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1:10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24575,'2'0'0,"4"0"0,3 0 0,1 0 0,2 0 0,-1 0 0,-1 8 0,-4 5 0,-6 11 0,-4 10 0,-4 5 0,-4 4 0,-1 0 0,1-4 0,2-5 0,2-8-8191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1:10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96 24575,'0'-2'0,"2"0"0,2-2 0,6-2 0,7 0 0,6-1 0,2-1 0,1 1 0,-1 0 0,-2-1 0,-4 1 0,-1 0 0,-2 0 0,0 0 0,-1 2 0,-1 2 0,-4 1-8191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1:11.8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88 24575,'-2'4'0,"0"0"0,0 1 0,1-1 0,-1 1 0,1 0 0,0-1 0,1 1 0,-1 0 0,1 7 0,0-11 0,0 0 0,0 1 0,0-1 0,0 0 0,1 1 0,-1-1 0,0 1 0,1-1 0,-1 0 0,1 0 0,-1 1 0,1-1 0,0 0 0,0 0 0,-1 0 0,1 1 0,0-1 0,0 0 0,0 0 0,0-1 0,0 1 0,0 0 0,1 0 0,-1 0 0,0-1 0,0 1 0,0 0 0,1-1 0,-1 1 0,0-1 0,1 0 0,-1 1 0,0-1 0,3 0 0,-1 1 0,1-1 0,-1 0 0,0 0 0,0 0 0,0-1 0,0 1 0,0-1 0,0 1 0,0-1 0,0 0 0,0 0 0,0 0 0,0-1 0,0 1 0,-1-1 0,1 1 0,0-1 0,-1 0 0,0 0 0,1 0 0,2-4 0,-3 3 0,0-1 0,0 1 0,-1-1 0,0 1 0,1-1 0,-1 1 0,0-1 0,-1 0 0,1 0 0,-1 0 0,0 1 0,0-1 0,0 0 0,0 0 0,0 0 0,-1 1 0,-2-8 0,2 7-45,0 0-1,0 0 1,0 1-1,-1-1 1,0 0-1,0 0 1,0 1-1,0-1 1,0 1-1,-1 0 1,0 0-1,1 0 1,-1 0-1,0 0 1,-1 0-1,1 1 1,0-1-1,-1 1 1,1 0-1,-1 0 1,0 1-1,0-1 1,0 1-1,0-1 0,0 1 1,0 0-1,0 1 1,0-1-1,-7 1 1,1 0-6781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24:48.4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1174 24575,'2'-2'0,"1"0"0,-1 1 0,0-1 0,0 0 0,0-1 0,0 1 0,-1 0 0,1 0 0,0-1 0,-1 1 0,0-1 0,2-3 0,2-2 0,38-64 0,-31 51 0,1 0 0,0 1 0,1 0 0,29-30 0,139-103 0,-150 124 0,2 2 0,43-26 0,-41 21 0,-32 27 0,1 0 0,0 1 0,0-1 0,0 1 0,11-7 0,-15 11 0,1 0 0,-1-1 0,0 1 0,0 0 0,1 0 0,-1 0 0,0 0 0,1 0 0,-1 1 0,0-1 0,0 0 0,1 1 0,-1-1 0,0 0 0,0 1 0,0-1 0,0 1 0,1 0 0,-1-1 0,0 1 0,0 0 0,0 0 0,0 0 0,-1 0 0,1 0 0,0 0 0,0 0 0,0 0 0,-1 0 0,1 0 0,0 2 0,21 41 0,-21-41 0,49 135 0,12 28 0,-58-157 0,10 16 0,-13-25 0,0 1 0,-1-1 0,1 0 0,0 0 0,-1 1 0,1-1 0,0 0 0,-1 0 0,1 0 0,0 0 0,0 0 0,-1 0 0,1 0 0,0 0 0,-1 0 0,1-1 0,0 1 0,0 0 0,-1 0 0,1-1 0,0 1 0,-1 0 0,1-1 0,-1 1 0,1 0 0,0-1 0,-1 1 0,1-1 0,-1 1 0,1-1 0,-1 1 0,0-1 0,1 1 0,-1-1 0,1 0 0,-1 1 0,1-2 0,123-179 0,-86 121 0,57-71 0,-89 125 0,17-23 0,1 1 0,2 1 0,1 2 0,42-32 0,-69 57 0,1-1 0,-1 1 0,1 0 0,0-1 0,-1 1 0,1 0 0,-1-1 0,1 1 0,0 0 0,-1 0 0,1 0 0,0 0 0,0 0 0,-1 0 0,1 0 0,0 0 0,-1 0 0,1 0 0,0 0 0,-1 0 0,1 0 0,0 1 0,-1-1 0,1 0 0,0 0 0,0 1 0,13 17 0,3 30 0,-15-42 0,11 56 0,-1 0 0,4 104 0,-11-94 0,-1-44 0,1-1 0,1 0 0,2 0 0,0 0 0,2-1 0,1 0 0,15 26 0,-19-29 0,-7-21 0,0 1 0,1 0 0,-1-1 0,1 1 0,0 0 0,0-1 0,0 1 0,0-1 0,1 0 0,-1 1 0,2 2 0,-2-5 0,0 0 0,-1-1 0,1 1 0,-1 0 0,0 0 0,1 0 0,-1-1 0,1 1 0,-1 0 0,1 0 0,-1-1 0,1 1 0,-1 0 0,0-1 0,1 1 0,-1-1 0,0 1 0,1 0 0,-1-1 0,0 1 0,0-1 0,1 1 0,-1-1 0,0 1 0,0-1 0,0 1 0,0-1 0,1 1 0,-1-1 0,0 1 0,0-1 0,0 0 0,5-19 0,5-25 0,-5 17 0,2 0 0,1 1 0,16-41 0,-12 42 0,-8 15 0,1 0 0,1 0 0,-1 0 0,2 0 0,12-16 0,-18 27 0,0-1 0,-1 1 0,1-1 0,0 1 0,0 0 0,0-1 0,0 1 0,0 0 0,0-1 0,0 1 0,-1 0 0,1 0 0,0 0 0,0 0 0,0 0 0,0 0 0,0 0 0,0 0 0,0 1 0,0-1 0,0 0 0,0 0 0,0 1 0,0-1 0,-1 1 0,1-1 0,0 1 0,0-1 0,0 1 0,-1-1 0,1 1 0,0 0 0,-1-1 0,1 1 0,0 1 0,30 33 0,-23-24 0,15 14 0,0-1 0,1-2 0,1 0 0,1-2 0,39 24 0,-64-43 0,0-1 0,0 1 0,0-1 0,-1 1 0,1-1 0,0 1 0,0-1 0,0 0 0,0 0 0,0 1 0,0-1 0,0 0 0,0 0 0,0 0 0,0 0 0,0 0 0,0 0 0,0 0 0,0 0 0,0-1 0,0 1 0,0 0 0,0-1 0,0 1 0,0 0 0,0-1 0,0 1 0,-1-1 0,1 1 0,0-1 0,0 0 0,-1 1 0,1-1 0,0 0 0,-1 0 0,1 1 0,0-1 0,-1 0 0,1 0 0,-1 0 0,1 0 0,-1-1 0,4-6 0,-2 0 0,1 0 0,-1-1 0,1-11 0,1 0 0,52-227 0,-49 227 0,2 1 0,0 0 0,1 0 0,0 1 0,25-31 0,-26 35 0,34-43 0,81-87 0,-110 128 0,-10 11 0,0 0 0,-1 1 0,2-1 0,-1 1 0,0 0 0,6-3 0,-9 7 0,0-1 0,0 1 0,0-1 0,0 1 0,0 0 0,0-1 0,0 1 0,0 0 0,0 0 0,0 0 0,0 0 0,0 0 0,0 0 0,0 0 0,0 0 0,0 0 0,0 1 0,0-1 0,0 0 0,0 1 0,0-1 0,0 1 0,0-1 0,0 1 0,0-1 0,0 1 0,-1-1 0,1 1 0,0 0 0,0 0 0,-1-1 0,1 1 0,0 0 0,-1 0 0,1 0 0,-1 0 0,1 0 0,0 2 0,19 35 0,-2 1 0,-1 1 0,19 73 0,-12-37 0,26 87 0,51 135 0,-95-282 0,-2-6 0,0-1 0,0 1 0,1-1 0,11 16 0,-16-25 0,1 0 0,-1 1 0,0-1 0,1 0 0,-1 0 0,1 0 0,-1 0 0,1-1 0,-1 1 0,0 0 0,1 0 0,-1 0 0,1 0 0,-1 0 0,0 0 0,1-1 0,-1 1 0,0 0 0,1 0 0,-1 0 0,0-1 0,1 1 0,-1 0 0,0-1 0,1 1 0,-1 0 0,0-1 0,0 1 0,1 0 0,-1-1 0,0 1 0,0 0 0,0-1 0,0 1 0,1-1 0,-1 1 0,0 0 0,0-1 0,0 1 0,0-1 0,10-25 0,-8 21 0,52-124 0,-13 35 0,35-126 0,-61 165 0,-2 2 0,2 1 0,2 0 0,25-49 0,-12 46 0,47-66 0,-77 121 0,0-1 0,0 1 0,0 0 0,0 0 0,0 0 0,0-1 0,0 1 0,1 0 0,-1 0 0,0 0 0,0 0 0,0 0 0,0-1 0,0 1 0,1 0 0,-1 0 0,0 0 0,0 0 0,0 0 0,1 0 0,-1 0 0,0 0 0,0-1 0,0 1 0,1 0 0,-1 0 0,0 0 0,0 0 0,0 0 0,1 0 0,-1 0 0,0 0 0,0 0 0,0 0 0,1 1 0,-1-1 0,0 0 0,0 0 0,0 0 0,1 0 0,-1 0 0,0 0 0,0 0 0,0 0 0,0 0 0,1 1 0,5 12 0,-1 19 0,-5-31 0,18 95 0,3 0 0,57 152 0,-45-149 0,-32-96 0,0-1 0,1 1 0,-1 0 0,1-1 0,-1 0 0,1 1 0,0-1 0,0 0 0,0 0 0,0 0 0,0 0 0,0 0 0,4 2 0,-4-2 0,1 0 0,0 0 0,-1 0 0,1 0 0,-1 1 0,0-1 0,0 1 0,0 0 0,0 0 0,2 3 0,65 166 0,-58-227 0,-3 13 0,2 1 0,1 0 0,3 0 0,1 1 0,1 0 0,3 2 0,24-39 0,-43 76 0,1 0 0,0-1 0,-1 1 0,1 0 0,0-1 0,0 1 0,0 0 0,0 0 0,0 0 0,0 0 0,0 0 0,0 0 0,0 0 0,1 0 0,-1 0 0,0 1 0,1-1 0,-1 1 0,0-1 0,1 1 0,-1-1 0,1 1 0,-1-1 0,3 1 0,-2 1 0,0 0 0,0-1 0,0 1 0,-1 0 0,1 0 0,0 1 0,-1-1 0,1 0 0,-1 0 0,1 1 0,-1-1 0,0 1 0,0 0 0,1-1 0,-1 1 0,0 0 0,0-1 0,0 4 0,81 176 0,-32-65 0,-33-78 0,6 13 0,35 57 0,-58-107 0,1 1 0,0-1 0,0 1 0,0-1 0,0 0 0,0 0 0,0 0 0,0 1 0,0-1 0,0 0 0,0 0 0,1 0 0,-1-1 0,0 1 0,1 0 0,-1 0 0,1-1 0,2 2 0,-4-3 0,1 1 0,0 0 0,0 0 0,0 0 0,0-1 0,0 1 0,0 0 0,0-1 0,0 1 0,0-1 0,-1 1 0,1-1 0,0 1 0,0-1 0,-1 0 0,1 1 0,0-1 0,-1 0 0,1 0 0,-1 1 0,1-1 0,0-1 0,4-9 0,0 1 0,-1-1 0,0 0 0,2-14 0,0 3 0,109-277 0,-85 212 0,47-152 0,-63 186 0,66-292 0,-80 345 0,0 0 0,0 0 0,0 0 0,0 1 0,0-1 0,0 0 0,0 0 0,0 0 0,0 0 0,0 0 0,0 0 0,0 0 0,0 0 0,0 0 0,0 0 0,0 0 0,0 0 0,0 0 0,0 0 0,0 0 0,0 0 0,0 0 0,0 0 0,0 0 0,1 0 0,-1 1 0,0-1 0,0 0 0,0 0 0,0 0 0,0 0 0,0 0 0,0 0 0,0 0 0,0 0 0,0 0 0,0 0 0,0 0 0,0 0 0,1 0 0,-1-1 0,0 1 0,0 0 0,0 0 0,0 0 0,0 0 0,4 14 0,2 18 0,14 135 0,23 145 0,-29-239 0,3-1 0,30 83 0,-43-144 0,-2-4 0,1 0 0,-1 0 0,1 0 0,1 0 0,-1-1 0,1 1 0,0-1 0,6 6 0,-9-12 0,0 1 0,0-1 0,0 1 0,0-1 0,0 1 0,0-1 0,0 0 0,0 1 0,0-1 0,0 0 0,0 0 0,0 0 0,0 0 0,0 0 0,1 0 0,-1 0 0,0 0 0,0 0 0,0-1 0,0 1 0,0 0 0,0-1 0,0 1 0,0-1 0,0 1 0,0-1 0,1 0 0,31-23 0,-22 15 0,76-48 0,179-86 0,-217 119 0,-28 15-1365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29:55.3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1174 24575,'2'-2'0,"1"0"0,-1 1 0,0-1 0,0 0 0,0-1 0,0 1 0,-1 0 0,1 0 0,0-1 0,-1 1 0,0-1 0,2-3 0,2-2 0,38-64 0,-31 51 0,1 0 0,0 1 0,1 0 0,29-30 0,139-103 0,-150 124 0,2 2 0,43-26 0,-41 21 0,-32 27 0,1 0 0,0 1 0,0-1 0,0 1 0,11-7 0,-15 11 0,1 0 0,-1-1 0,0 1 0,0 0 0,1 0 0,-1 0 0,0 0 0,1 0 0,-1 1 0,0-1 0,0 0 0,1 1 0,-1-1 0,0 0 0,0 1 0,0-1 0,0 1 0,1 0 0,-1-1 0,0 1 0,0 0 0,0 0 0,0 0 0,-1 0 0,1 0 0,0 0 0,0 0 0,0 0 0,-1 0 0,1 0 0,0 2 0,21 41 0,-21-41 0,49 135 0,12 28 0,-58-157 0,10 16 0,-13-25 0,0 1 0,-1-1 0,1 0 0,0 0 0,-1 1 0,1-1 0,0 0 0,-1 0 0,1 0 0,0 0 0,0 0 0,-1 0 0,1 0 0,0 0 0,-1 0 0,1-1 0,0 1 0,0 0 0,-1 0 0,1-1 0,0 1 0,-1 0 0,1-1 0,-1 1 0,1 0 0,0-1 0,-1 1 0,1-1 0,-1 1 0,1-1 0,-1 1 0,0-1 0,1 1 0,-1-1 0,1 0 0,-1 1 0,1-2 0,123-179 0,-86 121 0,57-71 0,-89 125 0,17-23 0,1 1 0,2 1 0,1 2 0,42-32 0,-69 57 0,1-1 0,-1 1 0,1 0 0,0-1 0,-1 1 0,1 0 0,-1-1 0,1 1 0,0 0 0,-1 0 0,1 0 0,0 0 0,0 0 0,-1 0 0,1 0 0,0 0 0,-1 0 0,1 0 0,0 0 0,-1 0 0,1 0 0,0 1 0,-1-1 0,1 0 0,0 0 0,0 1 0,13 17 0,3 30 0,-15-42 0,11 56 0,-1 0 0,4 104 0,-11-94 0,-1-44 0,1-1 0,1 0 0,2 0 0,0 0 0,2-1 0,1 0 0,15 26 0,-19-29 0,-7-21 0,0 1 0,1 0 0,-1-1 0,1 1 0,0 0 0,0-1 0,0 1 0,0-1 0,1 0 0,-1 1 0,2 2 0,-2-5 0,0 0 0,-1-1 0,1 1 0,-1 0 0,0 0 0,1 0 0,-1-1 0,1 1 0,-1 0 0,1 0 0,-1-1 0,1 1 0,-1 0 0,0-1 0,1 1 0,-1-1 0,0 1 0,1 0 0,-1-1 0,0 1 0,0-1 0,1 1 0,-1-1 0,0 1 0,0-1 0,0 1 0,0-1 0,1 1 0,-1-1 0,0 1 0,0-1 0,0 0 0,5-19 0,5-25 0,-5 17 0,2 0 0,1 1 0,16-41 0,-12 42 0,-8 15 0,1 0 0,1 0 0,-1 0 0,2 0 0,12-16 0,-18 27 0,0-1 0,-1 1 0,1-1 0,0 1 0,0 0 0,0-1 0,0 1 0,0 0 0,0-1 0,0 1 0,-1 0 0,1 0 0,0 0 0,0 0 0,0 0 0,0 0 0,0 0 0,0 0 0,0 1 0,0-1 0,0 0 0,0 0 0,0 1 0,0-1 0,-1 1 0,1-1 0,0 1 0,0-1 0,0 1 0,-1-1 0,1 1 0,0 0 0,-1-1 0,1 1 0,0 1 0,30 33 0,-23-24 0,15 14 0,0-1 0,1-2 0,1 0 0,1-2 0,39 24 0,-64-43 0,0-1 0,0 1 0,0-1 0,-1 1 0,1-1 0,0 1 0,0-1 0,0 0 0,0 0 0,0 1 0,0-1 0,0 0 0,0 0 0,0 0 0,0 0 0,0 0 0,0 0 0,0 0 0,0 0 0,0-1 0,0 1 0,0 0 0,0-1 0,0 1 0,0 0 0,0-1 0,0 1 0,-1-1 0,1 1 0,0-1 0,0 0 0,-1 1 0,1-1 0,0 0 0,-1 0 0,1 1 0,0-1 0,-1 0 0,1 0 0,-1 0 0,1 0 0,-1-1 0,4-6 0,-2 0 0,1 0 0,-1-1 0,1-11 0,1 0 0,52-227 0,-49 227 0,2 1 0,0 0 0,1 0 0,0 1 0,25-31 0,-26 35 0,34-43 0,81-87 0,-110 128 0,-10 11 0,0 0 0,-1 1 0,2-1 0,-1 1 0,0 0 0,6-3 0,-9 7 0,0-1 0,0 1 0,0-1 0,0 1 0,0 0 0,0-1 0,0 1 0,0 0 0,0 0 0,0 0 0,0 0 0,0 0 0,0 0 0,0 0 0,0 0 0,0 0 0,0 1 0,0-1 0,0 0 0,0 1 0,0-1 0,0 1 0,0-1 0,0 1 0,0-1 0,0 1 0,-1-1 0,1 1 0,0 0 0,0 0 0,-1-1 0,1 1 0,0 0 0,-1 0 0,1 0 0,-1 0 0,1 0 0,0 2 0,19 35 0,-2 1 0,-1 1 0,19 73 0,-12-37 0,26 87 0,51 135 0,-95-282 0,-2-6 0,0-1 0,0 1 0,1-1 0,11 16 0,-16-25 0,1 0 0,-1 1 0,0-1 0,1 0 0,-1 0 0,1 0 0,-1 0 0,1-1 0,-1 1 0,0 0 0,1 0 0,-1 0 0,1 0 0,-1 0 0,0 0 0,1-1 0,-1 1 0,0 0 0,1 0 0,-1 0 0,0-1 0,1 1 0,-1 0 0,0-1 0,1 1 0,-1 0 0,0-1 0,0 1 0,1 0 0,-1-1 0,0 1 0,0 0 0,0-1 0,0 1 0,1-1 0,-1 1 0,0 0 0,0-1 0,0 1 0,0-1 0,10-25 0,-8 21 0,52-124 0,-13 35 0,35-126 0,-61 165 0,-2 2 0,2 1 0,2 0 0,25-49 0,-12 46 0,47-66 0,-77 121 0,0-1 0,0 1 0,0 0 0,0 0 0,0 0 0,0-1 0,0 1 0,1 0 0,-1 0 0,0 0 0,0 0 0,0 0 0,0-1 0,0 1 0,1 0 0,-1 0 0,0 0 0,0 0 0,0 0 0,1 0 0,-1 0 0,0 0 0,0-1 0,0 1 0,1 0 0,-1 0 0,0 0 0,0 0 0,0 0 0,1 0 0,-1 0 0,0 0 0,0 0 0,0 0 0,1 1 0,-1-1 0,0 0 0,0 0 0,0 0 0,1 0 0,-1 0 0,0 0 0,0 0 0,0 0 0,0 0 0,1 1 0,5 12 0,-1 19 0,-5-31 0,18 95 0,3 0 0,57 152 0,-45-149 0,-32-96 0,0-1 0,1 1 0,-1 0 0,1-1 0,-1 0 0,1 1 0,0-1 0,0 0 0,0 0 0,0 0 0,0 0 0,0 0 0,4 2 0,-4-2 0,1 0 0,0 0 0,-1 0 0,1 0 0,-1 1 0,0-1 0,0 1 0,0 0 0,0 0 0,2 3 0,65 166 0,-58-227 0,-3 13 0,2 1 0,1 0 0,3 0 0,1 1 0,1 0 0,3 2 0,24-39 0,-43 76 0,1 0 0,0-1 0,-1 1 0,1 0 0,0-1 0,0 1 0,0 0 0,0 0 0,0 0 0,0 0 0,0 0 0,0 0 0,0 0 0,1 0 0,-1 0 0,0 1 0,1-1 0,-1 1 0,0-1 0,1 1 0,-1-1 0,1 1 0,-1-1 0,3 1 0,-2 1 0,0 0 0,0-1 0,0 1 0,-1 0 0,1 0 0,0 1 0,-1-1 0,1 0 0,-1 0 0,1 1 0,-1-1 0,0 1 0,0 0 0,1-1 0,-1 1 0,0 0 0,0-1 0,0 4 0,81 176 0,-32-65 0,-33-78 0,6 13 0,35 57 0,-58-107 0,1 1 0,0-1 0,0 1 0,0-1 0,0 0 0,0 0 0,0 0 0,0 1 0,0-1 0,0 0 0,0 0 0,1 0 0,-1-1 0,0 1 0,1 0 0,-1 0 0,1-1 0,2 2 0,-4-3 0,1 1 0,0 0 0,0 0 0,0 0 0,0-1 0,0 1 0,0 0 0,0-1 0,0 1 0,0-1 0,-1 1 0,1-1 0,0 1 0,0-1 0,-1 0 0,1 1 0,0-1 0,-1 0 0,1 0 0,-1 1 0,1-1 0,0-1 0,4-9 0,0 1 0,-1-1 0,0 0 0,2-14 0,0 3 0,109-277 0,-85 212 0,47-152 0,-63 186 0,66-292 0,-80 345 0,0 0 0,0 0 0,0 0 0,0 1 0,0-1 0,0 0 0,0 0 0,0 0 0,0 0 0,0 0 0,0 0 0,0 0 0,0 0 0,0 0 0,0 0 0,0 0 0,0 0 0,0 0 0,0 0 0,0 0 0,0 0 0,0 0 0,0 0 0,0 0 0,1 0 0,-1 1 0,0-1 0,0 0 0,0 0 0,0 0 0,0 0 0,0 0 0,0 0 0,0 0 0,0 0 0,0 0 0,0 0 0,0 0 0,0 0 0,1 0 0,-1-1 0,0 1 0,0 0 0,0 0 0,0 0 0,0 0 0,4 14 0,2 18 0,14 135 0,23 145 0,-29-239 0,3-1 0,30 83 0,-43-144 0,-2-4 0,1 0 0,-1 0 0,1 0 0,1 0 0,-1-1 0,1 1 0,0-1 0,6 6 0,-9-12 0,0 1 0,0-1 0,0 1 0,0-1 0,0 1 0,0-1 0,0 0 0,0 1 0,0-1 0,0 0 0,0 0 0,0 0 0,0 0 0,0 0 0,1 0 0,-1 0 0,0 0 0,0 0 0,0-1 0,0 1 0,0 0 0,0-1 0,0 1 0,0-1 0,0 1 0,0-1 0,1 0 0,31-23 0,-22 15 0,76-48 0,179-86 0,-217 119 0,-28 15-1365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30:05.1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1174 24575,'2'-2'0,"1"0"0,-1 1 0,0-1 0,0 0 0,0-1 0,0 1 0,-1 0 0,1 0 0,0-1 0,-1 1 0,0-1 0,2-3 0,2-2 0,38-64 0,-31 51 0,1 0 0,0 1 0,1 0 0,29-30 0,139-103 0,-150 124 0,2 2 0,43-26 0,-41 21 0,-32 27 0,1 0 0,0 1 0,0-1 0,0 1 0,11-7 0,-15 11 0,1 0 0,-1-1 0,0 1 0,0 0 0,1 0 0,-1 0 0,0 0 0,1 0 0,-1 1 0,0-1 0,0 0 0,1 1 0,-1-1 0,0 0 0,0 1 0,0-1 0,0 1 0,1 0 0,-1-1 0,0 1 0,0 0 0,0 0 0,0 0 0,-1 0 0,1 0 0,0 0 0,0 0 0,0 0 0,-1 0 0,1 0 0,0 2 0,21 41 0,-21-41 0,49 135 0,12 28 0,-58-157 0,10 16 0,-13-25 0,0 1 0,-1-1 0,1 0 0,0 0 0,-1 1 0,1-1 0,0 0 0,-1 0 0,1 0 0,0 0 0,0 0 0,-1 0 0,1 0 0,0 0 0,-1 0 0,1-1 0,0 1 0,0 0 0,-1 0 0,1-1 0,0 1 0,-1 0 0,1-1 0,-1 1 0,1 0 0,0-1 0,-1 1 0,1-1 0,-1 1 0,1-1 0,-1 1 0,0-1 0,1 1 0,-1-1 0,1 0 0,-1 1 0,1-2 0,123-179 0,-86 121 0,57-71 0,-89 125 0,17-23 0,1 1 0,2 1 0,1 2 0,42-32 0,-69 57 0,1-1 0,-1 1 0,1 0 0,0-1 0,-1 1 0,1 0 0,-1-1 0,1 1 0,0 0 0,-1 0 0,1 0 0,0 0 0,0 0 0,-1 0 0,1 0 0,0 0 0,-1 0 0,1 0 0,0 0 0,-1 0 0,1 0 0,0 1 0,-1-1 0,1 0 0,0 0 0,0 1 0,13 17 0,3 30 0,-15-42 0,11 56 0,-1 0 0,4 104 0,-11-94 0,-1-44 0,1-1 0,1 0 0,2 0 0,0 0 0,2-1 0,1 0 0,15 26 0,-19-29 0,-7-21 0,0 1 0,1 0 0,-1-1 0,1 1 0,0 0 0,0-1 0,0 1 0,0-1 0,1 0 0,-1 1 0,2 2 0,-2-5 0,0 0 0,-1-1 0,1 1 0,-1 0 0,0 0 0,1 0 0,-1-1 0,1 1 0,-1 0 0,1 0 0,-1-1 0,1 1 0,-1 0 0,0-1 0,1 1 0,-1-1 0,0 1 0,1 0 0,-1-1 0,0 1 0,0-1 0,1 1 0,-1-1 0,0 1 0,0-1 0,0 1 0,0-1 0,1 1 0,-1-1 0,0 1 0,0-1 0,0 0 0,5-19 0,5-25 0,-5 17 0,2 0 0,1 1 0,16-41 0,-12 42 0,-8 15 0,1 0 0,1 0 0,-1 0 0,2 0 0,12-16 0,-18 27 0,0-1 0,-1 1 0,1-1 0,0 1 0,0 0 0,0-1 0,0 1 0,0 0 0,0-1 0,0 1 0,-1 0 0,1 0 0,0 0 0,0 0 0,0 0 0,0 0 0,0 0 0,0 0 0,0 1 0,0-1 0,0 0 0,0 0 0,0 1 0,0-1 0,-1 1 0,1-1 0,0 1 0,0-1 0,0 1 0,-1-1 0,1 1 0,0 0 0,-1-1 0,1 1 0,0 1 0,30 33 0,-23-24 0,15 14 0,0-1 0,1-2 0,1 0 0,1-2 0,39 24 0,-64-43 0,0-1 0,0 1 0,0-1 0,-1 1 0,1-1 0,0 1 0,0-1 0,0 0 0,0 0 0,0 1 0,0-1 0,0 0 0,0 0 0,0 0 0,0 0 0,0 0 0,0 0 0,0 0 0,0 0 0,0-1 0,0 1 0,0 0 0,0-1 0,0 1 0,0 0 0,0-1 0,0 1 0,-1-1 0,1 1 0,0-1 0,0 0 0,-1 1 0,1-1 0,0 0 0,-1 0 0,1 1 0,0-1 0,-1 0 0,1 0 0,-1 0 0,1 0 0,-1-1 0,4-6 0,-2 0 0,1 0 0,-1-1 0,1-11 0,1 0 0,52-227 0,-49 227 0,2 1 0,0 0 0,1 0 0,0 1 0,25-31 0,-26 35 0,34-43 0,81-87 0,-110 128 0,-10 11 0,0 0 0,-1 1 0,2-1 0,-1 1 0,0 0 0,6-3 0,-9 7 0,0-1 0,0 1 0,0-1 0,0 1 0,0 0 0,0-1 0,0 1 0,0 0 0,0 0 0,0 0 0,0 0 0,0 0 0,0 0 0,0 0 0,0 0 0,0 0 0,0 1 0,0-1 0,0 0 0,0 1 0,0-1 0,0 1 0,0-1 0,0 1 0,0-1 0,0 1 0,-1-1 0,1 1 0,0 0 0,0 0 0,-1-1 0,1 1 0,0 0 0,-1 0 0,1 0 0,-1 0 0,1 0 0,0 2 0,19 35 0,-2 1 0,-1 1 0,19 73 0,-12-37 0,26 87 0,51 135 0,-95-282 0,-2-6 0,0-1 0,0 1 0,1-1 0,11 16 0,-16-25 0,1 0 0,-1 1 0,0-1 0,1 0 0,-1 0 0,1 0 0,-1 0 0,1-1 0,-1 1 0,0 0 0,1 0 0,-1 0 0,1 0 0,-1 0 0,0 0 0,1-1 0,-1 1 0,0 0 0,1 0 0,-1 0 0,0-1 0,1 1 0,-1 0 0,0-1 0,1 1 0,-1 0 0,0-1 0,0 1 0,1 0 0,-1-1 0,0 1 0,0 0 0,0-1 0,0 1 0,1-1 0,-1 1 0,0 0 0,0-1 0,0 1 0,0-1 0,10-25 0,-8 21 0,52-124 0,-13 35 0,35-126 0,-61 165 0,-2 2 0,2 1 0,2 0 0,25-49 0,-12 46 0,47-66 0,-77 121 0,0-1 0,0 1 0,0 0 0,0 0 0,0 0 0,0-1 0,0 1 0,1 0 0,-1 0 0,0 0 0,0 0 0,0 0 0,0-1 0,0 1 0,1 0 0,-1 0 0,0 0 0,0 0 0,0 0 0,1 0 0,-1 0 0,0 0 0,0-1 0,0 1 0,1 0 0,-1 0 0,0 0 0,0 0 0,0 0 0,1 0 0,-1 0 0,0 0 0,0 0 0,0 0 0,1 1 0,-1-1 0,0 0 0,0 0 0,0 0 0,1 0 0,-1 0 0,0 0 0,0 0 0,0 0 0,0 0 0,1 1 0,5 12 0,-1 19 0,-5-31 0,18 95 0,3 0 0,57 152 0,-45-149 0,-32-96 0,0-1 0,1 1 0,-1 0 0,1-1 0,-1 0 0,1 1 0,0-1 0,0 0 0,0 0 0,0 0 0,0 0 0,0 0 0,4 2 0,-4-2 0,1 0 0,0 0 0,-1 0 0,1 0 0,-1 1 0,0-1 0,0 1 0,0 0 0,0 0 0,2 3 0,65 166 0,-58-227 0,-3 13 0,2 1 0,1 0 0,3 0 0,1 1 0,1 0 0,3 2 0,24-39 0,-43 76 0,1 0 0,0-1 0,-1 1 0,1 0 0,0-1 0,0 1 0,0 0 0,0 0 0,0 0 0,0 0 0,0 0 0,0 0 0,0 0 0,1 0 0,-1 0 0,0 1 0,1-1 0,-1 1 0,0-1 0,1 1 0,-1-1 0,1 1 0,-1-1 0,3 1 0,-2 1 0,0 0 0,0-1 0,0 1 0,-1 0 0,1 0 0,0 1 0,-1-1 0,1 0 0,-1 0 0,1 1 0,-1-1 0,0 1 0,0 0 0,1-1 0,-1 1 0,0 0 0,0-1 0,0 4 0,81 176 0,-32-65 0,-33-78 0,6 13 0,35 57 0,-58-107 0,1 1 0,0-1 0,0 1 0,0-1 0,0 0 0,0 0 0,0 0 0,0 1 0,0-1 0,0 0 0,0 0 0,1 0 0,-1-1 0,0 1 0,1 0 0,-1 0 0,1-1 0,2 2 0,-4-3 0,1 1 0,0 0 0,0 0 0,0 0 0,0-1 0,0 1 0,0 0 0,0-1 0,0 1 0,0-1 0,-1 1 0,1-1 0,0 1 0,0-1 0,-1 0 0,1 1 0,0-1 0,-1 0 0,1 0 0,-1 1 0,1-1 0,0-1 0,4-9 0,0 1 0,-1-1 0,0 0 0,2-14 0,0 3 0,109-277 0,-85 212 0,47-152 0,-63 186 0,66-292 0,-80 345 0,0 0 0,0 0 0,0 0 0,0 1 0,0-1 0,0 0 0,0 0 0,0 0 0,0 0 0,0 0 0,0 0 0,0 0 0,0 0 0,0 0 0,0 0 0,0 0 0,0 0 0,0 0 0,0 0 0,0 0 0,0 0 0,0 0 0,0 0 0,0 0 0,1 0 0,-1 1 0,0-1 0,0 0 0,0 0 0,0 0 0,0 0 0,0 0 0,0 0 0,0 0 0,0 0 0,0 0 0,0 0 0,0 0 0,0 0 0,1 0 0,-1-1 0,0 1 0,0 0 0,0 0 0,0 0 0,0 0 0,4 14 0,2 18 0,14 135 0,23 145 0,-29-239 0,3-1 0,30 83 0,-43-144 0,-2-4 0,1 0 0,-1 0 0,1 0 0,1 0 0,-1-1 0,1 1 0,0-1 0,6 6 0,-9-12 0,0 1 0,0-1 0,0 1 0,0-1 0,0 1 0,0-1 0,0 0 0,0 1 0,0-1 0,0 0 0,0 0 0,0 0 0,0 0 0,0 0 0,1 0 0,-1 0 0,0 0 0,0 0 0,0-1 0,0 1 0,0 0 0,0-1 0,0 1 0,0-1 0,0 1 0,0-1 0,1 0 0,31-23 0,-22 15 0,76-48 0,179-86 0,-217 119 0,-28 15-1365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30:11.6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1174 24575,'2'-2'0,"1"0"0,-1 1 0,0-1 0,0 0 0,0-1 0,0 1 0,-1 0 0,1 0 0,0-1 0,-1 1 0,0-1 0,2-3 0,2-2 0,38-64 0,-31 51 0,1 0 0,0 1 0,1 0 0,29-30 0,139-103 0,-150 124 0,2 2 0,43-26 0,-41 21 0,-32 27 0,1 0 0,0 1 0,0-1 0,0 1 0,11-7 0,-15 11 0,1 0 0,-1-1 0,0 1 0,0 0 0,1 0 0,-1 0 0,0 0 0,1 0 0,-1 1 0,0-1 0,0 0 0,1 1 0,-1-1 0,0 0 0,0 1 0,0-1 0,0 1 0,1 0 0,-1-1 0,0 1 0,0 0 0,0 0 0,0 0 0,-1 0 0,1 0 0,0 0 0,0 0 0,0 0 0,-1 0 0,1 0 0,0 2 0,21 41 0,-21-41 0,49 135 0,12 28 0,-58-157 0,10 16 0,-13-25 0,0 1 0,-1-1 0,1 0 0,0 0 0,-1 1 0,1-1 0,0 0 0,-1 0 0,1 0 0,0 0 0,0 0 0,-1 0 0,1 0 0,0 0 0,-1 0 0,1-1 0,0 1 0,0 0 0,-1 0 0,1-1 0,0 1 0,-1 0 0,1-1 0,-1 1 0,1 0 0,0-1 0,-1 1 0,1-1 0,-1 1 0,1-1 0,-1 1 0,0-1 0,1 1 0,-1-1 0,1 0 0,-1 1 0,1-2 0,123-179 0,-86 121 0,57-71 0,-89 125 0,17-23 0,1 1 0,2 1 0,1 2 0,42-32 0,-69 57 0,1-1 0,-1 1 0,1 0 0,0-1 0,-1 1 0,1 0 0,-1-1 0,1 1 0,0 0 0,-1 0 0,1 0 0,0 0 0,0 0 0,-1 0 0,1 0 0,0 0 0,-1 0 0,1 0 0,0 0 0,-1 0 0,1 0 0,0 1 0,-1-1 0,1 0 0,0 0 0,0 1 0,13 17 0,3 30 0,-15-42 0,11 56 0,-1 0 0,4 104 0,-11-94 0,-1-44 0,1-1 0,1 0 0,2 0 0,0 0 0,2-1 0,1 0 0,15 26 0,-19-29 0,-7-21 0,0 1 0,1 0 0,-1-1 0,1 1 0,0 0 0,0-1 0,0 1 0,0-1 0,1 0 0,-1 1 0,2 2 0,-2-5 0,0 0 0,-1-1 0,1 1 0,-1 0 0,0 0 0,1 0 0,-1-1 0,1 1 0,-1 0 0,1 0 0,-1-1 0,1 1 0,-1 0 0,0-1 0,1 1 0,-1-1 0,0 1 0,1 0 0,-1-1 0,0 1 0,0-1 0,1 1 0,-1-1 0,0 1 0,0-1 0,0 1 0,0-1 0,1 1 0,-1-1 0,0 1 0,0-1 0,0 0 0,5-19 0,5-25 0,-5 17 0,2 0 0,1 1 0,16-41 0,-12 42 0,-8 15 0,1 0 0,1 0 0,-1 0 0,2 0 0,12-16 0,-18 27 0,0-1 0,-1 1 0,1-1 0,0 1 0,0 0 0,0-1 0,0 1 0,0 0 0,0-1 0,0 1 0,-1 0 0,1 0 0,0 0 0,0 0 0,0 0 0,0 0 0,0 0 0,0 0 0,0 1 0,0-1 0,0 0 0,0 0 0,0 1 0,0-1 0,-1 1 0,1-1 0,0 1 0,0-1 0,0 1 0,-1-1 0,1 1 0,0 0 0,-1-1 0,1 1 0,0 1 0,30 33 0,-23-24 0,15 14 0,0-1 0,1-2 0,1 0 0,1-2 0,39 24 0,-64-43 0,0-1 0,0 1 0,0-1 0,-1 1 0,1-1 0,0 1 0,0-1 0,0 0 0,0 0 0,0 1 0,0-1 0,0 0 0,0 0 0,0 0 0,0 0 0,0 0 0,0 0 0,0 0 0,0 0 0,0-1 0,0 1 0,0 0 0,0-1 0,0 1 0,0 0 0,0-1 0,0 1 0,-1-1 0,1 1 0,0-1 0,0 0 0,-1 1 0,1-1 0,0 0 0,-1 0 0,1 1 0,0-1 0,-1 0 0,1 0 0,-1 0 0,1 0 0,-1-1 0,4-6 0,-2 0 0,1 0 0,-1-1 0,1-11 0,1 0 0,52-227 0,-49 227 0,2 1 0,0 0 0,1 0 0,0 1 0,25-31 0,-26 35 0,34-43 0,81-87 0,-110 128 0,-10 11 0,0 0 0,-1 1 0,2-1 0,-1 1 0,0 0 0,6-3 0,-9 7 0,0-1 0,0 1 0,0-1 0,0 1 0,0 0 0,0-1 0,0 1 0,0 0 0,0 0 0,0 0 0,0 0 0,0 0 0,0 0 0,0 0 0,0 0 0,0 0 0,0 1 0,0-1 0,0 0 0,0 1 0,0-1 0,0 1 0,0-1 0,0 1 0,0-1 0,0 1 0,-1-1 0,1 1 0,0 0 0,0 0 0,-1-1 0,1 1 0,0 0 0,-1 0 0,1 0 0,-1 0 0,1 0 0,0 2 0,19 35 0,-2 1 0,-1 1 0,19 73 0,-12-37 0,26 87 0,51 135 0,-95-282 0,-2-6 0,0-1 0,0 1 0,1-1 0,11 16 0,-16-25 0,1 0 0,-1 1 0,0-1 0,1 0 0,-1 0 0,1 0 0,-1 0 0,1-1 0,-1 1 0,0 0 0,1 0 0,-1 0 0,1 0 0,-1 0 0,0 0 0,1-1 0,-1 1 0,0 0 0,1 0 0,-1 0 0,0-1 0,1 1 0,-1 0 0,0-1 0,1 1 0,-1 0 0,0-1 0,0 1 0,1 0 0,-1-1 0,0 1 0,0 0 0,0-1 0,0 1 0,1-1 0,-1 1 0,0 0 0,0-1 0,0 1 0,0-1 0,10-25 0,-8 21 0,52-124 0,-13 35 0,35-126 0,-61 165 0,-2 2 0,2 1 0,2 0 0,25-49 0,-12 46 0,47-66 0,-77 121 0,0-1 0,0 1 0,0 0 0,0 0 0,0 0 0,0-1 0,0 1 0,1 0 0,-1 0 0,0 0 0,0 0 0,0 0 0,0-1 0,0 1 0,1 0 0,-1 0 0,0 0 0,0 0 0,0 0 0,1 0 0,-1 0 0,0 0 0,0-1 0,0 1 0,1 0 0,-1 0 0,0 0 0,0 0 0,0 0 0,1 0 0,-1 0 0,0 0 0,0 0 0,0 0 0,1 1 0,-1-1 0,0 0 0,0 0 0,0 0 0,1 0 0,-1 0 0,0 0 0,0 0 0,0 0 0,0 0 0,1 1 0,5 12 0,-1 19 0,-5-31 0,18 95 0,3 0 0,57 152 0,-45-149 0,-32-96 0,0-1 0,1 1 0,-1 0 0,1-1 0,-1 0 0,1 1 0,0-1 0,0 0 0,0 0 0,0 0 0,0 0 0,0 0 0,4 2 0,-4-2 0,1 0 0,0 0 0,-1 0 0,1 0 0,-1 1 0,0-1 0,0 1 0,0 0 0,0 0 0,2 3 0,65 166 0,-58-227 0,-3 13 0,2 1 0,1 0 0,3 0 0,1 1 0,1 0 0,3 2 0,24-39 0,-43 76 0,1 0 0,0-1 0,-1 1 0,1 0 0,0-1 0,0 1 0,0 0 0,0 0 0,0 0 0,0 0 0,0 0 0,0 0 0,0 0 0,1 0 0,-1 0 0,0 1 0,1-1 0,-1 1 0,0-1 0,1 1 0,-1-1 0,1 1 0,-1-1 0,3 1 0,-2 1 0,0 0 0,0-1 0,0 1 0,-1 0 0,1 0 0,0 1 0,-1-1 0,1 0 0,-1 0 0,1 1 0,-1-1 0,0 1 0,0 0 0,1-1 0,-1 1 0,0 0 0,0-1 0,0 4 0,81 176 0,-32-65 0,-33-78 0,6 13 0,35 57 0,-58-107 0,1 1 0,0-1 0,0 1 0,0-1 0,0 0 0,0 0 0,0 0 0,0 1 0,0-1 0,0 0 0,0 0 0,1 0 0,-1-1 0,0 1 0,1 0 0,-1 0 0,1-1 0,2 2 0,-4-3 0,1 1 0,0 0 0,0 0 0,0 0 0,0-1 0,0 1 0,0 0 0,0-1 0,0 1 0,0-1 0,-1 1 0,1-1 0,0 1 0,0-1 0,-1 0 0,1 1 0,0-1 0,-1 0 0,1 0 0,-1 1 0,1-1 0,0-1 0,4-9 0,0 1 0,-1-1 0,0 0 0,2-14 0,0 3 0,109-277 0,-85 212 0,47-152 0,-63 186 0,66-292 0,-80 345 0,0 0 0,0 0 0,0 0 0,0 1 0,0-1 0,0 0 0,0 0 0,0 0 0,0 0 0,0 0 0,0 0 0,0 0 0,0 0 0,0 0 0,0 0 0,0 0 0,0 0 0,0 0 0,0 0 0,0 0 0,0 0 0,0 0 0,0 0 0,0 0 0,1 0 0,-1 1 0,0-1 0,0 0 0,0 0 0,0 0 0,0 0 0,0 0 0,0 0 0,0 0 0,0 0 0,0 0 0,0 0 0,0 0 0,0 0 0,1 0 0,-1-1 0,0 1 0,0 0 0,0 0 0,0 0 0,0 0 0,4 14 0,2 18 0,14 135 0,23 145 0,-29-239 0,3-1 0,30 83 0,-43-144 0,-2-4 0,1 0 0,-1 0 0,1 0 0,1 0 0,-1-1 0,1 1 0,0-1 0,6 6 0,-9-12 0,0 1 0,0-1 0,0 1 0,0-1 0,0 1 0,0-1 0,0 0 0,0 1 0,0-1 0,0 0 0,0 0 0,0 0 0,0 0 0,0 0 0,1 0 0,-1 0 0,0 0 0,0 0 0,0-1 0,0 1 0,0 0 0,0-1 0,0 1 0,0-1 0,0 1 0,0-1 0,1 0 0,31-23 0,-22 15 0,76-48 0,179-86 0,-217 119 0,-28 15-1365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30:53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1174 24575,'2'-2'0,"1"0"0,-1 1 0,0-1 0,0 0 0,0-1 0,0 1 0,-1 0 0,1 0 0,0-1 0,-1 1 0,0-1 0,2-3 0,2-2 0,38-64 0,-31 51 0,1 0 0,0 1 0,1 0 0,29-30 0,139-103 0,-150 124 0,2 2 0,43-26 0,-41 21 0,-32 27 0,1 0 0,0 1 0,0-1 0,0 1 0,11-7 0,-15 11 0,1 0 0,-1-1 0,0 1 0,0 0 0,1 0 0,-1 0 0,0 0 0,1 0 0,-1 1 0,0-1 0,0 0 0,1 1 0,-1-1 0,0 0 0,0 1 0,0-1 0,0 1 0,1 0 0,-1-1 0,0 1 0,0 0 0,0 0 0,0 0 0,-1 0 0,1 0 0,0 0 0,0 0 0,0 0 0,-1 0 0,1 0 0,0 2 0,21 41 0,-21-41 0,49 135 0,12 28 0,-58-157 0,10 16 0,-13-25 0,0 1 0,-1-1 0,1 0 0,0 0 0,-1 1 0,1-1 0,0 0 0,-1 0 0,1 0 0,0 0 0,0 0 0,-1 0 0,1 0 0,0 0 0,-1 0 0,1-1 0,0 1 0,0 0 0,-1 0 0,1-1 0,0 1 0,-1 0 0,1-1 0,-1 1 0,1 0 0,0-1 0,-1 1 0,1-1 0,-1 1 0,1-1 0,-1 1 0,0-1 0,1 1 0,-1-1 0,1 0 0,-1 1 0,1-2 0,123-179 0,-86 121 0,57-71 0,-89 125 0,17-23 0,1 1 0,2 1 0,1 2 0,42-32 0,-69 57 0,1-1 0,-1 1 0,1 0 0,0-1 0,-1 1 0,1 0 0,-1-1 0,1 1 0,0 0 0,-1 0 0,1 0 0,0 0 0,0 0 0,-1 0 0,1 0 0,0 0 0,-1 0 0,1 0 0,0 0 0,-1 0 0,1 0 0,0 1 0,-1-1 0,1 0 0,0 0 0,0 1 0,13 17 0,3 30 0,-15-42 0,11 56 0,-1 0 0,4 104 0,-11-94 0,-1-44 0,1-1 0,1 0 0,2 0 0,0 0 0,2-1 0,1 0 0,15 26 0,-19-29 0,-7-21 0,0 1 0,1 0 0,-1-1 0,1 1 0,0 0 0,0-1 0,0 1 0,0-1 0,1 0 0,-1 1 0,2 2 0,-2-5 0,0 0 0,-1-1 0,1 1 0,-1 0 0,0 0 0,1 0 0,-1-1 0,1 1 0,-1 0 0,1 0 0,-1-1 0,1 1 0,-1 0 0,0-1 0,1 1 0,-1-1 0,0 1 0,1 0 0,-1-1 0,0 1 0,0-1 0,1 1 0,-1-1 0,0 1 0,0-1 0,0 1 0,0-1 0,1 1 0,-1-1 0,0 1 0,0-1 0,0 0 0,5-19 0,5-25 0,-5 17 0,2 0 0,1 1 0,16-41 0,-12 42 0,-8 15 0,1 0 0,1 0 0,-1 0 0,2 0 0,12-16 0,-18 27 0,0-1 0,-1 1 0,1-1 0,0 1 0,0 0 0,0-1 0,0 1 0,0 0 0,0-1 0,0 1 0,-1 0 0,1 0 0,0 0 0,0 0 0,0 0 0,0 0 0,0 0 0,0 0 0,0 1 0,0-1 0,0 0 0,0 0 0,0 1 0,0-1 0,-1 1 0,1-1 0,0 1 0,0-1 0,0 1 0,-1-1 0,1 1 0,0 0 0,-1-1 0,1 1 0,0 1 0,30 33 0,-23-24 0,15 14 0,0-1 0,1-2 0,1 0 0,1-2 0,39 24 0,-64-43 0,0-1 0,0 1 0,0-1 0,-1 1 0,1-1 0,0 1 0,0-1 0,0 0 0,0 0 0,0 1 0,0-1 0,0 0 0,0 0 0,0 0 0,0 0 0,0 0 0,0 0 0,0 0 0,0 0 0,0-1 0,0 1 0,0 0 0,0-1 0,0 1 0,0 0 0,0-1 0,0 1 0,-1-1 0,1 1 0,0-1 0,0 0 0,-1 1 0,1-1 0,0 0 0,-1 0 0,1 1 0,0-1 0,-1 0 0,1 0 0,-1 0 0,1 0 0,-1-1 0,4-6 0,-2 0 0,1 0 0,-1-1 0,1-11 0,1 0 0,52-227 0,-49 227 0,2 1 0,0 0 0,1 0 0,0 1 0,25-31 0,-26 35 0,34-43 0,81-87 0,-110 128 0,-10 11 0,0 0 0,-1 1 0,2-1 0,-1 1 0,0 0 0,6-3 0,-9 7 0,0-1 0,0 1 0,0-1 0,0 1 0,0 0 0,0-1 0,0 1 0,0 0 0,0 0 0,0 0 0,0 0 0,0 0 0,0 0 0,0 0 0,0 0 0,0 0 0,0 1 0,0-1 0,0 0 0,0 1 0,0-1 0,0 1 0,0-1 0,0 1 0,0-1 0,0 1 0,-1-1 0,1 1 0,0 0 0,0 0 0,-1-1 0,1 1 0,0 0 0,-1 0 0,1 0 0,-1 0 0,1 0 0,0 2 0,19 35 0,-2 1 0,-1 1 0,19 73 0,-12-37 0,26 87 0,51 135 0,-95-282 0,-2-6 0,0-1 0,0 1 0,1-1 0,11 16 0,-16-25 0,1 0 0,-1 1 0,0-1 0,1 0 0,-1 0 0,1 0 0,-1 0 0,1-1 0,-1 1 0,0 0 0,1 0 0,-1 0 0,1 0 0,-1 0 0,0 0 0,1-1 0,-1 1 0,0 0 0,1 0 0,-1 0 0,0-1 0,1 1 0,-1 0 0,0-1 0,1 1 0,-1 0 0,0-1 0,0 1 0,1 0 0,-1-1 0,0 1 0,0 0 0,0-1 0,0 1 0,1-1 0,-1 1 0,0 0 0,0-1 0,0 1 0,0-1 0,10-25 0,-8 21 0,52-124 0,-13 35 0,35-126 0,-61 165 0,-2 2 0,2 1 0,2 0 0,25-49 0,-12 46 0,47-66 0,-77 121 0,0-1 0,0 1 0,0 0 0,0 0 0,0 0 0,0-1 0,0 1 0,1 0 0,-1 0 0,0 0 0,0 0 0,0 0 0,0-1 0,0 1 0,1 0 0,-1 0 0,0 0 0,0 0 0,0 0 0,1 0 0,-1 0 0,0 0 0,0-1 0,0 1 0,1 0 0,-1 0 0,0 0 0,0 0 0,0 0 0,1 0 0,-1 0 0,0 0 0,0 0 0,0 0 0,1 1 0,-1-1 0,0 0 0,0 0 0,0 0 0,1 0 0,-1 0 0,0 0 0,0 0 0,0 0 0,0 0 0,1 1 0,5 12 0,-1 19 0,-5-31 0,18 95 0,3 0 0,57 152 0,-45-149 0,-32-96 0,0-1 0,1 1 0,-1 0 0,1-1 0,-1 0 0,1 1 0,0-1 0,0 0 0,0 0 0,0 0 0,0 0 0,0 0 0,4 2 0,-4-2 0,1 0 0,0 0 0,-1 0 0,1 0 0,-1 1 0,0-1 0,0 1 0,0 0 0,0 0 0,2 3 0,65 166 0,-58-227 0,-3 13 0,2 1 0,1 0 0,3 0 0,1 1 0,1 0 0,3 2 0,24-39 0,-43 76 0,1 0 0,0-1 0,-1 1 0,1 0 0,0-1 0,0 1 0,0 0 0,0 0 0,0 0 0,0 0 0,0 0 0,0 0 0,0 0 0,1 0 0,-1 0 0,0 1 0,1-1 0,-1 1 0,0-1 0,1 1 0,-1-1 0,1 1 0,-1-1 0,3 1 0,-2 1 0,0 0 0,0-1 0,0 1 0,-1 0 0,1 0 0,0 1 0,-1-1 0,1 0 0,-1 0 0,1 1 0,-1-1 0,0 1 0,0 0 0,1-1 0,-1 1 0,0 0 0,0-1 0,0 4 0,81 176 0,-32-65 0,-33-78 0,6 13 0,35 57 0,-58-107 0,1 1 0,0-1 0,0 1 0,0-1 0,0 0 0,0 0 0,0 0 0,0 1 0,0-1 0,0 0 0,0 0 0,1 0 0,-1-1 0,0 1 0,1 0 0,-1 0 0,1-1 0,2 2 0,-4-3 0,1 1 0,0 0 0,0 0 0,0 0 0,0-1 0,0 1 0,0 0 0,0-1 0,0 1 0,0-1 0,-1 1 0,1-1 0,0 1 0,0-1 0,-1 0 0,1 1 0,0-1 0,-1 0 0,1 0 0,-1 1 0,1-1 0,0-1 0,4-9 0,0 1 0,-1-1 0,0 0 0,2-14 0,0 3 0,109-277 0,-85 212 0,47-152 0,-63 186 0,66-292 0,-80 345 0,0 0 0,0 0 0,0 0 0,0 1 0,0-1 0,0 0 0,0 0 0,0 0 0,0 0 0,0 0 0,0 0 0,0 0 0,0 0 0,0 0 0,0 0 0,0 0 0,0 0 0,0 0 0,0 0 0,0 0 0,0 0 0,0 0 0,0 0 0,0 0 0,1 0 0,-1 1 0,0-1 0,0 0 0,0 0 0,0 0 0,0 0 0,0 0 0,0 0 0,0 0 0,0 0 0,0 0 0,0 0 0,0 0 0,0 0 0,1 0 0,-1-1 0,0 1 0,0 0 0,0 0 0,0 0 0,0 0 0,4 14 0,2 18 0,14 135 0,23 145 0,-29-239 0,3-1 0,30 83 0,-43-144 0,-2-4 0,1 0 0,-1 0 0,1 0 0,1 0 0,-1-1 0,1 1 0,0-1 0,6 6 0,-9-12 0,0 1 0,0-1 0,0 1 0,0-1 0,0 1 0,0-1 0,0 0 0,0 1 0,0-1 0,0 0 0,0 0 0,0 0 0,0 0 0,0 0 0,1 0 0,-1 0 0,0 0 0,0 0 0,0-1 0,0 1 0,0 0 0,0-1 0,0 1 0,0-1 0,0 1 0,0-1 0,1 0 0,31-23 0,-22 15 0,76-48 0,179-86 0,-217 119 0,-28 15-1365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34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2718 24575,'1'-39'0,"2"1"0,2 0 0,11-43 0,37-110 0,12-52 0,-46 124 0,-6 34 0,34-122 0,8 46 0,79-159 0,-133 319 0,1-5 0,0 1 0,1 0 0,0 0 0,0 0 0,0 0 0,5-5 0,-7 9 0,-1 1 0,0 0 0,1 0 0,-1 0 0,0-1 0,0 1 0,1 0 0,-1 0 0,0 0 0,1 0 0,-1-1 0,1 1 0,-1 0 0,0 0 0,1 0 0,-1 0 0,0 0 0,1 0 0,-1 0 0,0 0 0,1 0 0,-1 0 0,1 0 0,-1 1 0,0-1 0,1 0 0,-1 0 0,0 0 0,1 0 0,-1 0 0,0 1 0,0-1 0,1 0 0,-1 0 0,1 1 0,0 1 0,1 0 0,-1 1 0,0-1 0,1 0 0,-1 1 0,0-1 0,0 1 0,1 4 0,26 117 0,16 168 0,9 47 0,-24-225 0,45 111 0,57 104 0,37 103 0,-163-415 0,-4-12 0,0 0 0,1 0 0,-1 1 0,1-1 0,1-1 0,-1 1 0,1 0 0,-1-1 0,6 7 0,-7-10 0,-1-1 0,0 0 0,1 0 0,-1 1 0,0-1 0,1 0 0,-1 0 0,1 1 0,-1-1 0,0 0 0,1 0 0,-1 0 0,1 0 0,-1 0 0,1 0 0,-1 0 0,0 0 0,1 0 0,-1 0 0,1 0 0,-1 0 0,1 0 0,-1 0 0,0 0 0,1 0 0,-1 0 0,1-1 0,-1 1 0,0 0 0,1 0 0,-1 0 0,1-1 0,-1 1 0,0 0 0,1-1 0,-1 1 0,0 0 0,0-1 0,1 1 0,-1 0 0,0-1 0,0 1 0,1 0 0,-1-1 0,0 1 0,0-1 0,0 0 0,9-22 0,-8 21 0,22-87 0,53-158 0,-26 119 0,228-666 0,-221 589 0,90-365 0,36-120 0,-181 683 0,-1 3 0,0-1 0,1 1 0,-1 0 0,1 0 0,0 0 0,0 0 0,1 0 0,-1 1 0,6-7 0,-8 10 0,1 0 0,-1 0 0,1 0 0,-1-1 0,1 1 0,-1 0 0,1 0 0,-1 0 0,1 0 0,-1 0 0,1 0 0,-1 0 0,1 0 0,-1 1 0,1-1 0,-1 0 0,1 0 0,-1 0 0,1 0 0,-1 1 0,1-1 0,-1 0 0,0 0 0,1 1 0,-1-1 0,1 0 0,-1 1 0,0-1 0,1 1 0,-1-1 0,0 0 0,0 1 0,1-1 0,-1 1 0,0-1 0,0 1 0,1-1 0,-1 1 0,0-1 0,0 1 0,0-1 0,0 1 0,0-1 0,0 2 0,8 26 0,2 36 0,-4 0 0,-2 113 0,-3-48 0,1-85 0,17 324 0,-10-281 0,4 0 0,29 102 0,-5-23 0,-25-100 0,29 86 0,-27-103 0,-2 0 0,8 64 0,0 8 0,-17-107 0,0-1 0,-2-18 0,4-38 0,0 27 0,1 1 0,0 0 0,1 0 0,1 0 0,1 1 0,0 0 0,0 0 0,1 1 0,1 1 0,0-1 0,1 2 0,22-17 0,13-7 0,2 2 0,62-30 0,-105 60 0,-5 2 0,0 0 0,1 0 0,-1 0 0,1 0 0,-1 0 0,1 1 0,-1-1 0,1 1 0,0-1 0,-1 1 0,1 0 0,-1-1 0,1 1 0,0 0 0,-1 0 0,1 0 0,0 0 0,-1 1 0,1-1 0,0 0 0,-1 1 0,1-1 0,-1 1 0,1-1 0,-1 1 0,1 0 0,2 1 0,-2 1 0,1 0 0,-1 0 0,1 1 0,-1-1 0,0 1 0,-1-1 0,1 1 0,0 0 0,-1-1 0,2 7 0,26 119 0,-4-18 0,12 49 0,-28-221 0,75-511 0,-33 282 0,-34 182 0,43-247 0,-41 270 0,3 2 0,39-93 0,-22 68 0,28-126 0,12-36 0,-79 269 0,0 0 0,0 0 0,0 0 0,0 1 0,1-1 0,-1 0 0,0 0 0,1 1 0,-1-1 0,1 0 0,-1 1 0,0-1 0,1 0 0,0 1 0,-1-1 0,1 1 0,-1-1 0,1 1 0,0-1 0,-1 1 0,1-1 0,1 0 0,-1 1 0,-1 1 0,1-1 0,-1 0 0,1 0 0,0 1 0,-1-1 0,1 0 0,-1 1 0,1-1 0,-1 0 0,1 1 0,-1-1 0,1 1 0,-1-1 0,0 1 0,1-1 0,-1 1 0,0-1 0,1 1 0,-1 0 0,1 0 0,13 41 0,12 75 0,11 141 0,-15-90 0,75 365 0,-30-185 0,25 88 0,-43-115 0,1 14 0,-30-252 0,-11-46 0,7 49 0,-2-7 0,-15-83 0,1-1 0,1 1 0,-1 0 0,1-1 0,0 1 0,0 0 0,0-1 0,0 1 0,1 0 0,2-6 0,25-45 0,-28 53 0,38-68 0,19-32 0,53-130 0,-74 134 0,35-84 0,-58 151 0,2 2 0,0 0 0,36-47 0,-50 74 0,-1 0 0,1 0 0,0-1 0,0 1 0,0 0 0,0 1 0,0-1 0,0 0 0,1 0 0,-1 1 0,1 0 0,-1-1 0,1 1 0,-1 0 0,1 0 0,3-1 0,-4 3 0,0-1 0,0 0 0,-1 1 0,1-1 0,0 1 0,0 0 0,-1 0 0,1 0 0,-1 0 0,1 0 0,-1 0 0,1 0 0,-1 0 0,1 0 0,-1 1 0,0-1 0,0 0 0,0 1 0,1-1 0,-2 1 0,1 0 0,0-1 0,0 1 0,1 3 0,8 23 0,-9-23 0,1 0 0,-1 0 0,1 0 0,1 0 0,-1 0 0,0 0 0,1-1 0,6 8 0,-9-12 0,1 0 0,0 0 0,0 0 0,-1 0 0,1 0 0,0 0 0,0 0 0,-1 0 0,1-1 0,0 1 0,-1 0 0,1 0 0,0-1 0,0 1 0,-1 0 0,1-1 0,-1 1 0,1 0 0,0-1 0,-1 1 0,1-1 0,-1 0 0,1 1 0,-1-1 0,1 1 0,-1-1 0,1 0 0,-1 1 0,0-1 0,1 0 0,-1 1 0,0-2 0,17-28 0,-15 27 0,61-129 0,-5-2 0,-6-2 0,-5-3 0,-7-1 0,24-163 0,-48 191 0,38-225 0,-35 248 0,52-150 0,-67 230 0,1 0 0,0 1 0,0-1 0,12-14 0,-2 2 0,-15 21 0,0 1 0,0-1 0,0 0 0,0 0 0,0 0 0,0 1 0,0-1 0,0 0 0,1 0 0,-1 0 0,0 1 0,0-1 0,0 0 0,0 0 0,0 0 0,0 1 0,0-1 0,0 0 0,1 0 0,-1 0 0,0 0 0,0 0 0,0 1 0,0-1 0,0 0 0,1 0 0,-1 0 0,0 0 0,0 0 0,0 0 0,1 0 0,-1 0 0,0 0 0,0 1 0,0-1 0,1 0 0,-1 0 0,0 0 0,0 0 0,0 0 0,1 0 0,-1 0 0,0 0 0,0-1 0,0 1 0,1 0 0,-1 0 0,0 0 0,0 0 0,0 0 0,0 0 0,1 0 0,-1 0 0,0 0 0,0-1 0,0 1 0,0 0 0,1 0 0,-1 0 0,0 0 0,0 0 0,0-1 0,0 1 0,0 0 0,0 0 0,0 0 0,1-1 0,2 25 0,-3-17 0,45 349 0,36 466 0,-73-539 0,5 132 0,25-2 0,-37-407 0,4 21 0,0-23 0,1-16 0,12-37 0,59-145 0,-64 167 0,1-1 0,2 2 0,0 0 0,36-42 0,-41 58 0,0-1 0,0 2 0,1 0 0,0 0 0,20-10 0,72-30 0,-61 29 0,5-2 0,158-66 0,-197 86 0,0-1 0,0 2 0,0-1 0,0 1 0,0 0 0,1 1 0,15 1 0,65 15 0,-58-9 0,457 98-1365,-443-96-5461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22.8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24575,'12'284'0,"-1"-62"0,-6-141 0,30 139 0,-8-70 0,2 217 0,-29 4 0,-2-152 0,2-155 0,-1 41 0,18 153 0,-4-125 0,-8 239 0,-7-200 0,2 1256 0,11-1319-1365,-11-98-5461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25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24575,'0'0'0,"1"-1"0,-1 1 0,1-1 0,-1 1 0,1-1 0,0 1 0,-1-1 0,1 1 0,0-1 0,-1 1 0,1 0 0,0 0 0,-1-1 0,1 1 0,0 0 0,0 0 0,-1 0 0,1 0 0,0 0 0,0 0 0,1 0 0,25-2 0,-22 2 0,643-4 0,-366 5 0,3777 0 0,-3356 36 0,304-12 0,-452-23 0,-393 8 0,33 0 0,-179-10-1365,-3 0-5461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38.0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24575,'24'0'0,"-1"0"0,0-2 0,1 0 0,-1-2 0,39-10 0,-20 4-1365,-31 9-5461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39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 24575,'1'13'0,"0"0"0,1 0 0,0 0 0,7 19 0,-4-17 0,-2 1 0,4 19 0,-7-32 0,0 0 0,0 0 0,0 0 0,0 0 0,0 0 0,-1 0 0,1 0 0,-1 0 0,0 0 0,0-1 0,0 1 0,0 0 0,0 0 0,-1-1 0,1 1 0,-1-1 0,0 1 0,0-1 0,0 0 0,0 1 0,0-1 0,-4 2 0,2-1 0,0 0 0,-1-1 0,1 0 0,-1 0 0,1 0 0,-1 0 0,0-1 0,1 0 0,-1 0 0,0 0 0,0 0 0,-8-1 0,-10 0-111,-75-4-1143,82 1-5572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0.9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24575,'0'1'0,"0"4"0,0 3 0,0 4 0,0 3 0,0-1 0,0 0 0,0-1 0,0 0 0,0 0 0,0 1 0,2-3 0,0-1 0,0-1 0,0 1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1.6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24575,'2'-2'0,"2"-1"0,2 1 0,6-3 0,3-2 0,3 0 0,3 1 0,0-1 0,-1 1 0,1 2 0,-4 1-8191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2.7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24575,'0'-2'0,"4"0"0,2-1 0,5 2 0,1-1 0,2 1 0,-1 1 0,-1-2 0,0 0 0,0-1 0,-3 0 0,-1-1 0,1 1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3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 24575,'0'1'0,"-2"3"0,-1 3 0,-1 3 0,0 2 0,0 1 0,2 1 0,0 3 0,1-1 0,1 0 0,-1-2 0,2-3-8191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4.4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24575,'5'2'0,"-1"-1"0,1 1 0,-1 1 0,0-1 0,1 0 0,-1 1 0,-1 0 0,6 4 0,4 3 0,-11-9-28,68 40 180,-63-38-338,0 0-1,1 0 1,-1 0 0,1-1 0,0 0 0,0-1 0,15 2 0,-12-3-6640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4.9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0 24575,'0'2'0,"-2"1"0,-2 1 0,-3 2 0,1 1 0,-1 3 0,-3 1 0,-2 4 0,0 3 0,0-1 0,0-2 0,3-3 0,0-1 0,0-2 0,0-2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5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24575,'0'2'0,"0"2"0,0 6 0,0 5 0,0 2 0,0 3 0,0 0 0,0-2 0,0 1 0,0-3 0,-1-1 0,-2-3-8191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8.8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1 24575,'-2'1'0,"-2"2"0,-4 5 0,-3 4 0,1 3 0,0 0 0,2-1 0,1 2 0,0-1 0,1-1 0,1-1 0,2-3-8191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9.7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24575,'2'0'0,"1"1"0,-1-1 0,1 1 0,-1-1 0,1 1 0,-1 0 0,1 0 0,-1 0 0,1 0 0,-1 0 0,0 1 0,0-1 0,0 1 0,0-1 0,0 1 0,0 0 0,0 0 0,2 2 0,28 47 0,-27-42 0,0 0 0,0-1 0,13 15 0,-5-12-51,-11-10-9,0-1 0,0 1 1,-1 0-1,1 0 0,-1 1 1,1-1-1,-1 0 0,1 0 0,-1 1 1,0-1-1,1 1 0,-1-1 0,0 1 1,0 0-1,0-1 0,0 1 1,-1 0-1,1-1 0,0 1 0,-1 0 1,1 3-1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0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 24575,'0'-2'0,"2"0"0,2-1 0,3 2 0,1-3 0,2 1 0,0 0 0,1 1 0,0 1 0,0 0 0,0 1 0,-2-2 0,0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4.0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24575,'32'-3'0,"-27"2"0,0 0 0,0 1 0,1 0 0,-1-1 0,0 2 0,1-1 0,8 2 0,-12-1 0,-1 0 0,1 0 0,-1 0 0,1 0 0,-1 0 0,1 0 0,-1 0 0,0 0 0,1 1 0,-1-1 0,0 0 0,0 1 0,0-1 0,0 1 0,0-1 0,0 1 0,-1 0 0,1-1 0,0 1 0,-1 0 0,0 0 0,1-1 0,-1 1 0,0 0 0,0 0 0,0 0 0,0 3 0,0-1 0,0 0 0,-1 0 0,0 0 0,1 1 0,-1-1 0,-1 0 0,1 0 0,-1 0 0,1-1 0,-1 1 0,0 0 0,0-1 0,-1 1 0,-4 4 0,-13 26 0,20-34 0,0 1 0,0-1 0,-1 1 0,1-1 0,0 1 0,0-1 0,0 1 0,0-1 0,-1 1 0,1-1 0,0 1 0,0-1 0,0 1 0,0-1 0,1 1 0,-1 0 0,0-1 0,0 1 0,0-1 0,0 1 0,0-1 0,1 1 0,-1-1 0,0 0 0,0 1 0,1-1 0,-1 1 0,0-1 0,1 1 0,-1-1 0,0 0 0,1 1 0,-1-1 0,1 1 0,21 3 0,24-11 0,-21-1-1365,-15 4-5461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5.7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24575,'0'0'0,"1"0"0,0 0 0,0 1 0,0-1 0,0 0 0,-1 1 0,1-1 0,0 0 0,0 1 0,0-1 0,-1 1 0,1-1 0,0 1 0,-1 0 0,1-1 0,0 1 0,-1 0 0,1-1 0,-1 1 0,1 0 0,-1 0 0,0-1 0,1 1 0,-1 0 0,0 0 0,1 0 0,-1 0 0,0-1 0,0 1 0,0 1 0,4 36 0,-1-13 0,-3-24 0,0 0 0,0 0 0,0 0 0,1-1 0,-1 1 0,0 0 0,1 0 0,-1-1 0,1 1 0,-1 0 0,1-1 0,-1 1 0,1 0 0,-1-1 0,1 1 0,0-1 0,-1 1 0,1-1 0,0 1 0,-1-1 0,1 0 0,0 1 0,0-1 0,-1 0 0,1 1 0,0-1 0,0 0 0,0 0 0,-1 0 0,1 0 0,0 0 0,0 0 0,0 0 0,-1 0 0,1 0 0,0 0 0,0 0 0,0 0 0,0-1 0,-1 1 0,2-1 0,0 0 0,-1 1 0,1-1 0,-1 0 0,1 0 0,-1 0 0,0-1 0,1 1 0,-1 0 0,0 0 0,0-1 0,0 1 0,0-1 0,0 1 0,0-1 0,0 1 0,-1-1 0,1 0 0,0-2 0,0 0 0,-1-1 0,1 1 0,0 0 0,0 0 0,1 0 0,-1 0 0,1 0 0,0 0 0,0 0 0,0 1 0,0-1 0,1 1 0,0-1 0,-1 1 0,1 0 0,0 0 0,4-3 0,-6 6 0,-1 0 0,0-1 0,1 1 0,-1 0 0,0 0 0,1 0 0,-1 0 0,0-1 0,0 1 0,1 0 0,-1 0 0,1 0 0,-1 0 0,0 0 0,1 0 0,-1 0 0,0 0 0,1 0 0,-1 0 0,0 0 0,1 0 0,-1 0 0,0 0 0,1 0 0,-1 1 0,0-1 0,1 0 0,-1 0 0,0 0 0,1 0 0,-1 1 0,0-1 0,1 1 0,6 13 0,-1 17 0,4 140-1365,-9-162-5461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6.6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24575,'0'2'0,"3"0"0,4 0 0,3-2 0,3-1 0,-2 0-8191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7.8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24575,'-1'0'0,"0"1"0,0 0 0,0 0 0,0 0 0,0-1 0,1 1 0,-1 0 0,0 0 0,1 0 0,-1 0 0,1 1 0,-1-1 0,1 0 0,-1 0 0,1 0 0,0 0 0,0 0 0,-1 1 0,1-1 0,0 0 0,0 0 0,0 0 0,0 0 0,1 1 0,-1-1 0,0 0 0,0 0 0,1 0 0,-1 0 0,0 1 0,1-1 0,0 0 0,0 1 0,1 0 0,-1-1 0,0 1 0,1-1 0,0 1 0,-1-1 0,1 0 0,0 0 0,0 0 0,-1 0 0,1 0 0,0-1 0,0 1 0,0 0 0,0-1 0,0 1 0,0-1 0,0 0 0,3 0 0,-4 0 0,1 0 0,-1 0 0,1 1 0,-1-1 0,1 0 0,-1 0 0,1 1 0,-1-1 0,1 1 0,-1 0 0,0-1 0,1 1 0,-1 0 0,0 0 0,1 0 0,-1-1 0,0 1 0,0 1 0,0-1 0,0 0 0,0 0 0,0 0 0,0 0 0,-1 1 0,1-1 0,0 1 0,-1-1 0,1 0 0,0 1 0,-1-1 0,1 2 0,-1 2 0,1-1 0,-1 1 0,0-1 0,0 1 0,0-1 0,0 0 0,-1 1 0,0-1 0,0 1 0,-1 4 0,0-7 0,1 1 0,-1-1 0,1 0 0,-1 0 0,0 0 0,1 1 0,-1-2 0,0 1 0,-1 0 0,1 0 0,0-1 0,0 1 0,-1-1 0,1 0 0,-3 2 0,3-3 0,1 1 0,0 0 0,-1-1 0,1 1 0,-1-1 0,1 1 0,-1-1 0,1 1 0,-1-1 0,1 0 0,-1 0 0,0 0 0,1 0 0,-1 0 0,1 0 0,-1-1 0,1 1 0,-1 0 0,1-1 0,-1 1 0,1-1 0,-1 1 0,1-1 0,0 0 0,-1 0 0,1 0 0,-2-1 0,3 1-54,-1 1-1,1-1 0,0 0 1,0 1-1,-1-1 1,1 1-1,0-1 0,0 0 1,0 0-1,0 1 1,0-1-1,0 0 0,0 1 1,0-1-1,0 0 0,0 1 1,0-1-1,1 0 1,-1 1-1,0-1 0,0 1 1,1-1-1,-1 0 1,1 0-1,4-10-6771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8.9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0 24575,'-2'0'0,"-1"0"0,0 0 0,0 1 0,0-1 0,0 0 0,0 1 0,1 0 0,-1 0 0,0 0 0,0 0 0,1 0 0,-1 1 0,1-1 0,-1 1 0,1-1 0,0 1 0,-1 0 0,1 0 0,-3 3 0,3-1 0,-1 0 0,1 1 0,0-1 0,0 0 0,0 1 0,1-1 0,-1 1 0,1-1 0,0 1 0,0 0 0,1 7 0,-1-5 0,1 0 0,0 0 0,0 1 0,1-1 0,0 0 0,3 11 0,-4-16 0,1-1 0,-1 0 0,1 1 0,-1-1 0,1 1 0,0-1 0,0 0 0,-1 0 0,1 0 0,0 1 0,0-1 0,0 0 0,0 0 0,0 0 0,1 0 0,-1 0 0,0-1 0,0 1 0,0 0 0,1-1 0,-1 1 0,1 0 0,-1-1 0,0 0 0,1 1 0,-1-1 0,1 0 0,-1 0 0,1 0 0,-1 1 0,1-2 0,-1 1 0,0 0 0,1 0 0,-1 0 0,1-1 0,-1 1 0,3-2 0,-3 2 0,0 0 0,0 0 0,0-1 0,0 1 0,0 0 0,1-1 0,-1 1 0,0-1 0,-1 1 0,1-1 0,0 0 0,0 1 0,0-1 0,0 0 0,0 0 0,-1 0 0,1 1 0,0-1 0,-1 0 0,1 0 0,-1 0 0,1 0 0,-1 0 0,1 0 0,-1 0 0,0 0 0,1-1 0,-1 1 0,0 0 0,0 0 0,0 0 0,0 0 0,0 0 0,0 0 0,0-1 0,0 1 0,-1-2 0,1 2 0,-1-1 0,0 0 0,0 0 0,0 0 0,0 0 0,0 1 0,-1-1 0,1 0 0,0 1 0,-1-1 0,1 1 0,-1 0 0,0-1 0,1 1 0,-1 0 0,0 0 0,0 0 0,0 0 0,-2-1 0,-21-6-1365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1.1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24575,'6'-2'0,"0"1"0,0 0 0,0-1 0,-1 0 0,10-5 0,3-1 0,-6 3 0,25-9 0,-36 14 0,-1 0 0,1 0 0,0 0 0,-1 0 0,1 0 0,0 0 0,0 0 0,-1 0 0,1 0 0,0 0 0,-1 0 0,1 0 0,0 0 0,-1 1 0,1-1 0,0 0 0,-1 0 0,1 1 0,-1-1 0,1 1 0,-1-1 0,1 0 0,-1 1 0,1-1 0,-1 1 0,1-1 0,-1 1 0,1 0 0,-1-1 0,0 1 0,1-1 0,-1 1 0,0 0 0,1-1 0,-1 1 0,0 0 0,0-1 0,0 1 0,0 0 0,0-1 0,0 1 0,0 0 0,0-1 0,0 1 0,0 1 0,-2 21 0,-1-1 0,-1 0 0,-10 34 0,-3 12 0,1 4-1365,11-58-5461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1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 24575,'0'-2'0,"0"-2"0,0-3 0,2 1 0,2-3 0,4 0 0,3 0 0,1 2 0,2-1 0,1 2 0,-1 0 0,1-1 0,0-1 0,-1 1 0,-1 0 0,-1 1 0,-3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2.5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0 24575,'-15'24'0,"11"-6"0,1 0 0,0 0 0,1 19 0,-1-7 0,7 1 0,-4-30 0,-1-1 0,1 1 0,0-1 0,0 0 0,0 1 0,0-1 0,0 1 0,0-1 0,1 0 0,-1 1 0,0-1 0,0 1 0,0-1 0,0 0 0,0 1 0,1-1 0,-1 0 0,0 1 0,0-1 0,1 0 0,-1 1 0,0-1 0,0 0 0,1 1 0,-1-1 0,0 0 0,1 0 0,-1 1 0,0-1 0,1 0 0,-1 0 0,1 0 0,-1 0 0,0 1 0,1-1 0,-1 0 0,1 0 0,-1 0 0,0 0 0,1 0 0,-1 0 0,1 0 0,-1 0 0,0 0 0,1 0 0,-1 0 0,1 0 0,-1-1 0,0 1 0,1 0 0,-1 0 0,1 0 0,-1-1 0,0 1 0,1 0 0,-1 0 0,0-1 0,0 1 0,1 0 0,-1 0 0,0-1 0,1 1 0,-1 0 0,0-1 0,0 1 0,0 0 0,1-1 0,-1 1 0,0-1 0,2-2-91,-1 0 0,0 0 0,0 0 0,0 0 0,0 0 0,0 0 0,-1 0 0,1 0 0,-1 0 0,0-1 0,0 1 0,0 0 0,0 0 0,-2-6 0,0-1-6735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3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24575,'0'-1'0,"1"0"0,-1 0 0,0 0 0,0 0 0,1 1 0,-1-1 0,1 0 0,-1 0 0,1 0 0,-1 1 0,1-1 0,-1 0 0,1 0 0,0 1 0,-1-1 0,1 1 0,0-1 0,0 0 0,-1 1 0,1-1 0,0 1 0,0 0 0,0-1 0,0 1 0,0 0 0,-1-1 0,1 1 0,2 0 0,32-5 0,-23 4 0,-10 1 0,-1-1 0,0 1 0,1 0 0,-1 0 0,1 0 0,-1 0 0,0 0 0,1 0 0,-1 0 0,1 0 0,-1 0 0,0 1 0,1-1 0,-1 1 0,0-1 0,1 1 0,-1-1 0,0 1 0,0 0 0,0-1 0,2 2 0,-2 0 0,0 0 0,0 0 0,0 0 0,0 0 0,0 0 0,0 0 0,-1 0 0,1 0 0,-1 0 0,0 0 0,1 0 0,-1 0 0,0 1 0,0 1 0,-2 27 0,0 0 0,-2 0 0,-1 0 0,-14 46 0,14-66-1365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4.1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24575,'0'-2'0,"0"-2"0,2-1 0,2 1 0,6 1 0,3 1 0,2-2 0,2 0 0,2-3 0,-2-1 0,0 0 0,0 2 0,-4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5.0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14 116 24575,'4'0'0,"0"-1"0,0 0 0,0 0 0,0-1 0,0 1 0,0-1 0,-1 0 0,1 0 0,-1 0 0,1 0 0,-1-1 0,0 1 0,0-1 0,0 0 0,0 0 0,0 0 0,3-4 0,-5 6 0,0-1 0,0 1 0,1-1 0,-1 0 0,0 1 0,0-1 0,0 0 0,-1 1 0,1-1 0,0 0 0,-1 0 0,1 0 0,-1 0 0,0 1 0,1-1 0,-1 0 0,0 0 0,0 0 0,0 0 0,0 0 0,-1 0 0,1 0 0,0 0 0,-1 0 0,0 1 0,1-1 0,-1 0 0,0 0 0,0 1 0,0-1 0,0 0 0,0 1 0,0-1 0,0 1 0,-1-1 0,1 1 0,0 0 0,-3-2 0,3 2 4,-1 0-1,1 0 1,-1 0-1,0 1 1,1-1-1,-1 0 1,0 1-1,0-1 1,0 1-1,1 0 1,-1 0 0,0-1-1,0 1 1,0 0-1,0 1 1,0-1-1,1 0 1,-1 0-1,0 1 1,0-1-1,0 1 1,1 0-1,-1-1 1,0 1-1,1 0 1,-1 0-1,0 0 1,1 0-1,-1 0 1,1 1-1,0-1 1,-1 0-1,-1 3 1,2-3-57,-1 1 0,1 0 0,0 0 0,0 0 0,-1 0 0,1 0 0,0 0 0,0 0 0,1 0 0,-1 0 0,0 0 0,1 1 0,0-1-1,-1 0 1,1 1 0,0-1 0,0 0 0,0 0 0,0 1 0,1-1 0,-1 0 0,0 0 0,1 1 0,0-1 0,-1 0 0,1 0 0,2 3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6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29 24575,'-11'50'0,"10"-36"0,1-7 0,-1 0 0,1 0 0,0 1 0,2 12 0,-2-19 0,0 1 0,1-1 0,-1 0 0,0 0 0,1 1 0,0-1 0,-1 0 0,1 0 0,0 0 0,-1 1 0,1-1 0,0 0 0,0 0 0,0 0 0,0 0 0,0-1 0,0 1 0,0 0 0,0 0 0,0 0 0,0-1 0,1 1 0,-1-1 0,0 1 0,0-1 0,1 1 0,-1-1 0,0 0 0,1 0 0,-1 0 0,2 0 0,1 1 0,0-1 0,1 0 0,-1 0 0,0 0 0,0 0 0,0-1 0,1 0 0,-1 0 0,0 0 0,0 0 0,6-3 0,-8 2 0,-1 1 0,1-1 0,0 0 0,-1 1 0,1-1 0,-1 0 0,1 0 0,-1 0 0,0 0 0,0 0 0,0-1 0,0 1 0,0 0 0,0 0 0,-1-1 0,1 1 0,-1 0 0,0-1 0,0 1 0,1 0 0,-2-5 0,2-1 20,-1 0 0,-1 0 0,1-1 0,-2 1 0,-2-11 0,3 16-107,0 0-1,0 0 1,0 0 0,-1 0-1,0 0 1,1 0 0,-1 1-1,0-1 1,0 1-1,-1-1 1,1 1 0,0 0-1,-1 0 1,1 0 0,-1 0-1,-5-3 1,-1 1-6739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1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1.9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2.4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3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24575,'-3'0'0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4.0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24575,'2'-3'0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4.7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2718 24575,'1'-39'0,"2"1"0,2 0 0,11-43 0,37-110 0,12-52 0,-46 124 0,-6 34 0,34-122 0,8 46 0,79-159 0,-133 319 0,1-5 0,0 1 0,1 0 0,0 0 0,0 0 0,0 0 0,5-5 0,-7 9 0,-1 1 0,0 0 0,1 0 0,-1 0 0,0-1 0,0 1 0,1 0 0,-1 0 0,0 0 0,1 0 0,-1-1 0,1 1 0,-1 0 0,0 0 0,1 0 0,-1 0 0,0 0 0,1 0 0,-1 0 0,0 0 0,1 0 0,-1 0 0,1 0 0,-1 1 0,0-1 0,1 0 0,-1 0 0,0 0 0,1 0 0,-1 0 0,0 1 0,0-1 0,1 0 0,-1 0 0,1 1 0,0 1 0,1 0 0,-1 1 0,0-1 0,1 0 0,-1 1 0,0-1 0,0 1 0,1 4 0,26 117 0,16 168 0,9 47 0,-24-225 0,45 111 0,57 104 0,37 103 0,-163-415 0,-4-12 0,0 0 0,1 0 0,-1 1 0,1-1 0,1-1 0,-1 1 0,1 0 0,-1-1 0,6 7 0,-7-10 0,-1-1 0,0 0 0,1 0 0,-1 1 0,0-1 0,1 0 0,-1 0 0,1 1 0,-1-1 0,0 0 0,1 0 0,-1 0 0,1 0 0,-1 0 0,1 0 0,-1 0 0,0 0 0,1 0 0,-1 0 0,1 0 0,-1 0 0,1 0 0,-1 0 0,0 0 0,1 0 0,-1 0 0,1-1 0,-1 1 0,0 0 0,1 0 0,-1 0 0,1-1 0,-1 1 0,0 0 0,1-1 0,-1 1 0,0 0 0,0-1 0,1 1 0,-1 0 0,0-1 0,0 1 0,1 0 0,-1-1 0,0 1 0,0-1 0,0 0 0,9-22 0,-8 21 0,22-87 0,53-158 0,-26 119 0,228-666 0,-221 589 0,90-365 0,36-120 0,-181 683 0,-1 3 0,0-1 0,1 1 0,-1 0 0,1 0 0,0 0 0,0 0 0,1 0 0,-1 1 0,6-7 0,-8 10 0,1 0 0,-1 0 0,1 0 0,-1-1 0,1 1 0,-1 0 0,1 0 0,-1 0 0,1 0 0,-1 0 0,1 0 0,-1 0 0,1 0 0,-1 1 0,1-1 0,-1 0 0,1 0 0,-1 0 0,1 0 0,-1 1 0,1-1 0,-1 0 0,0 0 0,1 1 0,-1-1 0,1 0 0,-1 1 0,0-1 0,1 1 0,-1-1 0,0 0 0,0 1 0,1-1 0,-1 1 0,0-1 0,0 1 0,1-1 0,-1 1 0,0-1 0,0 1 0,0-1 0,0 1 0,0-1 0,0 2 0,8 26 0,2 36 0,-4 0 0,-2 113 0,-3-48 0,1-85 0,17 324 0,-10-281 0,4 0 0,29 102 0,-5-23 0,-25-100 0,29 86 0,-27-103 0,-2 0 0,8 64 0,0 8 0,-17-107 0,0-1 0,-2-18 0,4-38 0,0 27 0,1 1 0,0 0 0,1 0 0,1 0 0,1 1 0,0 0 0,0 0 0,1 1 0,1 1 0,0-1 0,1 2 0,22-17 0,13-7 0,2 2 0,62-30 0,-105 60 0,-5 2 0,0 0 0,1 0 0,-1 0 0,1 0 0,-1 0 0,1 1 0,-1-1 0,1 1 0,0-1 0,-1 1 0,1 0 0,-1-1 0,1 1 0,0 0 0,-1 0 0,1 0 0,0 0 0,-1 1 0,1-1 0,0 0 0,-1 1 0,1-1 0,-1 1 0,1-1 0,-1 1 0,1 0 0,2 1 0,-2 1 0,1 0 0,-1 0 0,1 1 0,-1-1 0,0 1 0,-1-1 0,1 1 0,0 0 0,-1-1 0,2 7 0,26 119 0,-4-18 0,12 49 0,-28-221 0,75-511 0,-33 282 0,-34 182 0,43-247 0,-41 270 0,3 2 0,39-93 0,-22 68 0,28-126 0,12-36 0,-79 269 0,0 0 0,0 0 0,0 0 0,0 1 0,1-1 0,-1 0 0,0 0 0,1 1 0,-1-1 0,1 0 0,-1 1 0,0-1 0,1 0 0,0 1 0,-1-1 0,1 1 0,-1-1 0,1 1 0,0-1 0,-1 1 0,1-1 0,1 0 0,-1 1 0,-1 1 0,1-1 0,-1 0 0,1 0 0,0 1 0,-1-1 0,1 0 0,-1 1 0,1-1 0,-1 0 0,1 1 0,-1-1 0,1 1 0,-1-1 0,0 1 0,1-1 0,-1 1 0,0-1 0,1 1 0,-1 0 0,1 0 0,13 41 0,12 75 0,11 141 0,-15-90 0,75 365 0,-30-185 0,25 88 0,-43-115 0,1 14 0,-30-252 0,-11-46 0,7 49 0,-2-7 0,-15-83 0,1-1 0,1 1 0,-1 0 0,1-1 0,0 1 0,0 0 0,0-1 0,0 1 0,1 0 0,2-6 0,25-45 0,-28 53 0,38-68 0,19-32 0,53-130 0,-74 134 0,35-84 0,-58 151 0,2 2 0,0 0 0,36-47 0,-50 74 0,-1 0 0,1 0 0,0-1 0,0 1 0,0 0 0,0 1 0,0-1 0,0 0 0,1 0 0,-1 1 0,1 0 0,-1-1 0,1 1 0,-1 0 0,1 0 0,3-1 0,-4 3 0,0-1 0,0 0 0,-1 1 0,1-1 0,0 1 0,0 0 0,-1 0 0,1 0 0,-1 0 0,1 0 0,-1 0 0,1 0 0,-1 0 0,1 0 0,-1 1 0,0-1 0,0 0 0,0 1 0,1-1 0,-2 1 0,1 0 0,0-1 0,0 1 0,1 3 0,8 23 0,-9-23 0,1 0 0,-1 0 0,1 0 0,1 0 0,-1 0 0,0 0 0,1-1 0,6 8 0,-9-12 0,1 0 0,0 0 0,0 0 0,-1 0 0,1 0 0,0 0 0,0 0 0,-1 0 0,1-1 0,0 1 0,-1 0 0,1 0 0,0-1 0,0 1 0,-1 0 0,1-1 0,-1 1 0,1 0 0,0-1 0,-1 1 0,1-1 0,-1 0 0,1 1 0,-1-1 0,1 1 0,-1-1 0,1 0 0,-1 1 0,0-1 0,1 0 0,-1 1 0,0-2 0,17-28 0,-15 27 0,61-129 0,-5-2 0,-6-2 0,-5-3 0,-7-1 0,24-163 0,-48 191 0,38-225 0,-35 248 0,52-150 0,-67 230 0,1 0 0,0 1 0,0-1 0,12-14 0,-2 2 0,-15 21 0,0 1 0,0-1 0,0 0 0,0 0 0,0 0 0,0 1 0,0-1 0,0 0 0,1 0 0,-1 0 0,0 1 0,0-1 0,0 0 0,0 0 0,0 0 0,0 1 0,0-1 0,0 0 0,1 0 0,-1 0 0,0 0 0,0 0 0,0 1 0,0-1 0,0 0 0,1 0 0,-1 0 0,0 0 0,0 0 0,0 0 0,1 0 0,-1 0 0,0 0 0,0 1 0,0-1 0,1 0 0,-1 0 0,0 0 0,0 0 0,0 0 0,1 0 0,-1 0 0,0 0 0,0-1 0,0 1 0,1 0 0,-1 0 0,0 0 0,0 0 0,0 0 0,0 0 0,1 0 0,-1 0 0,0 0 0,0-1 0,0 1 0,0 0 0,1 0 0,-1 0 0,0 0 0,0 0 0,0-1 0,0 1 0,0 0 0,0 0 0,0 0 0,1-1 0,2 25 0,-3-17 0,45 349 0,36 466 0,-73-539 0,5 132 0,25-2 0,-37-407 0,4 21 0,0-23 0,1-16 0,12-37 0,59-145 0,-64 167 0,1-1 0,2 2 0,0 0 0,36-42 0,-41 58 0,0-1 0,0 2 0,1 0 0,0 0 0,20-10 0,72-30 0,-61 29 0,5-2 0,158-66 0,-197 86 0,0-1 0,0 2 0,0-1 0,0 1 0,0 0 0,1 1 0,15 1 0,65 15 0,-58-9 0,457 98-1365,-443-96-5461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24575,'12'284'0,"-1"-62"0,-6-141 0,30 139 0,-8-70 0,2 217 0,-29 4 0,-2-152 0,2-155 0,-1 41 0,18 153 0,-4-125 0,-8 239 0,-7-200 0,2 1256 0,11-1319-1365,-11-98-5461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24575,'0'0'0,"1"-1"0,-1 1 0,1-1 0,-1 1 0,1-1 0,0 1 0,-1-1 0,1 1 0,0-1 0,-1 1 0,1 0 0,0 0 0,-1-1 0,1 1 0,0 0 0,0 0 0,-1 0 0,1 0 0,0 0 0,0 0 0,1 0 0,25-2 0,-22 2 0,643-4 0,-366 5 0,3777 0 0,-3356 36 0,304-12 0,-452-23 0,-393 8 0,33 0 0,-179-10-1365,-3 0-5461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24575,'24'0'0,"-1"0"0,0-2 0,1 0 0,-1-2 0,39-10 0,-20 4-1365,-31 9-5461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 24575,'1'13'0,"0"0"0,1 0 0,0 0 0,7 19 0,-4-17 0,-2 1 0,4 19 0,-7-32 0,0 0 0,0 0 0,0 0 0,0 0 0,0 0 0,-1 0 0,1 0 0,-1 0 0,0 0 0,0-1 0,0 1 0,0 0 0,0 0 0,-1-1 0,1 1 0,-1-1 0,0 1 0,0-1 0,0 0 0,0 1 0,0-1 0,-4 2 0,2-1 0,0 0 0,-1-1 0,1 0 0,-1 0 0,1 0 0,-1 0 0,0-1 0,1 0 0,-1 0 0,0 0 0,0 0 0,-8-1 0,-10 0-111,-75-4-1143,82 1-5572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24575,'0'1'0,"0"4"0,0 3 0,0 4 0,0 3 0,0-1 0,0 0 0,0-1 0,0 0 0,0 0 0,0 1 0,2-3 0,0-1 0,0-1 0,0 1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24575,'2'-2'0,"2"-1"0,2 1 0,6-3 0,3-2 0,3 0 0,3 1 0,0-1 0,-1 1 0,1 2 0,-4 1-8191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24575,'0'-2'0,"4"0"0,2-1 0,5 2 0,1-1 0,2 1 0,-1 1 0,-1-2 0,0 0 0,0-1 0,-3 0 0,-1-1 0,1 1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 24575,'0'1'0,"-2"3"0,-1 3 0,-1 3 0,0 2 0,0 1 0,2 1 0,0 3 0,1-1 0,1 0 0,-1-2 0,2-3-8191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24575,'5'2'0,"-1"-1"0,1 1 0,-1 1 0,0-1 0,1 0 0,-1 1 0,-1 0 0,6 4 0,4 3 0,-11-9-28,68 40 180,-63-38-338,0 0-1,1 0 1,-1 0 0,1-1 0,0 0 0,0-1 0,15 2 0,-12-3-6640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0 24575,'0'2'0,"-2"1"0,-2 1 0,-3 2 0,1 1 0,-1 3 0,-3 1 0,-2 4 0,0 3 0,0-1 0,0-2 0,3-3 0,0-1 0,0-2 0,0-2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24575,'0'2'0,"0"2"0,0 6 0,0 5 0,0 2 0,0 3 0,0 0 0,0-2 0,0 1 0,0-3 0,-1-1 0,-2-3-8191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1 24575,'-2'1'0,"-2"2"0,-4 5 0,-3 4 0,1 3 0,0 0 0,2-1 0,1 2 0,0-1 0,1-1 0,1-1 0,2-3-8191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24575,'2'0'0,"1"1"0,-1-1 0,1 1 0,-1-1 0,1 1 0,-1 0 0,1 0 0,-1 0 0,1 0 0,-1 0 0,0 1 0,0-1 0,0 1 0,0-1 0,0 1 0,0 0 0,0 0 0,2 2 0,28 47 0,-27-42 0,0 0 0,0-1 0,13 15 0,-5-12-51,-11-10-9,0-1 0,0 1 1,-1 0-1,1 0 0,-1 1 1,1-1-1,-1 0 0,1 0 0,-1 1 1,0-1-1,1 1 0,-1-1 0,0 1 1,0 0-1,0-1 0,0 1 1,-1 0-1,1-1 0,0 1 0,-1 0 1,1 3-1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 24575,'0'-2'0,"2"0"0,2-1 0,3 2 0,1-3 0,2 1 0,0 0 0,1 1 0,0 1 0,0 0 0,0 1 0,-2-2 0,0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24575,'32'-3'0,"-27"2"0,0 0 0,0 1 0,1 0 0,-1-1 0,0 2 0,1-1 0,8 2 0,-12-1 0,-1 0 0,1 0 0,-1 0 0,1 0 0,-1 0 0,1 0 0,-1 0 0,0 0 0,1 1 0,-1-1 0,0 0 0,0 1 0,0-1 0,0 1 0,0-1 0,0 1 0,-1 0 0,1-1 0,0 1 0,-1 0 0,0 0 0,1-1 0,-1 1 0,0 0 0,0 0 0,0 0 0,0 3 0,0-1 0,0 0 0,-1 0 0,0 0 0,1 1 0,-1-1 0,-1 0 0,1 0 0,-1 0 0,1-1 0,-1 1 0,0 0 0,0-1 0,-1 1 0,-4 4 0,-13 26 0,20-34 0,0 1 0,0-1 0,-1 1 0,1-1 0,0 1 0,0-1 0,0 1 0,0-1 0,-1 1 0,1-1 0,0 1 0,0-1 0,0 1 0,0-1 0,1 1 0,-1 0 0,0-1 0,0 1 0,0-1 0,0 1 0,0-1 0,1 1 0,-1-1 0,0 0 0,0 1 0,1-1 0,-1 1 0,0-1 0,1 1 0,-1-1 0,0 0 0,1 1 0,-1-1 0,1 1 0,21 3 0,24-11 0,-21-1-1365,-15 4-5461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24575,'0'0'0,"1"0"0,0 0 0,0 1 0,0-1 0,0 0 0,-1 1 0,1-1 0,0 0 0,0 1 0,0-1 0,-1 1 0,1-1 0,0 1 0,-1 0 0,1-1 0,0 1 0,-1 0 0,1-1 0,-1 1 0,1 0 0,-1 0 0,0-1 0,1 1 0,-1 0 0,0 0 0,1 0 0,-1 0 0,0-1 0,0 1 0,0 1 0,4 36 0,-1-13 0,-3-24 0,0 0 0,0 0 0,0 0 0,1-1 0,-1 1 0,0 0 0,1 0 0,-1-1 0,1 1 0,-1 0 0,1-1 0,-1 1 0,1 0 0,-1-1 0,1 1 0,0-1 0,-1 1 0,1-1 0,0 1 0,-1-1 0,1 0 0,0 1 0,0-1 0,-1 0 0,1 1 0,0-1 0,0 0 0,0 0 0,-1 0 0,1 0 0,0 0 0,0 0 0,0 0 0,-1 0 0,1 0 0,0 0 0,0 0 0,0 0 0,0-1 0,-1 1 0,2-1 0,0 0 0,-1 1 0,1-1 0,-1 0 0,1 0 0,-1 0 0,0-1 0,1 1 0,-1 0 0,0 0 0,0-1 0,0 1 0,0-1 0,0 1 0,0-1 0,0 1 0,-1-1 0,1 0 0,0-2 0,0 0 0,-1-1 0,1 1 0,0 0 0,0 0 0,1 0 0,-1 0 0,1 0 0,0 0 0,0 0 0,0 1 0,0-1 0,1 1 0,0-1 0,-1 1 0,1 0 0,0 0 0,4-3 0,-6 6 0,-1 0 0,0-1 0,1 1 0,-1 0 0,0 0 0,1 0 0,-1 0 0,0-1 0,0 1 0,1 0 0,-1 0 0,1 0 0,-1 0 0,0 0 0,1 0 0,-1 0 0,0 0 0,1 0 0,-1 0 0,0 0 0,1 0 0,-1 0 0,0 0 0,1 0 0,-1 1 0,0-1 0,1 0 0,-1 0 0,0 0 0,1 0 0,-1 1 0,0-1 0,1 1 0,6 13 0,-1 17 0,4 140-1365,-9-162-5461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24575,'0'2'0,"3"0"0,4 0 0,3-2 0,3-1 0,-2 0-8191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24575,'-1'0'0,"0"1"0,0 0 0,0 0 0,0 0 0,0-1 0,1 1 0,-1 0 0,0 0 0,1 0 0,-1 0 0,1 1 0,-1-1 0,1 0 0,-1 0 0,1 0 0,0 0 0,0 0 0,-1 1 0,1-1 0,0 0 0,0 0 0,0 0 0,0 0 0,1 1 0,-1-1 0,0 0 0,0 0 0,1 0 0,-1 0 0,0 1 0,1-1 0,0 0 0,0 1 0,1 0 0,-1-1 0,0 1 0,1-1 0,0 1 0,-1-1 0,1 0 0,0 0 0,0 0 0,-1 0 0,1 0 0,0-1 0,0 1 0,0 0 0,0-1 0,0 1 0,0-1 0,0 0 0,3 0 0,-4 0 0,1 0 0,-1 0 0,1 1 0,-1-1 0,1 0 0,-1 0 0,1 1 0,-1-1 0,1 1 0,-1 0 0,0-1 0,1 1 0,-1 0 0,0 0 0,1 0 0,-1-1 0,0 1 0,0 1 0,0-1 0,0 0 0,0 0 0,0 0 0,0 0 0,-1 1 0,1-1 0,0 1 0,-1-1 0,1 0 0,0 1 0,-1-1 0,1 2 0,-1 2 0,1-1 0,-1 1 0,0-1 0,0 1 0,0-1 0,0 0 0,-1 1 0,0-1 0,0 1 0,-1 4 0,0-7 0,1 1 0,-1-1 0,1 0 0,-1 0 0,0 0 0,1 1 0,-1-2 0,0 1 0,-1 0 0,1 0 0,0-1 0,0 1 0,-1-1 0,1 0 0,-3 2 0,3-3 0,1 1 0,0 0 0,-1-1 0,1 1 0,-1-1 0,1 1 0,-1-1 0,1 1 0,-1-1 0,1 0 0,-1 0 0,0 0 0,1 0 0,-1 0 0,1 0 0,-1-1 0,1 1 0,-1 0 0,1-1 0,-1 1 0,1-1 0,-1 1 0,1-1 0,0 0 0,-1 0 0,1 0 0,-2-1 0,3 1-54,-1 1-1,1-1 0,0 0 1,0 1-1,-1-1 1,1 1-1,0-1 0,0 0 1,0 0-1,0 1 1,0-1-1,0 0 0,0 1 1,0-1-1,0 0 0,0 1 1,0-1-1,1 0 1,-1 1-1,0-1 0,0 1 1,1-1-1,-1 0 1,1 0-1,4-10-6771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0 24575,'-2'0'0,"-1"0"0,0 0 0,0 1 0,0-1 0,0 0 0,0 1 0,1 0 0,-1 0 0,0 0 0,0 0 0,1 0 0,-1 1 0,1-1 0,-1 1 0,1-1 0,0 1 0,-1 0 0,1 0 0,-3 3 0,3-1 0,-1 0 0,1 1 0,0-1 0,0 0 0,0 1 0,1-1 0,-1 1 0,1-1 0,0 1 0,0 0 0,1 7 0,-1-5 0,1 0 0,0 0 0,0 1 0,1-1 0,0 0 0,3 11 0,-4-16 0,1-1 0,-1 0 0,1 1 0,-1-1 0,1 1 0,0-1 0,0 0 0,-1 0 0,1 0 0,0 1 0,0-1 0,0 0 0,0 0 0,0 0 0,1 0 0,-1 0 0,0-1 0,0 1 0,0 0 0,1-1 0,-1 1 0,1 0 0,-1-1 0,0 0 0,1 1 0,-1-1 0,1 0 0,-1 0 0,1 0 0,-1 1 0,1-2 0,-1 1 0,0 0 0,1 0 0,-1 0 0,1-1 0,-1 1 0,3-2 0,-3 2 0,0 0 0,0 0 0,0-1 0,0 1 0,0 0 0,1-1 0,-1 1 0,0-1 0,-1 1 0,1-1 0,0 0 0,0 1 0,0-1 0,0 0 0,0 0 0,-1 0 0,1 1 0,0-1 0,-1 0 0,1 0 0,-1 0 0,1 0 0,-1 0 0,1 0 0,-1 0 0,0 0 0,1-1 0,-1 1 0,0 0 0,0 0 0,0 0 0,0 0 0,0 0 0,0 0 0,0-1 0,0 1 0,-1-2 0,1 2 0,-1-1 0,0 0 0,0 0 0,0 0 0,0 0 0,0 1 0,-1-1 0,1 0 0,0 1 0,-1-1 0,1 1 0,-1 0 0,0-1 0,1 1 0,-1 0 0,0 0 0,0 0 0,0 0 0,-2-1 0,-21-6-1365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24575,'6'-2'0,"0"1"0,0 0 0,0-1 0,-1 0 0,10-5 0,3-1 0,-6 3 0,25-9 0,-36 14 0,-1 0 0,1 0 0,0 0 0,-1 0 0,1 0 0,0 0 0,0 0 0,-1 0 0,1 0 0,0 0 0,-1 0 0,1 0 0,0 0 0,-1 1 0,1-1 0,0 0 0,-1 0 0,1 1 0,-1-1 0,1 1 0,-1-1 0,1 0 0,-1 1 0,1-1 0,-1 1 0,1-1 0,-1 1 0,1 0 0,-1-1 0,0 1 0,1-1 0,-1 1 0,0 0 0,1-1 0,-1 1 0,0 0 0,0-1 0,0 1 0,0 0 0,0-1 0,0 1 0,0 0 0,0-1 0,0 1 0,0 1 0,-2 21 0,-1-1 0,-1 0 0,-10 34 0,-3 12 0,1 4-1365,11-58-5461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 24575,'0'-2'0,"0"-2"0,0-3 0,2 1 0,2-3 0,4 0 0,3 0 0,1 2 0,2-1 0,1 2 0,-1 0 0,1-1 0,0-1 0,-1 1 0,-1 0 0,-1 1 0,-3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0 24575,'-15'24'0,"11"-6"0,1 0 0,0 0 0,1 19 0,-1-7 0,7 1 0,-4-30 0,-1-1 0,1 1 0,0-1 0,0 0 0,0 1 0,0-1 0,0 1 0,0-1 0,1 0 0,-1 1 0,0-1 0,0 1 0,0-1 0,0 0 0,0 1 0,1-1 0,-1 0 0,0 1 0,0-1 0,1 0 0,-1 1 0,0-1 0,0 0 0,1 1 0,-1-1 0,0 0 0,1 0 0,-1 1 0,0-1 0,1 0 0,-1 0 0,1 0 0,-1 0 0,0 1 0,1-1 0,-1 0 0,1 0 0,-1 0 0,0 0 0,1 0 0,-1 0 0,1 0 0,-1 0 0,0 0 0,1 0 0,-1 0 0,1 0 0,-1-1 0,0 1 0,1 0 0,-1 0 0,1 0 0,-1-1 0,0 1 0,1 0 0,-1 0 0,0-1 0,0 1 0,1 0 0,-1 0 0,0-1 0,1 1 0,-1 0 0,0-1 0,0 1 0,0 0 0,1-1 0,-1 1 0,0-1 0,2-2-91,-1 0 0,0 0 0,0 0 0,0 0 0,0 0 0,0 0 0,-1 0 0,1 0 0,-1 0 0,0-1 0,0 1 0,0 0 0,0 0 0,-2-6 0,0-1-6735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24575,'0'-1'0,"1"0"0,-1 0 0,0 0 0,0 0 0,1 1 0,-1-1 0,1 0 0,-1 0 0,1 0 0,-1 1 0,1-1 0,-1 0 0,1 0 0,0 1 0,-1-1 0,1 1 0,0-1 0,0 0 0,-1 1 0,1-1 0,0 1 0,0 0 0,0-1 0,0 1 0,0 0 0,-1-1 0,1 1 0,2 0 0,32-5 0,-23 4 0,-10 1 0,-1-1 0,0 1 0,1 0 0,-1 0 0,1 0 0,-1 0 0,0 0 0,1 0 0,-1 0 0,1 0 0,-1 0 0,0 1 0,1-1 0,-1 1 0,0-1 0,1 1 0,-1-1 0,0 1 0,0 0 0,0-1 0,2 2 0,-2 0 0,0 0 0,0 0 0,0 0 0,0 0 0,0 0 0,0 0 0,-1 0 0,1 0 0,-1 0 0,0 0 0,1 0 0,-1 0 0,0 1 0,0 1 0,-2 27 0,0 0 0,-2 0 0,-1 0 0,-14 46 0,14-66-1365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24575,'0'-2'0,"0"-2"0,2-1 0,2 1 0,6 1 0,3 1 0,2-2 0,2 0 0,2-3 0,-2-1 0,0 0 0,0 2 0,-4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14 116 24575,'4'0'0,"0"-1"0,0 0 0,0 0 0,0-1 0,0 1 0,0-1 0,-1 0 0,1 0 0,-1 0 0,1 0 0,-1-1 0,0 1 0,0-1 0,0 0 0,0 0 0,0 0 0,3-4 0,-5 6 0,0-1 0,0 1 0,1-1 0,-1 0 0,0 1 0,0-1 0,0 0 0,-1 1 0,1-1 0,0 0 0,-1 0 0,1 0 0,-1 0 0,0 1 0,1-1 0,-1 0 0,0 0 0,0 0 0,0 0 0,0 0 0,-1 0 0,1 0 0,0 0 0,-1 0 0,0 1 0,1-1 0,-1 0 0,0 0 0,0 1 0,0-1 0,0 0 0,0 1 0,0-1 0,0 1 0,-1-1 0,1 1 0,0 0 0,-3-2 0,3 2 4,-1 0-1,1 0 1,-1 0-1,0 1 1,1-1-1,-1 0 1,0 1-1,0-1 1,0 1-1,1 0 1,-1 0 0,0-1-1,0 1 1,0 0-1,0 1 1,0-1-1,1 0 1,-1 0-1,0 1 1,0-1-1,0 1 1,1 0-1,-1-1 1,0 1-1,1 0 1,-1 0-1,0 0 1,1 0-1,-1 0 1,1 1-1,0-1 1,-1 0-1,-1 3 1,2-3-57,-1 1 0,1 0 0,0 0 0,0 0 0,-1 0 0,1 0 0,0 0 0,0 0 0,1 0 0,-1 0 0,0 0 0,1 1 0,0-1-1,-1 0 1,1 1 0,0-1 0,0 0 0,0 0 0,0 1 0,1-1 0,-1 0 0,0 0 0,1 1 0,0-1 0,-1 0 0,1 0 0,2 3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29 24575,'-11'50'0,"10"-36"0,1-7 0,-1 0 0,1 0 0,0 1 0,2 12 0,-2-19 0,0 1 0,1-1 0,-1 0 0,0 0 0,1 1 0,0-1 0,-1 0 0,1 0 0,0 0 0,-1 1 0,1-1 0,0 0 0,0 0 0,0 0 0,0 0 0,0-1 0,0 1 0,0 0 0,0 0 0,0 0 0,0-1 0,1 1 0,-1-1 0,0 1 0,0-1 0,1 1 0,-1-1 0,0 0 0,1 0 0,-1 0 0,2 0 0,1 1 0,0-1 0,1 0 0,-1 0 0,0 0 0,0 0 0,0-1 0,1 0 0,-1 0 0,0 0 0,0 0 0,6-3 0,-8 2 0,-1 1 0,1-1 0,0 0 0,-1 1 0,1-1 0,-1 0 0,1 0 0,-1 0 0,0 0 0,0 0 0,0-1 0,0 1 0,0 0 0,0 0 0,-1-1 0,1 1 0,-1 0 0,0-1 0,0 1 0,1 0 0,-2-5 0,2-1 20,-1 0 0,-1 0 0,1-1 0,-2 1 0,-2-11 0,3 16-107,0 0-1,0 0 1,0 0 0,-1 0-1,0 0 1,1 0 0,-1 1-1,0-1 1,0 1-1,-1-1 1,1 1 0,0 0-1,-1 0 1,1 0 0,-1 0-1,-5-3 1,-1 1-6739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24575,'-3'0'0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24575,'2'-3'0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3:41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1441 103 24575,'10'-1'0,"0"0"0,0-1 0,0 0 0,0-1 0,-1 0 0,12-5 0,-10 3 0,1 1 0,0 1 0,21-4 0,19-1 0,89-23 0,-96 22 0,1 1 0,0 3 0,0 2 0,82 5 0,-42 0 0,100-3 0,164 3 0,-327-1 0,0 2 0,-1 1 0,1 1 0,-1 1 0,41 16 0,37 8 0,8 3 0,-46-9 0,0 3 0,-2 2 0,102 68 0,-88-40 0,74 51 0,-106-83 0,102 70 0,-15 2 0,212 154 0,-306-226 0,-1 2 0,-1 1 0,-1 1 0,-1 2 0,-2 1 0,-2 2 0,0 0 0,-3 2 0,22 41 0,109 243 0,-126-247 0,-3 1 0,24 117 0,-42-132 0,-2 1 0,-4 0 0,-5 68 0,1-24 0,3 109 0,-3 164 0,-3-316 0,-3 0 0,-3-1 0,-2 0 0,-39 107 0,34-111 0,9-25 0,-1-1 0,-2 0 0,0-1 0,-2 0 0,-19 28 0,16-34 0,-1-1 0,0 0 0,-2-2 0,-1 0 0,0-2 0,-1 0 0,-1-1 0,-1-2 0,0 0 0,-1-2 0,-42 17 0,-51 15 0,-226 54 0,281-84 0,-1 3 0,2 2 0,-76 37 0,75-29 0,-2-3 0,-96 25 0,120-38 0,-71 13 0,69-16 0,-57 18 0,51-10 0,0-3 0,-1-1 0,0-3 0,-1-2 0,0-3 0,-68 0 0,-776-6 0,716 16 0,85-14 0,-202-3 0,244-4 0,1-1 0,0-3 0,1-3 0,-64-23 0,-28-24 0,110 45 0,2 0 0,2-1 0,0-1 0,1-2 0,1 0 0,1-2 0,0-1 0,-34-39 0,47 44 0,2 0 0,-1-1 0,2 0 0,0-1 0,-9-31 0,-4-7 0,-44-106 0,54 133 0,-16-61 0,7 15 0,-21-78 0,-8-21 0,4 21 0,32 102 0,0-5 0,3 0 0,-7-109 0,15-120 0,3 184 0,-1 10 0,3-98 0,1 153 0,3 0 0,12-47 0,-3 21 0,2-9 0,-7 35 0,5-43 0,-7 35 0,2 0 0,29-76 0,-25 79 0,3 1 0,2 0 0,1 1 0,3 1 0,29-39 0,32-56 0,-48 75 0,44-54 0,-16 23 0,28-28 0,-33 45 0,-37 47 0,1 2 0,1 0 0,0 2 0,2 0 0,1 2 0,0 1 0,2 1 0,51-24 0,-38 20 0,110-48 0,-76 39 0,44-15 0,-61 29 0,113-16 0,-152 30-117,20-3-507,60 0 0,-88 6-6202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3:47.1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594 33 24575,'41'-2'0,"74"-13"0,-60 6 0,-6 5 0,0 2 0,50 4 0,-12 0 0,-79-2 0,56-1 0,91 13 0,-86-5 0,33 7 0,170 63 0,-100-25 0,51 11 0,-159-44 0,63 22 0,-109-35 0,0 2 0,-1 1 0,0 0 0,27 20 0,-17-5 0,-2 0 0,41 51 0,-42-47 0,-6-4 0,18 29 0,-22-30 0,33 40 0,-26-37 0,-1 1 0,-2 1 0,28 58 0,-31-58 0,87 211 0,-72-167 0,-19-48 0,-1 0 0,-1 1 0,10 45 0,25 243 0,-39-224 0,-8 107 0,2-182 0,-1 1 0,-1-1 0,0 0 0,-1 0 0,0 0 0,-12 22 0,-48 79 0,20-40 0,28-47 0,-1-1 0,-2-1 0,0-1 0,-42 40 0,14-20 0,-71 49 0,70-59 0,-1-2 0,-2-3 0,-1-1 0,-1-4 0,-75 27 0,-63-2 0,71-19 0,32-10 0,44-10 0,0-3 0,0-1 0,-50 0 0,-138-7 0,102-2 0,-42 4 0,-185-4 0,308-4 0,0-2 0,1-2 0,-76-27 0,90 26 0,22 7 0,0-1 0,0 0 0,1-1 0,0 0 0,0 0 0,-14-12 0,-1-5 0,-25-26 0,24 22 0,17 14 0,0-1 0,1 1 0,1-1 0,0-1 0,1 0 0,0 0 0,-5-21 0,-1 3 0,-4-13 0,1-2 0,3 1 0,-9-61 0,4 15 0,9 52 0,2 0 0,-4-78 0,10 98 0,-1 1 0,-9-41 0,6 39 0,1 0 0,-1-33 0,6-717 0,-1 755 0,2 1 0,0-1 0,1 1 0,1 0 0,9-27 0,38-76 0,-37 90 0,6-8 0,1 2 0,1 0 0,2 1 0,36-37 0,-51 60 0,47-58 0,-24 27 0,2 2 0,1 1 0,43-35 0,-54 56 0,1 2 0,1 1 0,0 1 0,41-15 0,-42 17 0,1 1 0,0 2 0,0 1 0,1 0 0,0 2 0,1 2 0,-1 0 0,34 0 0,-45 5-1365,-1-1-5461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29.6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91 24575,'43'-13'0,"-23"8"0,21-5 0,0 1 0,1 3 0,60-3 0,-84 10-104,-5 0-1,1-1 0,-1 0 0,1-1 0,-1 0 0,0-1-1,0 0 1,0-1 0,0-1 0,0 0 0,0 0 0,12-8 0,-11 4-6721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0.6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68 24575,'134'1'0,"143"-3"0,-240-2 0,-1-1 0,47-14 0,15-3 0,-30 8-1365,-55 12-5461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1.8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54 24575,'51'0'0,"1"2"0,-1-3 0,1-2 0,86-17 0,-85 9 0,1 2 0,82-2 0,112 11 0,-107 2 0,3-4 0,151 5 0,-289 0 0,-13 2 0,-20 6 0,23-10 0,-36 14-1365,-2 2-5461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2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24575,'1312'0'-1365,"-1296"0"-5461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3.7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24575,'76'14'0,"302"-8"0,-221-9 0,-116 3 0,0 0 0,0 3 0,0 2 0,43 9 0,-25-4 96,-43-8-583,1 0 0,20 7 0,-16-1-6339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4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24575,'10'7'0,"0"0"0,1 0 0,-1-1 0,1 0 0,1-1 0,15 5 0,-23-9 0,21 8 0,0-2 0,0-1 0,1-1 0,44 3 0,108-6 0,-106-2 0,267 14 0,-330-12-30,-1-1 0,0 1 0,0 1 0,0-1-1,0 1 1,0 1 0,0 0 0,12 8 0,-1-1-1064,-9-6-5732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5.4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24575,'5'8'0,"-1"0"0,2-1 0,-1 0 0,1 0 0,0 0 0,0-1 0,1 0 0,8 6 0,62 39 0,-68-46 0,39 20 0,1-2 0,1-3 0,82 23 0,38 15 0,-141-46 0,-1 1 0,-1 1 0,48 34 0,-43-25-120,12 9-295,-2 1 0,51 52 0,-84-75-6411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36.6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24575,'6'8'0,"-1"0"0,1-1 0,0 1 0,1-1 0,0-1 0,0 0 0,9 7 0,7 6 0,55 61 0,-58-58 0,0-1 0,1-1 0,1 0 0,1-2 0,1 0 0,28 15 0,-2-5 0,-1 3 0,-2 1 0,45 41 0,-22-8 0,-49-43 0,2-1 0,45 32 0,47 23 0,-78-51-1365,-28-16-5461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3:54.1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24575,'0'425'0,"1"-412"0,0 0 0,1 0 0,7 25 0,-9-82 0,2 19 0,-3 18 0,1-1 0,1 1 0,-1 0 0,1 0 0,1 0 0,-1 0 0,1 0 0,0 0 0,5-10 0,-5 14 0,0 0 0,0 0 0,1 0 0,-1 0 0,1 1 0,-1-1 0,1 1 0,0-1 0,0 1 0,0 0 0,0 0 0,1 0 0,-1 1 0,1-1 0,-1 1 0,1 0 0,-1 0 0,1 0 0,-1 0 0,6 0 0,-7 1 0,0-1 0,0 1 0,0 0 0,0 0 0,0 0 0,0 1 0,0-1 0,0 0 0,0 1 0,0-1 0,0 1 0,-1-1 0,1 1 0,0 0 0,0 0 0,-1 0 0,1 0 0,0 0 0,-1 0 0,1 1 0,-1-1 0,1 1 0,-1-1 0,2 4 0,2 2 0,-1 1 0,0-1 0,-1 1 0,5 15 0,-6-15 0,1-1 0,0 0 0,0 1 0,0-1 0,6 8 0,-3-8 0,0 0 0,0 0 0,1-1 0,0 0 0,1 0 0,-1 0 0,1-1 0,15 8 0,-21-12 0,0 0 0,0 0 0,1 0 0,-1-1 0,0 1 0,1-1 0,-1 1 0,0-1 0,1 0 0,-1 1 0,1-1 0,-1 0 0,1-1 0,-1 1 0,0 0 0,1-1 0,-1 0 0,0 1 0,1-1 0,-1 0 0,0 0 0,0 0 0,1 0 0,-1-1 0,0 1 0,0 0 0,-1-1 0,1 0 0,0 1 0,0-1 0,-1 0 0,1 0 0,-1 0 0,0 0 0,1 0 0,-1 0 0,0 0 0,1-4 0,7-25 0,-9 26 0,1 1 0,0 0 0,0 0 0,0 0 0,1 0 0,-1-1 0,1 2 0,0-1 0,0 0 0,3-4 0,-4 8 0,0-1 0,0 1 0,0 0 0,-1-1 0,1 1 0,0 0 0,0 0 0,0 0 0,-1 0 0,1 0 0,0 0 0,0 0 0,0 0 0,0 0 0,-1 0 0,1 0 0,0 0 0,0 1 0,0-1 0,-1 0 0,1 1 0,0-1 0,0 0 0,-1 1 0,1-1 0,0 1 0,-1-1 0,1 1 0,-1-1 0,1 1 0,0 0 0,-1-1 0,1 1 0,0 1 0,22 30 0,-16-23 0,8 12-62,-10-13-156,0 0 1,1-1 0,0 1 0,0-1 0,11 8 0,-6-7-6609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3:54.7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24575,'0'5'0,"3"4"0,2 5 0,4 5 0,2 2 0,-1-1 0,-1-3-8191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3:57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83 204 24575,'-1'-2'0,"0"1"0,0 0 0,0 0 0,-1 0 0,1 0 0,0 0 0,-1 0 0,1 0 0,-1 0 0,1 1 0,-1-1 0,1 0 0,-1 1 0,1-1 0,-1 1 0,0 0 0,1 0 0,-1-1 0,0 1 0,1 0 0,-1 0 0,0 1 0,0-1 0,1 0 0,-1 1 0,1-1 0,-1 0 0,0 1 0,-1 1 0,1-1 0,0 0 0,1 0 0,-1 1 0,0-1 0,1 1 0,-1 0 0,1-1 0,-1 1 0,1 0 0,0 0 0,0 0 0,0 0 0,0 0 0,0 0 0,0 0 0,0 0 0,1 0 0,-1 0 0,1 1 0,-1 2 0,0 8 0,1 0 0,1 0 0,0 0 0,0 0 0,1 0 0,5 16 0,-6-26 0,0 0 0,0 0 0,0 0 0,0 0 0,0 0 0,1 0 0,-1 0 0,1 0 0,0-1 0,0 1 0,0 0 0,0-1 0,0 0 0,0 1 0,1-1 0,-1 0 0,1 0 0,0 0 0,0-1 0,-1 1 0,1-1 0,0 1 0,0-1 0,0 0 0,1 0 0,-1 0 0,0-1 0,0 1 0,0-1 0,5 0 0,-6 0 0,0 0 0,1 0 0,-1 0 0,0-1 0,0 0 0,1 1 0,-1-1 0,0 0 0,0 0 0,0 0 0,0 0 0,0 0 0,0-1 0,0 1 0,0 0 0,-1-1 0,1 0 0,-1 1 0,1-1 0,-1 0 0,1 0 0,-1 0 0,0 0 0,0 0 0,0 0 0,0 0 0,0 0 0,0-3 0,2-6 0,-1 1 0,-1-1 0,0 0 0,0-20 0,0 1 0,11 55 0,-4 13 0,-3 1 0,-1 0 0,-1 1 0,-6 76 0,0-26 0,3-86 0,1 4 0,-1 0 0,-1 1 0,1-1 0,-1 0 0,-1 0 0,-3 12 0,4-18 0,0-1 0,0 1 0,0 0 0,0-1 0,0 1 0,0-1 0,0 0 0,-1 1 0,1-1 0,0 0 0,-1 0 0,1 1 0,-1-1 0,0 0 0,1-1 0,-1 1 0,0 0 0,1 0 0,-1-1 0,0 1 0,0-1 0,0 0 0,1 1 0,-1-1 0,0 0 0,0 0 0,0 0 0,0 0 0,0 0 0,0-1 0,1 1 0,-1-1 0,0 1 0,-2-2 0,1 1 0,0 0 0,0 0 0,0-1 0,0 1 0,1-1 0,-1 0 0,0 0 0,1 0 0,0 0 0,-1 0 0,1 0 0,0-1 0,0 1 0,0-1 0,0 1 0,1-1 0,-3-6 0,-3-5 0,2 0 0,-6-22 0,6 21 0,-3-10 0,-1-2 0,1 0 0,2-1 0,-7-48 0,13 69 0,1 0 0,-1 0 0,1 0 0,0 0 0,1 0 0,0 0 0,0 0 0,0 0 0,1 1 0,0-1 0,0 1 0,1 0 0,0 0 0,0 0 0,0 0 0,8-7 0,7-5 0,1 0 0,0 2 0,25-17 0,-22 17 0,26-14 0,-36 23 0,-1 0 0,0-1 0,0 0 0,-1-1 0,16-16 0,-25 22 0,0-1 0,0 0 0,0 1 0,0-1 0,-1 0 0,1 0 0,-1 0 0,0 0 0,-1 0 0,1 0 0,-1 0 0,1-7 0,-1 2 0,-1-1 0,1 1 0,-1-1 0,-4-11 0,1 15 0,1 17 0,0 19 0,0 241 0,4-172 0,2-75 0,-3-24 0,0 0 0,0 0 0,0 0 0,1 0 0,-1 0 0,0 1 0,0-1 0,0 0 0,0 0 0,1 0 0,-1 0 0,0 0 0,0 0 0,0 0 0,0 0 0,1 0 0,-1 0 0,0 0 0,0 0 0,0 0 0,0 0 0,1 0 0,-1 0 0,0 0 0,0-1 0,0 1 0,0 0 0,0 0 0,1 0 0,-1 0 0,0 0 0,0 0 0,0 0 0,0 0 0,0-1 0,0 1 0,1 0 0,-1 0 0,0 0 0,0 0 0,0 0 0,0-1 0,0 1 0,0 0 0,0 0 0,0 0 0,0 0 0,0-1 0,0 1 0,0 0 0,0 0 0,0 0 0,0-1 0,16-41 0,-12 31 0,-4 10 0,5-14 0,0 0 0,1 0 0,1 1 0,16-26 0,-21 37 0,0 0 0,0 0 0,0 1 0,0-1 0,1 1 0,-1 0 0,1-1 0,-1 1 0,1 0 0,0 1 0,0-1 0,0 0 0,0 1 0,0 0 0,0 0 0,1 0 0,-1 0 0,0 0 0,1 0 0,-1 1 0,0 0 0,1 0 0,-1 0 0,1 0 0,-1 0 0,0 1 0,1-1 0,-1 1 0,6 2 0,-7-3 0,0 1 0,-1 0 0,1 0 0,0 0 0,-1 0 0,1 0 0,-1 0 0,1 0 0,-1 0 0,1 1 0,-1-1 0,0 0 0,0 1 0,1-1 0,-1 1 0,0 0 0,-1-1 0,1 1 0,0 0 0,0 0 0,-1-1 0,2 4 0,-1 4 0,0-1 0,-1 0 0,1 1 0,-2 9 0,0-13 0,0-1 0,1 1 0,0-1 0,0 1 0,0-1 0,0 1 0,1-1 0,0 1 0,0-1 0,0 0 0,0 1 0,1-1 0,0 0 0,-1 0 0,5 6 0,-2-7 0,0 0 0,0 0 0,1-1 0,-1 1 0,1-1 0,-1 0 0,1 0 0,0-1 0,0 1 0,-1-1 0,1 0 0,0-1 0,0 1 0,6-1 0,-3 1 0,-1-1 0,1 0 0,0-1 0,-1 0 0,1 0 0,-1-1 0,1 0 0,11-4 0,-17 5-114,0 0 1,0-1-1,0 1 0,0 0 0,-1-1 1,1 1-1,0-1 0,-1 1 0,1-1 1,-1 0-1,2-2 0,2-7-6712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0.2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32 294 24575,'4'-3'0,"0"-1"0,0 0 0,-1 0 0,1 0 0,-1 0 0,0 0 0,0-1 0,-1 1 0,1-1 0,-1 0 0,0 0 0,-1 0 0,1 0 0,-1 0 0,0 0 0,0-1 0,0 1 0,-1 0 0,0-6 0,0 8 0,-3-43 0,3 46 0,0-1 0,0 0 0,0 0 0,0 0 0,0 1 0,0-1 0,-1 0 0,1 0 0,0 1 0,-1-1 0,1 0 0,0 1 0,-1-1 0,1 0 0,-1 1 0,1-1 0,0 0 0,-1 1 0,0-1 0,1 1 0,-1-1 0,1 1 0,-1-1 0,0 1 0,1 0 0,-1-1 0,0 1 0,1 0 0,-1 0 0,0-1 0,0 1 0,1 0 0,-1 0 0,0 0 0,0 0 0,0 0 0,1 0 0,-1 0 0,0 0 0,0 0 0,1 0 0,-1 0 0,0 0 0,0 1 0,1-1 0,-1 0 0,0 1 0,1-1 0,-1 0 0,-1 2 0,-1 0 0,1 0 0,-1 1 0,1 0 0,0-1 0,0 1 0,0 0 0,0 0 0,0 0 0,0 0 0,1 0 0,0 1 0,-1-1 0,1 1 0,0-1 0,0 5 0,-8 57 0,8-58 0,0 6 0,-1 2 0,1 0 0,1 0 0,2 28 0,-2-40 0,1 1 0,0-1 0,-1 0 0,1 1 0,1-1 0,-1 0 0,0 1 0,1-1 0,0 0 0,0 0 0,0 0 0,0 0 0,0-1 0,0 1 0,1 0 0,-1-1 0,1 0 0,0 0 0,0 0 0,0 0 0,5 3 0,2 0 0,1-1 0,1 0 0,-1 0 0,1-1 0,-1 0 0,1-1 0,15 1 0,-24-3 0,0 0 0,0 0 0,0 0 0,0 0 0,0-1 0,0 1 0,0-1 0,-1 0 0,1 0 0,0 0 0,0 0 0,-1 0 0,1 0 0,-1-1 0,1 1 0,-1-1 0,1 0 0,-1 0 0,0 0 0,0 0 0,0 0 0,0 0 0,0-1 0,-1 1 0,1 0 0,-1-1 0,1 0 0,-1 1 0,0-1 0,0 0 0,0 1 0,0-1 0,-1 0 0,1-5 0,6-40 0,2-76 0,-8 129 0,1 1 0,1 0 0,-1 0 0,1-1 0,0 0 0,1 1 0,-1-1 0,1 0 0,6 6 0,-5-5 0,0-1 0,0-1 0,1 0 0,-1 0 0,1-1 0,0 1 0,0-1 0,0 0 0,0-1 0,1 0 0,-1 0 0,8 2 0,14 5 0,3 2 0,-14-6 0,0 1 0,-1 1 0,1 1 0,-1 0 0,-1 1 0,1 0 0,-2 1 0,17 15 0,-28-22 0,-1-1 0,0 1 0,0 0 0,0 0 0,-1 1 0,1-1 0,-1 0 0,0 0 0,0 1 0,0-1 0,0 1 0,0-1 0,-1 1 0,1-1 0,-1 1 0,0-1 0,0 1 0,-1 0 0,1-1 0,-1 1 0,0-1 0,1 1 0,-4 5 0,4-7 0,-1 0 0,0 0 0,0 0 0,0-1 0,0 1 0,-1 0 0,1 0 0,0-1 0,-1 1 0,1 0 0,-1-1 0,0 0 0,1 1 0,-1-1 0,0 0 0,0 0 0,0 0 0,0 0 0,0 0 0,0 0 0,0-1 0,0 1 0,0-1 0,0 1 0,0-1 0,0 0 0,-1 0 0,1 0 0,0 0 0,0 0 0,0 0 0,0-1 0,-1 1 0,1-1 0,0 1 0,0-1 0,0 0 0,0 0 0,-2-1 0,0 0 0,0 0 0,0-1 0,1 0 0,-1 0 0,1 0 0,-1 0 0,1 0 0,0 0 0,0-1 0,1 0 0,-1 1 0,1-1 0,-1 0 0,1 0 0,0-1 0,1 1 0,-1 0 0,1-1 0,0 1 0,0 0 0,0-1 0,1 0 0,-1-6 0,1 3 0,0-1 0,1 1 0,0-1 0,0 1 0,1 0 0,0 0 0,0 0 0,1 0 0,0 0 0,0 0 0,9-14 0,-4 12 0,-1 0 0,-1-1 0,0 0 0,0 0 0,-1 0 0,0 0 0,-1-1 0,0 0 0,-1 0 0,-1 0 0,3-25 0,-6-113 0,1 149 0,0 0 0,0 0 0,0 0 0,0-1 0,1 1 0,-1 0 0,0 0 0,1 0 0,-1 0 0,1 0 0,-1 0 0,1 0 0,-1 0 0,1 0 0,0 0 0,-1 0 0,1 0 0,0 0 0,0 1 0,0-1 0,0 0 0,0 0 0,1 0 0,-1 1 0,0 0 0,0 0 0,0-1 0,-1 1 0,1 0 0,0 0 0,0 1 0,0-1 0,0 0 0,-1 0 0,1 0 0,0 1 0,0-1 0,0 0 0,-1 1 0,1-1 0,0 0 0,0 1 0,-1-1 0,1 1 0,0-1 0,-1 1 0,1 0 0,-1-1 0,1 1 0,-1 0 0,1-1 0,-1 1 0,1 0 0,-1 0 0,0-1 0,1 2 0,5 14 0,-1-1 0,-1 1 0,0 0 0,-1 0 0,0 1 0,-2-1 0,0 17 0,4 26 0,-1-24 0,-2-12 0,0 0 0,2 0 0,1 0 0,0-1 0,2 0 0,17 40 0,-21-57 0,1 0 0,-1 0 0,1-1 0,0 1 0,1-1 0,-1 0 0,1 0 0,0-1 0,0 1 0,0-1 0,0 0 0,0-1 0,1 1 0,-1-1 0,1 0 0,8 2 0,0-1 0,1-1 0,0 0 0,0-1 0,0 0 0,21-2 0,-34 1-34,-1 0 0,0 0 0,1 0 0,-1-1 0,0 1-1,1 0 1,-1 0 0,0-1 0,0 1 0,1-1 0,-1 1 0,0-1 0,0 0-1,0 1 1,0-1 0,1 0 0,-1 0 0,0 0 0,-1 0 0,1 0-1,0 0 1,0 0 0,0 0 0,0 0 0,-1 0 0,1 0 0,-1-1 0,1 1-1,-1 0 1,1 0 0,-1-1 0,0 1 0,1 0 0,-1-1 0,0 1 0,0 0-1,0-1 1,0 1 0,-1-2 0,0-14-6792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0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70 24575,'3'0'0,"2"0"0,4 0 0,4 0 0,6 0 0,3-3 0,6-2 0,3-2 0,-2 0 0,0-3 0,1 1 0,-2-1 0,-2 2 0,-5 2 0,-5 2-8191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2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 28 24575,'0'-1'0,"0"-1"0,0 1 0,0 0 0,0 0 0,0 0 0,0 0 0,-1 0 0,1 0 0,0 0 0,0 0 0,-1 0 0,1 0 0,-1 0 0,1 1 0,-1-1 0,1 0 0,-1 0 0,0 0 0,1 0 0,-1 1 0,0-1 0,1 0 0,-1 1 0,0-1 0,0 0 0,0 1 0,0-1 0,0 1 0,0-1 0,1 1 0,-1 0 0,0-1 0,0 1 0,0 0 0,0 0 0,-1 0 0,1 0 0,0 0 0,0 0 0,0 0 0,0 0 0,0 0 0,0 0 0,0 0 0,0 1 0,-1-1 0,-1 1 0,0 0 0,0 0 0,1 0 0,-1 0 0,0 0 0,1 1 0,-1-1 0,1 1 0,-1 0 0,1 0 0,0-1 0,0 2 0,0-1 0,0 0 0,-4 5 0,3 0 0,1 1 0,-1 0 0,1-1 0,1 1 0,-1 0 0,1 0 0,1 0 0,-1 0 0,1 1 0,1-1 0,0 0 0,0 0 0,0 0 0,1-1 0,0 1 0,1 0 0,0 0 0,0-1 0,0 0 0,1 0 0,0 0 0,0 0 0,1 0 0,9 9 0,-8-10 0,2 0 0,-1-1 0,1 1 0,-1-2 0,1 1 0,1-1 0,-1 0 0,1-1 0,-1 0 0,1 0 0,0-1 0,0 0 0,0 0 0,0-1 0,0 0 0,1-1 0,-1 0 0,0-1 0,0 0 0,15-3 0,-22 4-68,-1 0 0,0-1-1,0 1 1,0-1 0,1 1 0,-1-1-1,0 1 1,0-1 0,0 1 0,0-1-1,0 0 1,0 0 0,0 1 0,0-1-1,0 0 1,-1 0 0,1 0-1,0 0 1,0-1 0,3-8-6758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3.4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86 24575,'-2'54'0,"0"-34"0,2 0 0,0 0 0,1 0 0,5 28 0,-5-45 0,0 0 0,0 0 0,0-1 0,1 1 0,-1 0 0,1-1 0,0 1 0,0-1 0,0 0 0,0 0 0,0 1 0,1-1 0,-1-1 0,1 1 0,-1 0 0,1-1 0,0 1 0,-1-1 0,1 0 0,0 0 0,0 0 0,0 0 0,0 0 0,0-1 0,0 1 0,0-1 0,0 0 0,0 0 0,0 0 0,0 0 0,4-1 0,-4 1 0,0 0 0,0-1 0,1 1 0,-1-1 0,0 0 0,0 0 0,1 0 0,-1 0 0,0 0 0,0-1 0,0 1 0,-1-1 0,1 0 0,0 0 0,0 0 0,-1 0 0,0 0 0,1-1 0,-1 1 0,0-1 0,0 0 0,0 1 0,-1-1 0,1 0 0,0 0 0,-1 0 0,0 0 0,2-6 0,-2-1 0,1-1 0,-1-1 0,0 1 0,-1-18 0,-1 25 0,1-1 0,-1 1 0,0 0 0,-1-1 0,1 1 0,-1 0 0,0 0 0,0 0 0,0 0 0,0 0 0,-1 0 0,-3-4 0,-14-15 0,-1 1 0,-1 1 0,-30-24 0,48 43 17,-1 0 0,0 0 1,1 0-1,-1 0 0,0 1 0,-6-1 0,-10 3-218,21-1 164,0 0 1,-1 0-1,1 0 0,-1 1 1,1-1-1,0 0 0,-1 1 0,1-1 1,0 0-1,-1 1 0,1-1 1,0 0-1,0 1 0,-1-1 1,1 0-1,0 1 0,0-1 1,0 1-1,-1-1 0,1 0 1,0 1-1,0-1 0,0 1 1,0-1-1,0 1 0,0-1 0,0 1 1,0-1-1,0 1 0,0-1 1,0 0-1,0 1 0,0-1 1,1 1-1,3 9-6789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4.4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 24575,'1'1'0,"1"-1"0,0 1 0,-1 0 0,0-1 0,1 1 0,-1 0 0,1 0 0,-1 0 0,0 0 0,0 0 0,1 0 0,-1 0 0,0 0 0,0 1 0,0-1 0,0 0 0,0 1 0,-1-1 0,2 3 0,15 32 0,-14-29 0,2 5 0,0 0 0,1 0 0,1 0 0,0 0 0,1-1 0,9 10 0,-13-17 0,0 0 0,1 0 0,-1 0 0,1-1 0,0 1 0,0-2 0,1 1 0,-1 0 0,1-1 0,-1 0 0,1 0 0,-1-1 0,1 1 0,0-1 0,0 0 0,8-1 0,-12 1 0,0-1 0,1 0 0,-1 0 0,0 0 0,0 0 0,1 0 0,-1-1 0,0 1 0,0-1 0,0 1 0,0-1 0,0 0 0,1 0 0,-1 0 0,-1 0 0,1 0 0,0 0 0,0-1 0,0 1 0,-1-1 0,3-1 0,-2 0 0,-1-1 0,1 1 0,0-1 0,-1 1 0,0-1 0,0 1 0,0-1 0,0 0 0,-1 0 0,1 0 0,-1-6 0,-1-2 0,1 1 0,-1 0 0,-1 0 0,0 0 0,0 1 0,-2-1 0,-6-17 0,9 26 0,-5-22 0,5 24 0,1-1 0,0 0 0,0 0 0,0 1 0,-1-1 0,1 0 0,0 1 0,0-1 0,0 0 0,0 0 0,0 1 0,0-1 0,0 0 0,1 1 0,-1-1 0,0 0 0,0 0 0,1 1 0,-1-1 0,0 0 0,1 1 0,-1-1 0,0 1 0,1-1 0,-1 0 0,1 1 0,-1-1 0,2 0 0,-2 1 0,1 0 0,0 0 0,-1 1 0,1-1 0,0 0 0,-1 0 0,1 1 0,0-1 0,-1 0 0,1 1 0,-1-1 0,1 0 0,-1 1 0,1-1 0,-1 1 0,1-1 0,-1 1 0,1-1 0,-1 1 0,0-1 0,1 1 0,-1 0 0,0-1 0,1 2 0,9 19 0,-9-18 0,19 46 0,-9-20 0,2 0 0,19 32 0,-31-59-33,0 0 0,1 0-1,-1 0 1,0 0 0,1 0-1,0 0 1,-1 0 0,1-1 0,0 1-1,0-1 1,0 1 0,0-1-1,0 0 1,0 0 0,1 0-1,-1 0 1,0 0 0,0 0 0,1-1-1,-1 1 1,0-1 0,1 0-1,-1 1 1,1-1 0,-1 0-1,1-1 1,-1 1 0,0 0 0,1-1-1,-1 1 1,0-1 0,1 1-1,-1-1 1,0 0 0,0 0-1,1 0 1,-1-1 0,0 1 0,0 0-1,3-3 1,4-7-6793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05.6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94 24575,'0'10'0,"0"-1"0,1 0 0,0 0 0,1 0 0,-1 0 0,2-1 0,-1 1 0,1 0 0,1-1 0,4 10 0,-4-55 0,-5 3 0,0 23 0,1 1 0,0-1 0,0 1 0,1 0 0,0-1 0,1 1 0,4-18 0,-4 26 0,-1 0 0,1 0 0,0 0 0,0 0 0,-1 0 0,1 0 0,0 1 0,1-1 0,-1 0 0,0 1 0,0 0 0,1 0 0,-1-1 0,1 1 0,-1 1 0,1-1 0,-1 0 0,1 1 0,-1-1 0,1 1 0,0 0 0,-1 0 0,1 0 0,0 0 0,-1 0 0,5 1 0,-4-1 0,1 1 0,-1-1 0,1 1 0,-1-1 0,0 1 0,0 0 0,1 1 0,-1-1 0,0 0 0,0 1 0,0 0 0,0 0 0,0 0 0,-1 0 0,1 0 0,-1 0 0,1 1 0,-1-1 0,0 1 0,2 3 0,2 8 0,-2 1 0,0-1 0,-1 1 0,3 29 0,-5-32 0,0 1 0,1-1 0,0 0 0,1 0 0,0 0 0,1-1 0,1 1 0,6 13 0,-10-24 2,-1-1 0,0 1 0,0 0 0,1-1-1,-1 1 1,0 0 0,1-1 0,-1 1 0,1-1 0,-1 1 0,1-1-1,-1 1 1,1 0 0,-1-1 0,1 0 0,0 1 0,-1-1-1,1 1 1,0-1 0,-1 0 0,1 0 0,0 1 0,-1-1 0,1 0-1,0 0 1,-1 0 0,1 0 0,0 1 0,0-1 0,-1 0-1,1-1 1,0 1 0,0 0 0,-1 0 0,1 0 0,0 0 0,-1 0-1,1-1 1,0 1 0,0 0 0,-1-1 0,1 1 0,-1 0-1,1-1 1,0 1 0,-1-1 0,1 1 0,-1-1 0,1 1 0,-1-1-1,1 0 1,-1 1 0,0-1 0,1-1 0,3-4-203,0-1 0,0 0 0,-1 0 1,3-8-1,-4 11-262,7-21-6363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11.7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24575,'11'41'0,"-7"21"0,-5 69 0,2 37 0,-1-161 0,1-1 0,0 1 0,0 0 0,1-1 0,0 1 0,0-1 0,1 1 0,0-1 0,0 0 0,0 0 0,1 0 0,-1-1 0,10 11 0,-10-14 0,0 1 0,0 0 0,0-1 0,0 0 0,0 0 0,1 0 0,-1 0 0,1 0 0,0-1 0,-1 1 0,1-1 0,0 0 0,0 0 0,0-1 0,0 1 0,0-1 0,0 0 0,-1 0 0,1 0 0,0 0 0,0-1 0,0 1 0,0-1 0,0 0 0,4-2 0,-6 2-72,0 0 1,-1 1-1,1-1 0,0 0 0,-1 0 0,1 0 0,-1-1 0,1 1 1,-1 0-1,0-1 0,1 1 0,-1 0 0,0-1 0,0 1 0,0-1 1,0 0-1,0 1 0,0-3 0,3-7-6754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12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76 24575,'7'0'0,"10"-2"0,9-1 0,2-3 0,2-2 0,0-2 0,-3-2 0,0-2 0,-4 2 0,-4 4-8191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5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24575,'4'3'0,"1"1"0,-1-1 0,1-1 0,0 1 0,0 0 0,1-1 0,-1 0 0,0-1 0,9 3 0,9 3 0,285 115 0,-218-81 0,116 73 0,-160-81 0,60 55 0,-56-45 0,-35-32-227,0 0-1,0-1 1,1-1-1,0 0 1,19 7-1,-20-9-6598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17.9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0 24575,'2'112'0,"-4"117"0,-4-176 0,2-22 0,0 37 0,4 60-1365,0-116-5461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4:19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371 0 24575,'-1'2'0,"1"0"0,-1-1 0,0 1 0,0 0 0,0-1 0,0 1 0,0 0 0,-1-1 0,1 1 0,-2 1 0,-6 8 0,-93 165 0,8-11 0,41-87 0,-17 27 0,67-98 20,0 0 0,0 0-1,1 0 1,0 0 0,-2 13 0,-4 14-1504,3-20-5342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6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427 11 24575,'-1'-1'0,"-1"0"0,1 0 0,-1 0 0,0 0 0,0 0 0,1 0 0,-1 0 0,0 0 0,0 1 0,0-1 0,0 1 0,0 0 0,1-1 0,-1 1 0,0 0 0,0 0 0,0 0 0,0 1 0,0-1 0,0 0 0,0 1 0,0-1 0,0 1 0,0-1 0,-2 3 0,-6 1 0,0 1 0,0 1 0,-11 8 0,13-8 0,-29 19 0,2 2 0,0 1 0,2 1 0,1 2 0,2 2 0,1 0 0,-35 53 0,52-68-1365,2-3-5461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7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242 1 24575,'-3'3'0,"-1"3"0,-2 11 0,-7 6 0,-3 10 0,-5 6 0,-2 1 0,0 1 0,1 0 0,5-1 0,2-2 0,0-2 0,4-4 0,0-4 0,-1-2 0,2-1 0,-1-4 0,2-4-8191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8.3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333 1 24575,'-3'1'0,"-1"0"0,0 1 0,1 0 0,-1 0 0,1 0 0,-1 0 0,1 0 0,0 1 0,0-1 0,0 1 0,0 0 0,0 0 0,-3 6 0,-1-2 0,-29 33 0,2 3 0,2 1 0,-37 67 0,45-70 0,10-19 0,2 0 0,0 0 0,1 1 0,1 0 0,-10 38 0,20-60-42,0 0-1,-1 0 0,1 0 1,0 0-1,-1 0 0,1 0 1,0 0-1,0 0 0,0 0 1,0 0-1,0 0 0,0 0 1,0 0-1,0-1 0,0 1 1,1 0-1,-1 0 0,0 0 1,0 0-1,1 0 0,-1 0 1,1 0-1,-1 0 0,1-1 1,-1 1-1,1 0 0,-1 0 1,1-1-1,0 1 0,0 0 1,1 0-1,11 1-6783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9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527 1 24575,'-8'0'0,"1"1"0,-1 0 0,0 0 0,1 1 0,-1 0 0,1 0 0,-1 1 0,1 0 0,0 0 0,0 1 0,1 0 0,-1 0 0,1 0 0,0 1 0,0 0 0,-7 7 0,-7 11 0,1 0 0,-32 49 0,12-15 0,-225 320 0,264-376-36,-1-1 4,1 1 0,-1-1-1,1 1 1,-1-1-1,1 1 1,-1-1-1,1 1 1,-1-1 0,1 1-1,0 0 1,-1-1-1,1 1 1,0 0-1,0-1 1,-1 1 0,1 0-1,0-1 1,0 1-1,0 0 1,0-1-1,0 1 1,0 0 0,0-1-1,0 1 1,0 0-1,0 0 1,0-1 0,0 1-1,0 0 1,1-1-1,-1 1 1,0 0-1,1-1 1,-1 1 0,0-1-1,1 1 1,-1-1-1,1 1 1,-1 0-1,1 0 1,13 2-6794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19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356 0 24575,'-4'0'0,"0"1"0,1 0 0,-1 0 0,1 0 0,-1 0 0,1 0 0,0 1 0,-1-1 0,1 1 0,0 0 0,0 0 0,-4 4 0,-32 31 0,35-33 0,-20 25 0,1 1 0,1 1 0,2 1 0,-20 43 0,8-16 0,25-46-83,-14 24-237,1 0-1,2 2 1,-15 45-1,29-69-6505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44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0 171 24575,'1'-1'0,"-1"0"0,0 0 0,1 0 0,-1 1 0,1-1 0,-1 0 0,1 0 0,-1 0 0,1 1 0,-1-1 0,1 0 0,0 1 0,-1-1 0,1 1 0,0-1 0,0 0 0,-1 1 0,1 0 0,0-1 0,2 0 0,21-9 0,-18 8 0,39-15 0,1 2 0,1 2 0,0 2 0,1 2 0,53-3 0,16-3 0,-18 2 0,271-6 0,-296 16 0,20-5 94,16 0-1553,-92 8-5367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45.4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14 24575,'-1'2'0,"1"-1"0,-1 1 0,1 0 0,-1-1 0,1 1 0,-1 0 0,1-1 0,0 1 0,0 0 0,0 0 0,0-1 0,0 1 0,0 0 0,0 0 0,1 2 0,-1 0 0,2 36 0,0 20 0,11 67 0,-12-111 0,0 0 0,-1 25 0,-1-28 0,0-1 0,2 0 0,-1 1 0,6 21 0,-6-33 0,0-1 0,0 0 0,0 1 0,0-1 0,0 0 0,0 0 0,0 1 0,0-1 0,0 0 0,0 0 0,0 1 0,0-1 0,1 0 0,-1 0 0,0 1 0,0-1 0,0 0 0,0 0 0,1 1 0,-1-1 0,0 0 0,0 0 0,1 0 0,-1 0 0,0 1 0,0-1 0,1 0 0,-1 0 0,0 0 0,0 0 0,1 0 0,-1 0 0,0 0 0,1 0 0,-1 0 0,9-7 0,4-17 0,3-16-111,136-312-1143,-144 336-5572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46.5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1 24575,'-2'0'0,"1"0"0,-1 0 0,0 0 0,1 0 0,-1 1 0,0-1 0,0 1 0,1-1 0,-1 1 0,1 0 0,-1-1 0,1 1 0,-1 0 0,1 0 0,-1 0 0,1 0 0,0 1 0,-1-1 0,0 2 0,0 0 0,0 0 0,0 0 0,0 0 0,0 1 0,1-1 0,-1 1 0,1-1 0,-1 7 0,-1 7 0,2-1 0,0 1 0,1 20 0,0-24 0,-1 18 0,0-21 0,1 0 0,0 0 0,0 0 0,1 0 0,0 0 0,5 18 0,-6-27 0,0 0 0,1 0 0,-1 0 0,0 0 0,1 0 0,-1-1 0,1 1 0,-1 0 0,1 0 0,-1 0 0,1 0 0,0-1 0,-1 1 0,1 0 0,0-1 0,0 1 0,-1 0 0,1-1 0,0 1 0,0-1 0,0 1 0,0-1 0,0 0 0,0 1 0,0-1 0,0 0 0,0 0 0,0 1 0,0-1 0,0 0 0,0 0 0,0 0 0,0 0 0,0-1 0,0 1 0,0 0 0,0 0 0,0 0 0,1-1 0,0 0 0,0-1 0,0 1 0,0 0 0,0-1 0,0 1 0,0-1 0,-1 0 0,1 1 0,0-1 0,-1 0 0,0 0 0,1 0 0,-1 0 0,0 0 0,1-3 0,11-28 0,-1 3 0,-2-1 0,9-37 0,-19 38-1365,-3 16-5461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54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0 473 24575,'1'0'0,"1"1"0,-1-1 0,0 1 0,1-1 0,-1 1 0,0 0 0,0 0 0,1-1 0,-1 1 0,0 0 0,0 0 0,0 0 0,0 1 0,0-1 0,-1 0 0,1 0 0,0 0 0,0 1 0,-1-1 0,1 0 0,-1 1 0,1-1 0,-1 0 0,1 3 0,8 34 0,-7 24 0,-3-51 0,1 0 0,0 0 0,1 0 0,0-1 0,1 1 0,0 0 0,1 0 0,5 12 0,-8-21 0,1-1 0,-1 1 0,1-1 0,0 0 0,0 1 0,-1-1 0,1 0 0,0 0 0,0 0 0,0 0 0,1 0 0,-1 0 0,0 0 0,0 0 0,0 0 0,1 0 0,1 0 0,-2 0 0,0-1 0,0 0 0,0 0 0,0 0 0,0 0 0,0 0 0,0 0 0,0 0 0,0-1 0,0 1 0,0 0 0,0-1 0,0 1 0,0 0 0,0-1 0,0 1 0,0-1 0,0 1 0,1-2 0,1-1 0,1-1 0,-1 1 0,0-1 0,0 0 0,-1 0 0,1 0 0,-1 0 0,1 0 0,1-7 0,8-28 0,14-79 0,-12 43 0,10-72 0,-8 36 0,-14 91 38,0-1 0,-1-25 1,-2 27-533,2 1 1,4-34 0,-1 37-6333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55.1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 24575,'1'129'0,"2"-10"0,-21 178 0,11-250 0,2-13 0,0-1 0,2 37 0,3-62 0,3 42 0,-2-48 0,-1 0 0,0 0 0,1-1 0,-1 1 0,1 0 0,-1-1 0,1 1 0,0-1 0,-1 1 0,1-1 0,0 1 0,0-1 0,0 0 0,0 1 0,1-1 0,-1 0 0,0 0 0,0 0 0,1 0 0,-1 0 0,1 0 0,-1 0 0,1 0 0,2 1 0,-3-3 0,0 1 0,0 0 0,0 0 0,0-1 0,0 1 0,0 0 0,0-1 0,-1 1 0,1-1 0,0 1 0,0-1 0,0 1 0,-1-1 0,1 0 0,0 1 0,-1-1 0,1 0 0,0 0 0,-1 0 0,1 1 0,-1-1 0,0 0 0,1 0 0,-1 0 0,0 0 0,1 0 0,-1 0 0,0 0 0,0 0 0,0 0 0,0 1 0,0-1 0,0-2 0,4-38 0,-4 38 0,-1-142 0,2 140-124,0 0 0,0 0 0,1 0 0,0 1 0,0-1 0,0 1-1,0-1 1,1 1 0,0 0 0,3-4 0,3-4-6702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56.6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 24575,'-3'5'0,"1"-1"0,-1 1 0,1 0 0,0 0 0,0 0 0,1 1 0,-1-1 0,1 0 0,0 1 0,1-1 0,-1 10 0,-3 14 0,0-7 0,1 0 0,0-1 0,2 1 0,0 0 0,4 24 0,-4-45 0,1 0 0,1 0 0,-1 1 0,0-1 0,0 0 0,0 1 0,1-1 0,-1 0 0,1 0 0,-1 0 0,1 1 0,-1-1 0,1 0 0,0 0 0,-1 0 0,1 0 0,0 0 0,0 0 0,0 0 0,0 0 0,0 0 0,0-1 0,0 1 0,0 0 0,0 0 0,0-1 0,0 1 0,1-1 0,-1 1 0,0-1 0,0 0 0,0 1 0,1-1 0,-1 0 0,0 0 0,1 0 0,-1 0 0,0 0 0,1 0 0,-1 0 0,0 0 0,0-1 0,1 1 0,-1 0 0,0-1 0,0 1 0,0-1 0,1 0 0,-1 1 0,0-1 0,0 0 0,0 1 0,0-1 0,0 0 0,0 0 0,0 0 0,-1 0 0,1 0 0,0 0 0,0 0 0,-1 0 0,1-1 0,-1 1 0,1 0 0,0-1 0,6-15 0,-2 0 0,1 0 0,-2-1 0,0 1 0,1-23 0,-2 19 0,0 0 0,2 1 0,7-22 0,-12 42 0,0 0 0,0 0 0,0 0 0,0 0 0,0 0 0,0 0 0,0 1 0,0-1 0,0 0 0,0 0 0,0 0 0,0 0 0,0 0 0,1 0 0,-1 0 0,0 0 0,0 0 0,0 0 0,0 0 0,0 0 0,0 0 0,0 0 0,0 0 0,0 0 0,0 0 0,0 0 0,0 0 0,0 0 0,1 0 0,-1 0 0,0 0 0,0 0 0,0 0 0,0 0 0,0 0 0,0 0 0,0 0 0,0 0 0,0 0 0,0 0 0,0 0 0,0 0 0,0 0 0,0 0 0,1 0 0,-1-1 0,0 1 0,0 0 0,0 0 0,0 0 0,0 0 0,0 0 0,0 0 0,0 0 0,0 0 0,0 0 0,0 0 0,0 0 0,0 0 0,0 0 0,0-1 0,2 12 0,0 14 0,-2-4 24,1 0 0,1 0 0,0 0 0,9 30 0,-10-46-41,1-1 0,-1 1 1,1-1-1,1 1 0,-1-1 0,1 1 1,-1-1-1,1 0 0,0 0 0,1-1 1,3 4-1,-5-5-47,1 0 0,-1 0-1,1-1 1,0 1 0,0-1 0,0 0 0,-1 0-1,1 0 1,0 0 0,0-1 0,1 1 0,-1-1-1,0 0 1,0 1 0,0-1 0,0-1 0,0 1-1,0 0 1,4-2 0,6-2-6762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6:57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50 174 24575,'8'1'0,"-1"-2"0,0 1 0,0-1 0,1 0 0,-1-1 0,0 1 0,0-2 0,0 1 0,9-5 0,-13 6 0,-1-1 0,1 0 0,0 0 0,0 0 0,-1-1 0,1 1 0,-1 0 0,0-1 0,0 0 0,0 1 0,0-1 0,0 0 0,-1 0 0,1 0 0,-1 0 0,0 0 0,0-1 0,0 1 0,0 0 0,0-1 0,-1 1 0,1-4 0,-1 2 0,0 0 0,0 1 0,0-1 0,-1 1 0,1-1 0,-1 1 0,0-1 0,-1 1 0,1-1 0,-1 1 0,0 0 0,0-1 0,-4-5 0,5 8 0,-1 0 0,1 1 0,-1-1 0,0 0 0,0 1 0,1 0 0,-1-1 0,0 1 0,0 0 0,-1 0 0,1 0 0,0 0 0,0 0 0,0 0 0,-1 1 0,1-1 0,0 1 0,0 0 0,-1 0 0,1-1 0,0 1 0,-1 1 0,1-1 0,0 0 0,-1 1 0,1-1 0,0 1 0,0-1 0,-3 2 0,1 0 0,1 0 0,0 0 0,0 0 0,-1 1 0,1-1 0,1 1 0,-1 0 0,0-1 0,1 1 0,-1 1 0,1-1 0,0 0 0,0 0 0,0 1 0,0-1 0,1 1 0,-2 4 0,-4 12 0,-7 38 0,12-47 0,-4 13 0,2-12 0,1-1 0,1 1 0,0 0 0,0 13 0,2-22 0,0-1 0,0 1 0,1 0 0,-1-1 0,1 1 0,-1 0 0,1-1 0,0 1 0,0-1 0,0 1 0,0-1 0,0 0 0,1 1 0,-1-1 0,1 0 0,-1 0 0,1 0 0,0 0 0,0 0 0,0 0 0,0-1 0,0 1 0,4 2 0,4 1 15,1-1 0,0 0 0,0 0 0,0-1 0,0 0 0,0-1 0,24 1 0,-28-2-114,0-1 0,0 0 0,0 0 0,0-1 0,0 0 0,0 0 0,0 0 0,0-1 0,0-1 0,-1 1 0,1-1 0,-1 0 0,1 0 0,5-5 0,-1-2-6727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05.1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24575,'0'3'0,"0"6"0,0 9 0,0 5 0,0 3 0,0 2 0,0 0 0,0-3 0,0 1 0,0-2 0,0-1 0,3 0 0,1 0 0,-1-1 0,0-2 0,-1-4-8191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06.3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24575,'4'2'0,"-1"0"0,0 0 0,1 0 0,-1 0 0,0 1 0,0 0 0,0-1 0,0 1 0,0 0 0,3 6 0,-1-3 0,10 10 0,-2-4 0,-2 1 0,0 0 0,0 0 0,14 27 0,-23-38 0,-1 1 0,0 0 0,1 0 0,-1-1 0,0 1 0,0 0 0,-1 0 0,1 0 0,-1 0 0,1 1 0,-1-1 0,0 0 0,0 0 0,0 0 0,-1 0 0,1 0 0,-1 0 0,1 0 0,-1 0 0,0 0 0,0 0 0,-1 0 0,1 0 0,-1-1 0,1 1 0,-1-1 0,0 1 0,0-1 0,0 1 0,0-1 0,0 0 0,-5 4 0,-5 1-1365,1-2-5461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08.0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24575,'1'1'0,"0"-1"0,0 1 0,0 0 0,0-1 0,0 1 0,0 0 0,0 0 0,-1 0 0,1 0 0,0-1 0,0 1 0,-1 0 0,1 0 0,-1 1 0,1-1 0,-1 0 0,1 0 0,-1 0 0,1 0 0,-1 0 0,0 0 0,0 1 0,0-1 0,0 0 0,0 0 0,0 2 0,2 35 0,-10 23 0,5-45 0,1 0 0,0 1 0,1 21 0,2-33 0,0 1 0,-1 0 0,2-1 0,-1 1 0,1-1 0,-1 0 0,2 1 0,-1-1 0,0 0 0,1 0 0,0 0 0,0-1 0,7 8 0,-5-7 14,0 0-1,0 0 0,0-1 0,1 0 1,-1 0-1,1-1 0,0 1 1,12 4-1,-15-7-91,0 0 0,1 0 0,-1 0-1,1 0 1,-1-1 0,0 1 0,1-1 0,-1 0 0,1 0-1,-1 0 1,1-1 0,-1 1 0,1-1 0,-1 0 0,1 0-1,-1 0 1,0 0 0,6-3 0,2-4-6748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08.7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24575,'3'0'0,"4"0"0,3 3 0,4 1 0,1 0 0,-1-1-8191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09.5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 24575,'3'0'0,"4"0"0,6 0 0,1-3 0,5-1 0,0-2 0,2-1 0,-2 1 0,-2 2-8191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0.1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24575,'0'3'0,"0"3"0,0 5 0,0 2 0,0 5 0,0 3 0,0 3 0,0 3 0,0 3 0,0 0 0,0-1 0,-3-1 0,-1-3 0,0-3 0,1-2 0,1-2 0,1-1 0,0-3-8191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1.1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24575,'6'0'0,"4"0"0,4 0 0,3 0 0,0 0 0,1 0 0,0 0 0,0 0 0,0 0 0,-1 0 0,1 0 0,-1 0 0,-3 0-8191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1.7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 24575,'-3'0'0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2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180 0 24575,'0'22'0,"-1"-1"0,-1 1 0,-1-1 0,-1 0 0,-1 0 0,-1 0 0,-1-1 0,-12 28 0,1-7-117,2-2-195,-2-1 0,-1 0 0,-25 35 0,27-49-6514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2.8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24575,'0'0'-8191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8.0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31 24575,'0'-3'0,"2"-3"0,5-5 0,1 1-8191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19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24575,'0'3'0,"0"9"0,0 12 0,0 4 0,0 7 0,0-1 0,0 0 0,0 1 0,2-1 0,2-3 0,0-1 0,2 0 0,-6-5 0,-3-12 0,0-12 0,-1-8 0,1-9 0,1-2-8191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28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24575,'35'26'0,"-1"3"0,-1 0 0,39 47 0,-37-38 0,1-2 0,43 33 0,-64-56-103,-13-10 131,1-1 1,0 1-1,0-1 0,0 0 0,0 1 1,0-2-1,5 4 0,-8-5-43,1 0 0,-1 0 0,1 0 0,-1 0 0,1 0-1,-1 0 1,1 0 0,-1 0 0,1 0 0,-1 0 0,1 0 0,-1 0-1,1 0 1,-1 0 0,1 0 0,-1-1 0,1 1 0,-1 0 0,0 0 0,1-1-1,-1 1 1,1 0 0,0-1 0,7-17-1110,-5-1-5701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29.7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24575,'2'41'0,"2"-1"0,9 40 0,-1-9 0,-7-36 0,2 11 0,2 76 0,-10-44-1365,1-57-5461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31.7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72 24575,'1'6'0,"-1"-1"0,1 1 0,1-1 0,-1 0 0,1 0 0,0 1 0,0-1 0,0 0 0,1-1 0,-1 1 0,5 5 0,-3-5 0,0 1 0,-1 0 0,0 0 0,0 1 0,-1-1 0,4 12 0,-5-14 0,0 1 0,0 0 0,1-1 0,0 1 0,0-1 0,0 1 0,1-1 0,-1 0 0,1 0 0,0 0 0,0 0 0,0 0 0,1-1 0,-1 0 0,9 6 0,-10-8 0,0 1 0,0-1 0,0 0 0,0 0 0,0-1 0,0 1 0,0 0 0,0-1 0,1 1 0,-1-1 0,0 0 0,0 0 0,1 0 0,-1 0 0,0 0 0,1 0 0,-1 0 0,0-1 0,0 1 0,1-1 0,-1 0 0,0 0 0,0 0 0,0 0 0,0 0 0,0 0 0,0 0 0,0-1 0,-1 1 0,1 0 0,0-1 0,-1 0 0,1 1 0,-1-1 0,3-4 0,-1 1 0,0-1 0,0 0 0,-1 0 0,1 0 0,-2 0 0,1 0 0,0 0 0,-1-1 0,0 1 0,-1 0 0,0-13 0,0-9 0,-6-34 0,6 61 0,-1-2 0,1 0 0,0 0 0,-1 0 0,1 0 0,-1 0 0,0 0 0,0 0 0,0 0 0,0 0 0,-1 1 0,1-1 0,-1 1 0,0-1 0,0 1 0,0-1 0,0 1 0,0 0 0,0 0 0,0 0 0,-1 0 0,1 0 0,-1 1 0,-3-3 0,-1 2 0,0 0 0,1 1 0,-1-1 0,0 2 0,0-1 0,0 1 0,1 0 0,-1 0 0,-10 2 0,14-1-80,0-1 0,1 0-1,-1 1 1,0 0 0,1 0-1,-1-1 1,1 1 0,-1 1-1,1-1 1,0 0 0,0 1 0,-1-1-1,1 1 1,0 0 0,0-1-1,-1 3 1,-5 7-6746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33.7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98 24575,'3'0'0,"0"0"0,-1 1 0,1-1 0,-1 0 0,1 1 0,0 0 0,-1 0 0,1-1 0,-1 2 0,0-1 0,1 0 0,-1 0 0,0 1 0,1-1 0,-1 1 0,0 0 0,2 2 0,2 3 0,-1 0 0,0 1 0,8 14 0,-10-17 0,-1 0 0,1 0 0,0 0 0,0 0 0,0 0 0,1-1 0,0 0 0,0 0 0,0 0 0,8 6 0,-12-10 0,1 0 0,0 1 0,0-1 0,0 0 0,0 0 0,0 0 0,0 0 0,-1 0 0,1 0 0,0 0 0,0 0 0,0 0 0,0-1 0,0 1 0,0 0 0,-1 0 0,1-1 0,0 1 0,0 0 0,0-1 0,-1 1 0,1-1 0,0 1 0,0-1 0,-1 0 0,1 1 0,-1-1 0,1 0 0,0 1 0,-1-1 0,1 0 0,-1 0 0,0 1 0,1-1 0,-1 0 0,0 0 0,1 0 0,-1 0 0,0-1 0,14-45 0,-11 33 0,3-7 0,8-24 0,-14 43 0,1 0 0,1-1 0,-1 1 0,0 0 0,0 0 0,1 0 0,-1 0 0,1 0 0,0 0 0,-1 1 0,1-1 0,0 0 0,0 1 0,0 0 0,3-2 0,-4 3 0,0-1 0,0 1 0,0 0 0,0 0 0,1 0 0,-1 0 0,0 0 0,0 0 0,0 0 0,0 1 0,0-1 0,0 0 0,0 1 0,0-1 0,1 1 0,-1-1 0,0 1 0,-1-1 0,1 1 0,0 0 0,0-1 0,0 1 0,0 0 0,0 0 0,-1 0 0,1-1 0,0 1 0,-1 0 0,1 0 0,0 0 0,-1 0 0,0 0 0,1 0 0,0 2 0,14 40 0,-14-39 0,6 39 0,-6-36 0,0 1 0,0 0 0,1 0 0,0 0 0,5 12 0,-4-20 0,-1-7 0,0-8 0,0-143 0,-2 157 0,0-1 0,0 1 0,0-1 0,0 1 0,0 0 0,1-1 0,-1 1 0,0-1 0,1 1 0,-1 0 0,1-1 0,0 1 0,-1 0 0,1 0 0,0 0 0,0-1 0,0 1 0,0 0 0,0 0 0,2-1 0,-2 1 0,0 1 0,0-1 0,1 1 0,-1 0 0,0 0 0,0-1 0,1 1 0,-1 0 0,0 0 0,1 0 0,-1 0 0,0 1 0,0-1 0,1 0 0,-1 0 0,0 1 0,0-1 0,2 2 0,2 0 0,-1 1 0,1-1 0,-1 1 0,0 0 0,1 1 0,-2-1 0,1 1 0,0 0 0,-1-1 0,4 7 0,5 12-62,-1 0-1,9 29 1,-10-25-1116,-3-11-5648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34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1 151 24575,'0'-12'0,"1"0"0,0 0 0,1 0 0,0 0 0,1 0 0,5-12 0,-7 21 0,0 0 0,0 0 0,0 0 0,0 0 0,1 1 0,-1-1 0,1 0 0,0 1 0,-1-1 0,1 1 0,0 0 0,1-1 0,-1 1 0,0 0 0,1 0 0,-1 1 0,1-1 0,-1 0 0,1 1 0,0 0 0,0-1 0,0 1 0,-1 0 0,1 0 0,0 1 0,0-1 0,0 1 0,6-1 0,-7 2 0,-1-1 0,1 1 0,-1-1 0,1 1 0,-1 0 0,1 0 0,-1 0 0,1 0 0,-1 0 0,1 0 0,-1 0 0,0 0 0,0 0 0,0 1 0,0-1 0,0 0 0,0 1 0,0-1 0,0 1 0,0-1 0,0 1 0,-1 0 0,1-1 0,-1 1 0,1 0 0,-1-1 0,0 4 0,5 51 0,-4-50 0,-3 85-1365,1-72-5461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7:36.3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37 135 24575,'2'0'0,"-1"0"0,1-1 0,-1 1 0,0-1 0,1 1 0,-1-1 0,0 1 0,0-1 0,0 0 0,1 0 0,-1 0 0,0 1 0,0-1 0,0 0 0,0 0 0,0-1 0,0 1 0,-1 0 0,1 0 0,0 0 0,-1-1 0,1 1 0,0 0 0,-1 0 0,0-1 0,1 1 0,-1-1 0,0 0 0,7-43 0,-7 43 0,1-2 0,-1-1 0,-1 1 0,1 0 0,0 0 0,-1 0 0,0 0 0,0 0 0,0 0 0,-2-4 0,2 7 0,1 0 0,-1 0 0,1 0 0,-1 0 0,1 1 0,-1-1 0,1 0 0,-1 0 0,0 1 0,0-1 0,1 0 0,-1 1 0,0-1 0,0 0 0,0 1 0,1-1 0,-1 1 0,0 0 0,0-1 0,0 1 0,0 0 0,0 0 0,0-1 0,0 1 0,0 0 0,0 0 0,0 0 0,0 0 0,0 0 0,0 0 0,0 0 0,0 1 0,0-1 0,0 0 0,0 0 0,0 1 0,1-1 0,-1 1 0,0-1 0,0 1 0,0-1 0,0 1 0,-1 1 0,0-1 0,0 2 0,0-1 0,0 0 0,0 0 0,0 1 0,0-1 0,1 1 0,-1-1 0,1 1 0,0 0 0,-1-1 0,1 1 0,1 0 0,-1 0 0,0 0 0,1 0 0,-1 6 0,1 57 0,1-45 0,-2 12-111,1-15 191,0 0-1,3 28 0,-3-43-154,1 0 1,-1 1-1,1-1 1,0 0-1,0 0 0,0 0 1,0 0-1,1 0 1,-1 0-1,1 0 0,0 0 1,0-1-1,0 1 1,0-1-1,0 1 0,0-1 1,1 0-1,-1 1 1,6 2-1,8 1-6751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9:51.8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24575,'0'3'0,"0"7"0,0 4 0,0 6 0,0 5 0,0 1 0,0 2 0,0 0 0,0-3 0,0-3 0,0-2 0,0-1 0,0-1 0,0-2 0,0 1 0,0-9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09:52.8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24575,'61'-1'0,"-33"-1"0,1 2 0,-1 1 0,56 8 0,-80-7 0,-1-1 0,1 0 0,-1 1 0,1-1 0,-1 1 0,0 0 0,0 0 0,0 0 0,0 0 0,0 1 0,-1-1 0,1 1 0,-1 0 0,1 0 0,-1 0 0,0 0 0,0 0 0,0 0 0,-1 0 0,1 1 0,-1-1 0,0 1 0,0-1 0,0 1 0,0-1 0,0 1 0,-1 4 0,1 5 0,0 1 0,-1 0 0,-1 0 0,0-1 0,0 1 0,-5 15 0,5-23-45,-1-1-1,1 1 1,-1-1-1,0 1 1,0-1-1,-1 0 1,1 1-1,-1-1 1,-1 0-1,1-1 1,0 1-1,-1-1 1,0 1-1,0-1 1,-1 0-1,1-1 1,-1 1-1,0-1 1,0 0-1,0 0 1,0 0-1,0-1 1,0 0-1,-1 0 0,1 0 1,-1 0-1,0-1 1,0 0-1,-10 0 1,-2 0-6781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1.9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 8 24575,'-2'0'0,"0"1"0,0-1 0,-1 0 0,1 1 0,0 0 0,0-1 0,-1 1 0,1 0 0,0 0 0,0 0 0,0 0 0,0 1 0,0-1 0,0 1 0,1-1 0,-1 1 0,0-1 0,1 1 0,-1 0 0,1 0 0,0 0 0,-1 0 0,1 0 0,0 0 0,0 0 0,-1 4 0,-2 7 0,0 1 0,0 0 0,-2 21 0,0 1 0,1-18 0,1 0 0,1 0 0,1 1 0,1-1 0,1 1 0,0-1 0,1 0 0,1 1 0,6 25 0,-7-41 0,0 0 0,0-1 0,0 1 0,0 0 0,0-1 0,1 1 0,-1-1 0,1 0 0,0 1 0,0-1 0,0 0 0,0 0 0,0 0 0,0-1 0,0 1 0,1 0 0,-1-1 0,1 1 0,-1-1 0,1 0 0,-1 0 0,1 0 0,0 0 0,0 0 0,-1-1 0,1 1 0,0-1 0,0 0 0,0 0 0,0 0 0,3 0 0,-2-1 0,0 0 0,-1 1 0,1-1 0,0-1 0,0 1 0,0 0 0,-1-1 0,1 0 0,-1 0 0,1 0 0,-1 0 0,0-1 0,0 1 0,0-1 0,0 0 0,0 0 0,-1 0 0,1 0 0,-1 0 0,0-1 0,3-5 0,0-3 0,-1 0 0,-1 0 0,0 0 0,-1-1 0,0 1 0,0-16 0,-2-2 0,-4-43 0,2 60 0,-1 1 0,-1 0 0,0 0 0,0 0 0,-7-13 0,-9-24 0,15 35-1365,0 3-5461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3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24575,'-1'78'0,"2"81"0,-1-157 0,0 0 0,0 0 0,1 0 0,-1 0 0,0 0 0,1 0 0,0 0 0,-1-1 0,1 1 0,0 0 0,0 0 0,1 2 0,-1-4 0,-1 0 0,0 0 0,0 0 0,0 0 0,0 1 0,1-1 0,-1 0 0,0 0 0,0 0 0,0 0 0,1 0 0,-1 0 0,0 0 0,0 0 0,0 0 0,1 0 0,-1 0 0,0 0 0,0 0 0,0 0 0,1 0 0,-1 0 0,0 0 0,0 0 0,0 0 0,1 0 0,-1 0 0,0 0 0,0 0 0,0 0 0,1-1 0,-1 1 0,0 0 0,0 0 0,0 0 0,1 0 0,6-16 0,50-177 0,-56 191 0,-1-1 0,1 1 0,0 0 0,-1 0 0,1-1 0,0 1 0,1 0 0,-1 0 0,0 0 0,1 0 0,-1 0 0,1 1 0,-1-1 0,1 0 0,0 1 0,-1-1 0,1 1 0,0 0 0,0-1 0,0 1 0,0 0 0,1 0 0,-1 0 0,0 1 0,0-1 0,1 0 0,-1 1 0,0 0 0,1-1 0,-1 1 0,0 0 0,1 0 0,-1 0 0,0 1 0,4 0 0,-1 0 0,-1 0 0,1 0 0,-1 1 0,0 0 0,0 0 0,0 0 0,0 1 0,0-1 0,0 1 0,0 0 0,-1 0 0,0 0 0,1 0 0,-1 1 0,0-1 0,-1 1 0,4 6 0,1 7 0,-1 0 0,0 1 0,-2 0 0,0 0 0,-1 0 0,-1 0 0,0 27 0,5 32 0,-6-67-117,0-3 167,0 1 0,0-1 0,1 0 1,3 9-1,-5-15-78,0-1-1,0 1 1,1 0 0,-1-1 0,0 1-1,1-1 1,-1 1 0,1 0-1,-1-1 1,0 1 0,1-1 0,-1 1-1,1-1 1,-1 1 0,1-1-1,0 0 1,-1 1 0,1-1 0,-1 0-1,1 1 1,0-1 0,-1 0-1,1 0 1,0 1 0,-1-1 0,1 0-1,0 0 1,-1 0 0,1 0-1,0 0 1,0 0 0,-1 0 0,1 0-1,0 0 1,-1-1 0,1 1-1,0 0 1,-1 0 0,1 0 0,0-1-1,-1 1 1,1 0 0,-1-1-1,1 1 1,-1-1 0,1 1 0,0-1-1,-1 1 1,0-1 0,1 1 0,-1-1-1,1 0 1,14-15-6798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4.2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24575,'-1'66'0,"2"105"0,-1-169 0,0 0 0,0 0 0,0 1 0,0-1 0,1 0 0,-1 0 0,1 0 0,-1 0 0,1 1 0,0-1 0,0 0 0,0 0 0,0 0 0,0 0 0,0 0 0,0-1 0,1 1 0,-1 0 0,1-1 0,-1 1 0,1-1 0,0 1 0,-1-1 0,1 0 0,0 1 0,0-1 0,0 0 0,0 0 0,0-1 0,0 1 0,0 0 0,1-1 0,-1 1 0,0-1 0,0 1 0,0-1 0,1 0 0,-1 0 0,0 0 0,0-1 0,1 1 0,-1 0 0,0-1 0,0 1 0,0-1 0,0 0 0,0 0 0,0 0 0,0 0 0,0 0 0,0 0 0,0 0 0,0-1 0,-1 1 0,1-1 0,0 1 0,-1-1 0,2-2 0,2-3 0,0-1 0,0 1 0,-1-1 0,0 0 0,0 0 0,-1 0 0,0-1 0,0 1 0,-1-1 0,0 0 0,-1 1 0,0-1 0,0-13 0,0 9 0,1-1 0,0 0 0,1 1 0,5-16 0,-8 29 0,0 0 0,0 0 0,0-1 0,0 1 0,0 0 0,0 0 0,0-1 0,0 1 0,0 0 0,0 0 0,0-1 0,0 1 0,0 0 0,0 0 0,0-1 0,1 1 0,-1 0 0,0 0 0,0 0 0,0-1 0,0 1 0,0 0 0,1 0 0,-1 0 0,0-1 0,0 1 0,0 0 0,0 0 0,1 0 0,-1 0 0,0-1 0,0 1 0,1 0 0,-1 0 0,0 0 0,0 0 0,1 0 0,-1 0 0,0 0 0,0 0 0,1 0 0,-1 0 0,0 0 0,0 0 0,1 0 0,-1 0 0,0 0 0,0 0 0,1 0 0,-1 0 0,5 17 0,0 26 0,-5 180 0,0-217 17,1 0 0,-1 0 1,1-1-1,0 1 0,1 0 0,1 5 0,-2-9-74,-1-1 0,1 1 0,0-1 0,0 1-1,0-1 1,0 0 0,0 1 0,0-1 0,0 0 0,0 0 0,0 0 0,0 1-1,1-1 1,-1-1 0,1 1 0,-1 0 0,0 0 0,1 0 0,-1-1 0,1 1 0,0-1-1,-1 1 1,1-1 0,-1 0 0,4 1 0,10-2-6769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5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24575,'0'10'0,"0"97"0,16 126 0,-15-227 0,-1-1 0,1 0 0,0 0 0,1 0 0,-1 0 0,1 0 0,0-1 0,0 1 0,1 0 0,0-1 0,-1 1 0,1-1 0,1 0 0,-1 0 0,0 0 0,1-1 0,0 1 0,0-1 0,0 0 0,0 0 0,1 0 0,-1-1 0,1 1 0,0-1 0,0 0 0,-1 0 0,1-1 0,0 0 0,0 1 0,1-2 0,-1 1 0,0-1 0,0 1 0,0-1 0,0-1 0,1 1 0,-1-1 0,0 0 0,5-2 0,-8 3-49,0-1 1,0 0-1,0 0 0,0 0 0,-1 0 1,1 0-1,0 0 0,-1 0 0,1-1 1,-1 1-1,1-1 0,-1 1 0,0-1 1,1 0-1,-1 1 0,0-1 0,0 0 1,0 0-1,-1 0 0,1 0 0,0 1 1,-1-1-1,1 0 0,-1 0 0,0 0 0,1-1 1,-1-3-1,-2-8-6777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5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24575,'2'0'0,"5"0"0,3 0 0,7 0 0,2 0 0,1 0 0,1 0 0,-2 0 0,-3 0-8191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7.0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213 18 24575,'-3'-2'0,"0"0"0,0 0 0,0 0 0,0 1 0,0-1 0,0 1 0,-1 0 0,1-1 0,-1 2 0,1-1 0,-1 0 0,1 1 0,-1-1 0,1 1 0,-6 1 0,-2-1 0,1 1 0,-1 0 0,-19 6 0,23-5 0,-2 0 0,0 1 0,0 0 0,0 1 0,1 0 0,-10 5 0,17-8 0,-1 0 0,0 0 0,1 1 0,-1-1 0,0 0 0,1 1 0,0 0 0,-1-1 0,1 1 0,0 0 0,0-1 0,0 1 0,0 0 0,0 0 0,0 0 0,1 0 0,-1 0 0,1 0 0,-1 0 0,1 0 0,0 0 0,0 0 0,0 1 0,0-1 0,0 0 0,0 0 0,1 0 0,0 3 0,1 3 0,1 0 0,0-1 0,0 1 0,1-1 0,0 0 0,0 0 0,1-1 0,0 1 0,0-1 0,0 0 0,1 0 0,0-1 0,0 1 0,1-1 0,-1-1 0,1 1 0,0-1 0,0-1 0,1 1 0,-1-1 0,1 0 0,-1-1 0,1 1 0,0-2 0,0 1 0,0-1 0,0 0 0,0-1 0,0 0 0,0 0 0,0-1 0,0 0 0,16-4 0,10-13-1365,-19 7-5461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18.0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24575,'-1'81'0,"2"89"0,-1-167 0,3 26 0,-3-28 0,1 0 0,-1 0 0,0 0 0,0 1 0,1-1 0,-1 0 0,1 0 0,-1 0 0,1 0 0,-1 0 0,1 0 0,0 0 0,-1 0 0,1 0 0,0 0 0,0 0 0,0-1 0,0 1 0,0 0 0,1 0 0,-2-1 0,1 0 0,-1 0 0,1 0 0,-1 0 0,1 0 0,-1-1 0,1 1 0,-1 0 0,1 0 0,-1 0 0,1-1 0,-1 1 0,1 0 0,-1-1 0,1 1 0,-1 0 0,0-1 0,1 1 0,-1-1 0,0 1 0,1-1 0,-1 1 0,0-1 0,1 1 0,-1-1 0,0 1 0,0-1 0,0 1 0,0-1 0,0 1 0,1-2 0,5-24 0,-4 19 0,0 2 0,-1 0 0,1 1 0,0-1 0,0 1 0,0-1 0,1 1 0,0 0 0,-1 0 0,1 0 0,1 1 0,-1-1 0,1 1 0,3-4 0,-5 6 0,0 0 0,0-1 0,0 2 0,0-1 0,1 0 0,-1 0 0,0 0 0,0 1 0,0 0 0,1-1 0,-1 1 0,0 0 0,0 0 0,1 0 0,-1 0 0,0 0 0,1 1 0,-1-1 0,0 1 0,0-1 0,0 1 0,0 0 0,0 0 0,1 0 0,-1 0 0,-1 0 0,1 1 0,0-1 0,0 0 0,2 3 0,2 2 0,-1 0 0,0 0 0,0 1 0,0-1 0,-1 1 0,0 0 0,0 0 0,-1 0 0,1 1 0,-2-1 0,1 1 0,-1 0 0,2 13 0,4 11 0,-8-30-50,1 1-1,0-1 1,0 0-1,0 0 0,0 1 1,0-1-1,0 0 1,0 0-1,1 0 1,-1 0-1,1 0 0,0-1 1,-1 1-1,1 0 1,0-1-1,0 1 1,0-1-1,0 0 0,0 1 1,0-1-1,1 0 1,-1 0-1,0-1 1,0 1-1,1 0 1,2 0-1,12 1-6775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20.4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71 24575,'-2'0'0,"0"0"0,0 0 0,0 0 0,0 0 0,0 0 0,0 1 0,0-1 0,0 0 0,1 1 0,-1 0 0,0-1 0,0 1 0,0 0 0,1 0 0,-1 0 0,0 0 0,1 0 0,-1 1 0,1-1 0,-3 3 0,2-1 0,1 0 0,-1 1 0,1-1 0,0 1 0,0-1 0,0 1 0,0 0 0,0-1 0,1 1 0,-1 4 0,0 3 0,1 1 0,0-1 0,0 0 0,1 1 0,1-1 0,-1 0 0,2 0 0,0 0 0,5 14 0,-6-22 0,0 1 0,0 0 0,0-1 0,0 0 0,0 1 0,1-1 0,-1 0 0,1 0 0,0-1 0,0 1 0,0 0 0,0-1 0,1 0 0,-1 0 0,1 0 0,-1 0 0,1 0 0,-1-1 0,1 0 0,0 0 0,0 0 0,0 0 0,0 0 0,0-1 0,0 1 0,0-1 0,0 0 0,0-1 0,5 0 0,-8 1 0,1 0 0,0 0 0,-1-1 0,1 1 0,0-1 0,-1 1 0,1-1 0,0 0 0,-1 1 0,1-1 0,-1 0 0,1 0 0,-1 0 0,0 0 0,1 0 0,-1 0 0,0-1 0,0 1 0,0 0 0,0-1 0,1-1 0,0 0 0,-1 0 0,0 0 0,0 0 0,-1 0 0,1 0 0,-1-1 0,1 1 0,-1 0 0,0 0 0,-1-6 0,0 0 0,0 0 0,-1 0 0,0 0 0,-1 1 0,0-1 0,-1 1 0,-5-12 0,-1 0 0,-1-1 0,9 22 0,4 13 0,1 0 0,0-1 0,1 0 0,0 1 0,1-2 0,0 1 0,1 0 0,1-1 0,8 13 0,-12-22 0,-1 0 0,0 0 0,0 0 0,1 0 0,0-1 0,0 1 0,-1-1 0,1 0 0,0 0 0,1 0 0,-1 0 0,0 0 0,1-1 0,-1 1 0,1-1 0,-1 0 0,1 0 0,0 0 0,-1-1 0,1 1 0,0-1 0,-1 0 0,1 0 0,0 0 0,0 0 0,-1-1 0,1 0 0,0 1 0,-1-1 0,1-1 0,-1 1 0,1 0 0,-1-1 0,0 0 0,4-2 0,-2 1 0,0-1 0,0 0 0,-1 0 0,1-1 0,-1 1 0,0-1 0,0 0 0,0 0 0,-1 0 0,0-1 0,0 1 0,0-1 0,0 1 0,-1-1 0,0 0 0,2-10 0,-1-4 0,0 1 0,0-1 0,-2-38 0,-1 53 0,-1 1 0,1-1 0,-1 1 0,0-1 0,0 1 0,0 0 0,-1-1 0,1 1 0,-1 0 0,0 0 0,-5-7 0,6 9 0,-1 0 0,1 0 0,-1 1 0,0-1 0,0 0 0,1 1 0,-1 0 0,0-1 0,0 1 0,0 0 0,-1 0 0,1 0 0,0 0 0,0 0 0,0 1 0,-1-1 0,1 1 0,0-1 0,-1 1 0,1 0 0,0 0 0,-1 0 0,1 0 0,-3 1 0,4-1 0,1 0 0,-1 0 0,1 0 0,-1 0 0,0 0 0,1 0 0,-1 0 0,1 0 0,-1 0 0,1 0 0,-1 1 0,1-1 0,-1 0 0,1 0 0,-1 1 0,1-1 0,-1 0 0,1 1 0,-1-1 0,1 0 0,-1 1 0,1-1 0,0 1 0,-1-1 0,1 1 0,8 8 0,23 4 0,-24-13 0,0 1 0,0-1 0,1-1 0,-1 1 0,0-1 0,0 0 0,0-1 0,-1 0 0,1 0 0,0 0 0,-1-1 0,1 0 0,7-5 0,-1 2 0,-12 5 0,0 1 0,-1-1 0,1 1 0,0 0 0,0 0 0,-1-1 0,1 1 0,0 0 0,0 0 0,0 0 0,-1 0 0,1 0 0,0 0 0,0 0 0,-1 0 0,1 0 0,0 0 0,0 0 0,0 0 0,-1 1 0,1-1 0,0 0 0,0 1 0,-1-1 0,1 0 0,0 1 0,1 1 0,-1-1 0,0 0 0,0 1 0,-1-1 0,1 1 0,0-1 0,0 1 0,-1-1 0,1 1 0,-1-1 0,1 1 0,-1 2 0,2 7 0,-1 0 0,-1 1 0,0 11 0,-1-13 0,-2 152-1365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21.4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24575,'3'3'0,"0"1"0,-1 0 0,1-1 0,-1 1 0,0 1 0,0-1 0,0 0 0,0 0 0,-1 1 0,2 6 0,5 50 0,-6-45 0,3 32 0,7 96 0,-12-136 0,0 1 0,1-1 0,1 1 0,0-1 0,0 0 0,0 1 0,1-1 0,0 0 0,1-1 0,-1 1 0,2 0 0,-1-1 0,1 0 0,0 0 0,7 7 0,-7-9 0,1 0 0,-1 0 0,1 0 0,-1-1 0,1 0 0,1 0 0,-1 0 0,0-1 0,1 0 0,0 0 0,0-1 0,0 0 0,0 0 0,0-1 0,0 0 0,0 0 0,0 0 0,10-1 0,-15 0-36,-1 0 0,1-1 0,-1 1 1,1-1-1,-1 1 0,1-1 0,-1 1 0,0-1 0,1 1 0,-1-1 0,0 0 0,0 0 0,1 0 0,-1 0 0,0 0 0,0 0 0,0 0 1,0 0-1,0 0 0,0-1 0,0 1 0,-1 0 0,1-1 0,0 1 0,-1 0 0,1-1 0,-1 1 0,1-1 0,-1 1 0,0-1 0,0 1 1,0-1-1,0 1 0,0-1 0,0 1 0,0-1 0,0-2 0,-2-16-6790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10:22.1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24575,'3'0'0,"7"0"0,4 0 0,3 0 0,1 0 0,4 0 0,0 0 0,0 0 0,-4 0-8191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9:21:02.2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24575,'0'2'0,"0"4"0,0 3 0,0 1 0,0 4 0,0 0 0,0 0 0,0-1 0,0-1 0,0 0 0,0-1 0,0 0 0,0 0 0,0-1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09:39.6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24575,'39'-2'0,"-26"1"0,0 0 0,26 3 0,-38-2 0,0 0 0,-1 0 0,1 0 0,0 0 0,0 0 0,0 1 0,-1-1 0,1 0 0,0 1 0,0-1 0,-1 1 0,1-1 0,0 1 0,-1-1 0,1 1 0,0-1 0,-1 1 0,1 0 0,-1-1 0,1 1 0,-1 0 0,1-1 0,-1 1 0,0 0 0,1 0 0,-1 0 0,1 0 0,-1 2 0,0-1 0,0 1 0,0-1 0,0 0 0,0 1 0,0-1 0,-1 0 0,1 1 0,-2 3 0,-2 5 0,0-1 0,-1 0 0,-6 10 0,-18 23 0,20-31 0,0 1 0,1 0 0,1 0 0,-12 28 0,19-40 0,0-1 0,1 0 0,-1 0 0,0 1 0,0-1 0,0 0 0,1 0 0,-1 0 0,0 1 0,0-1 0,0 0 0,1 0 0,-1 0 0,0 0 0,0 1 0,1-1 0,-1 0 0,0 0 0,1 0 0,-1 0 0,0 0 0,0 0 0,1 0 0,-1 0 0,0 0 0,1 0 0,-1 0 0,0 0 0,0 0 0,1 0 0,-1 0 0,0 0 0,1 0 0,-1 0 0,0 0 0,0 0 0,1-1 0,-1 1 0,0 0 0,0 0 0,1 0 0,-1 0 0,0-1 0,16-4 0,-11 3 0,3-2 0,1 0 0,0 1 0,0 0 0,0 1 0,13-2 0,-20 3 0,0 1 0,-1 0 0,1 0 0,0 0 0,-1 1 0,1-1 0,0 0 0,-1 1 0,1-1 0,0 1 0,-1-1 0,1 1 0,-1 0 0,1-1 0,-1 1 0,1 0 0,-1 0 0,0 0 0,1 0 0,-1 1 0,0-1 0,0 0 0,0 0 0,0 1 0,0-1 0,0 1 0,0-1 0,0 1 0,0-1 0,-1 1 0,1-1 0,-1 1 0,1 0 0,-1-1 0,0 1 0,1 2 0,0 4 0,-1 1 0,0-1 0,0 0 0,0 1 0,-1-1 0,0 0 0,-1 1 0,0-1 0,0 0 0,-1 0 0,0 0 0,-4 9 0,5-13 0,0-1 0,0 1 0,-1 0 0,1-1 0,-1 0 0,1 1 0,-1-1 0,0 0 0,0 0 0,0-1 0,-1 1 0,1-1 0,-1 1 0,1-1 0,-1 0 0,0 0 0,0-1 0,0 1 0,0-1 0,0 0 0,0 0 0,0 0 0,0-1 0,-1 1 0,1-1 0,-4 0 0,6-1-40,0 1 0,1-1 0,-1 1 0,1-1-1,-1 0 1,0 0 0,1 0 0,0 1 0,-1-1 0,1-1 0,0 1-1,-1 0 1,1 0 0,0 0 0,0-1 0,0 1 0,0 0-1,0-1 1,0 1 0,1-1 0,-1 0 0,0 1 0,1-1 0,-1 1-1,1-1 1,0 0 0,-1 1 0,1-1 0,0 0 0,0 1-1,0-1 1,0 0 0,1-1 0,-2-12-6786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09:41.0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21 24575,'5'-1'0,"-1"1"0,0-1 0,1 0 0,-1 0 0,0 0 0,0-1 0,5-2 0,24-5 0,-32 9 0,0 0 0,0 0 0,0 0 0,0 0 0,-1 1 0,1-1 0,0 0 0,0 1 0,0-1 0,-1 0 0,1 1 0,0-1 0,0 1 0,-1-1 0,1 1 0,0 0 0,-1-1 0,1 1 0,-1 0 0,1-1 0,-1 1 0,1 0 0,-1 0 0,0-1 0,1 1 0,-1 0 0,0 0 0,1 0 0,-1-1 0,0 1 0,0 0 0,0 0 0,0 0 0,0 0 0,0 0 0,0 0 0,0-1 0,0 1 0,0 0 0,-1 0 0,1 0 0,-1 1 0,-10 43 0,9-39 0,-7 20 0,6-19 0,0 0 0,0 1 0,1 0 0,0-1 0,0 9 0,2-16 0,-1 1 0,1-1 0,0 1 0,0 0 0,0-1 0,1 1 0,-1-1 0,0 1 0,0-1 0,0 1 0,0-1 0,0 1 0,1-1 0,-1 0 0,0 1 0,0-1 0,1 1 0,-1-1 0,0 1 0,1-1 0,-1 0 0,0 1 0,1-1 0,-1 0 0,0 1 0,1-1 0,-1 0 0,1 0 0,-1 1 0,1-1 0,-1 0 0,1 0 0,-1 0 0,1 1 0,-1-1 0,1 0 0,-1 0 0,1 0 0,27-3 0,-26 3 0,0-1 0,1 0 0,-1 1 0,0-1 0,0 1 0,0 0 0,1 0 0,-1 0 0,0 0 0,0 0 0,0 1 0,1-1 0,-1 0 0,0 1 0,0 0 0,4 1 0,-4 1 0,0 0 0,-1 0 0,1 1 0,-1-1 0,0 0 0,1 0 0,-2 1 0,1-1 0,0 1 0,-1-1 0,1 1 0,-1-1 0,0 4 0,-3 49 0,3-53 0,0 1 0,0-1 0,-1 1 0,1-1 0,-1 1 0,0-1 0,0 1 0,0-1 0,0 0 0,-1 1 0,1-1 0,-1 0 0,0 0 0,0 0 0,0 0 0,0-1 0,0 1 0,-1-1 0,1 1 0,-1-1 0,-5 4 0,3-4 0,-1 1 0,0-1 0,1 0 0,-1-1 0,0 0 0,0 1 0,0-2 0,0 1 0,0-1 0,0 0 0,-8-1 0,-28-4-1365,29 2-5461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09:43.1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 24575,'14'0'0,"5"1"0,-1-1 0,1-1 0,-1 0 0,1-2 0,35-9 0,-54 11 0,1 1 0,0-1 0,0 1 0,0-1 0,0 1 0,0 0 0,0-1 0,0 1 0,0 0 0,0 0 0,0 0 0,0 0 0,0-1 0,0 1 0,0 1 0,0-1 0,0 0 0,0 0 0,1 0 0,-1 1 0,0-1 0,-1 0 0,1 1 0,0-1 0,0 1 0,0-1 0,0 1 0,0-1 0,0 1 0,0 0 0,-1-1 0,1 1 0,0 0 0,-1 0 0,1 0 0,0-1 0,-1 1 0,1 1 0,0 2 0,0-1 0,-1 1 0,1 0 0,-1-1 0,0 1 0,0 0 0,-1-1 0,1 1 0,-1-1 0,0 5 0,-41 126-48,26-87-1269,10-29-5509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09:45.5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24575,'0'5'0,"0"4"0,0 2 0,0 5 0,0 2 0,0 0 0,0 0 0,0-4-8191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09:47.4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1 24575,'-2'0'0,"-2"2"0,1 6 0,1 4 0,0 2 0,1 4 0,-2 1 0,0-1 0,0 0 0,0-1 0,2-2 0,0 0 0,0 0 0,1-1 0,0-3-8191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09:49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24575,'0'5'0,"0"3"0,0 6 0,0 3 0,0 1 0,0 2 0,0 0 0,3-1 0,0-2 0,0 2 0,-1 2 0,0 0 0,1-1 0,1-4-8191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09:58.8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24575,'0'308'-1365,"0"-293"-5461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09:59.7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 24575,'-2'0'0,"-4"0"0,-2 0 0,-3 0 0,-2 0 0,1 2 0,3 4 0,6 0 0,2 2 0,5 2 0,1 1 0,2 2 0,3 1 0,2-3 0,3-7 0,2-9 0,-2-4-8191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00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24575,'0'2'0,"0"6"0,0 6 0,0 6 0,0 1 0,0 1 0,0 2 0,0 1 0,0-3 0,0-1 0,0-3 0,0-2 0,0-3-8191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04.4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24575,'4'0'0,"1"0"0,0 0 0,-1 0 0,1 1 0,0 0 0,-1 0 0,1 0 0,-1 1 0,1-1 0,-1 1 0,0 0 0,0 0 0,6 4 0,-7-3 0,0 0 0,0 0 0,-1 0 0,1 0 0,-1 0 0,0 0 0,0 1 0,0-1 0,-1 1 0,1 0 0,-1-1 0,0 1 0,1 0 0,-2 0 0,1 0 0,0 5 0,1 14 0,0 0 0,-2 0 0,-2 25 0,0-36 0,0 0 0,0-1 0,-1 1 0,0-1 0,-1 1 0,-1-1 0,-9 18 0,13-28 0,0 1 0,0-1 0,0 1 0,1-1 0,-1 1 0,0 0 0,1-1 0,-1 1 0,1 0 0,-1 0 0,1-1 0,0 1 0,-1 0 0,1 0 0,0 0 0,1 3 0,0-4 0,-1 0 0,1 0 0,0 0 0,0-1 0,0 1 0,0 0 0,0 0 0,0-1 0,0 1 0,0-1 0,0 1 0,0-1 0,1 1 0,-1-1 0,0 0 0,0 1 0,0-1 0,0 0 0,1 0 0,-1 0 0,0 0 0,0 0 0,1 0 0,-1 0 0,0 0 0,0-1 0,2 1 0,29-5 41,0-1 0,34-11 0,-33 8-785,62-10 0,-77 18-6082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05.6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56 24575,'2'-2'0,"0"-1"0,0 1 0,0 0 0,1 0 0,-1 0 0,1 0 0,-1 1 0,1-1 0,0 1 0,-1-1 0,1 1 0,0 0 0,4-1 0,-6 2 0,8-4 0,50-16 0,-54 18 0,0 1 0,0 0 0,0 0 0,0 0 0,0 1 0,0 0 0,0 0 0,0 0 0,6 1 0,-10-1 0,1 1 0,-1 0 0,0 0 0,1-1 0,-1 1 0,0 0 0,0 0 0,0 0 0,0 0 0,0 0 0,0 1 0,0-1 0,0 0 0,0 0 0,0 1 0,0-1 0,-1 0 0,1 1 0,-1-1 0,1 1 0,-1-1 0,1 1 0,-1-1 0,0 1 0,0 2 0,0 41 0,0-42 0,-34 221-1365,30-207-5461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1.8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 24575,'0'13'0,"1"0"0,0 0 0,1-1 0,5 24 0,-6-33 0,0 0 0,0 0 0,0 0 0,0-1 0,0 1 0,0 0 0,1-1 0,0 1 0,-1-1 0,1 1 0,0-1 0,0 0 0,0 0 0,0 0 0,1 0 0,-1 0 0,0 0 0,1-1 0,0 1 0,-1-1 0,1 1 0,0-1 0,-1 0 0,1 0 0,0-1 0,5 2 0,-5-2 0,0 0 0,0-1 0,-1 1 0,1-1 0,0 0 0,-1 0 0,1 0 0,0 0 0,-1 0 0,1 0 0,-1-1 0,0 1 0,1-1 0,-1 1 0,0-1 0,0 0 0,0 0 0,0 0 0,-1 0 0,1-1 0,0 1 0,-1 0 0,1-1 0,-1 1 0,0-1 0,0 1 0,0-1 0,1-4 0,1-2 0,-1 0 0,1 0 0,-1-1 0,-1 1 0,0-1 0,0 1 0,-2-12 0,1 18 5,-1 1-1,1-1 1,-1 1-1,0-1 0,0 1 1,0-1-1,0 1 1,0-1-1,-1 1 1,1 0-1,-1 0 0,1 0 1,-1 0-1,0 0 1,0 0-1,0 0 1,0 1-1,0-1 1,0 0-1,-1 1 0,1 0 1,0 0-1,-1 0 1,1 0-1,-1 0 1,-2-1-1,0 1-110,0 0 0,1 0 0,-1 0 0,0 1 0,0-1 0,0 1-1,0 0 1,0 1 0,0-1 0,1 1 0,-1 0 0,0 0 0,-8 3 0,-2 4-6720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3.1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24575,'3'0'0,"0"3"0,2 0 0,1 5 0,-1 3 0,1 5 0,-1 4 0,-1 1 0,0 2 0,-3 0 0,0-2 0,0 0 0,-1-1 0,-1-2 0,1 0 0,0-7 0,2-10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3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78 24575,'3'-2'0,"5"-4"0,6 0 0,3-2 0,4-2 0,0-1 0,0 1 0,-2 2 0,-2 2 0,-1 3 0,-1 1 0,-1-1 0,-7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4.6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0 24575,'0'4'0,"0"-1"0,0 0 0,0 0 0,0 1 0,1-1 0,0 0 0,-1 1 0,1-1 0,0 0 0,1 0 0,-1 0 0,3 4 0,-3-5 0,0-1 0,1 0 0,-1 0 0,0 0 0,1 0 0,-1 0 0,1 0 0,-1-1 0,1 1 0,-1 0 0,1-1 0,0 1 0,-1-1 0,1 0 0,0 1 0,-1-1 0,1 0 0,0 0 0,-1 0 0,1 0 0,0-1 0,-1 1 0,1 0 0,0-1 0,-1 1 0,3-1 0,2-1 0,-1 1 0,0-1 0,0 1 0,1 0 0,-1 1 0,0-1 0,10 1 0,-14 0 0,0 1 0,1-1 0,-1 0 0,0 1 0,0-1 0,0 1 0,0-1 0,0 1 0,0 0 0,0 0 0,0-1 0,0 1 0,0 0 0,0 0 0,0 0 0,-1 0 0,1 0 0,0 0 0,-1 0 0,1 0 0,-1 0 0,1 0 0,-1 0 0,1 0 0,-1 0 0,0 1 0,1-1 0,-1 0 0,0 0 0,0 0 0,0 1 0,0-1 0,0 0 0,0 0 0,-1 3 0,0 4 0,0 1 0,0 0 0,-1-1 0,-1 1 0,1-1 0,-1 0 0,-1 1 0,0-1 0,-5 8 0,6-11 0,0 0 0,0 0 0,-1 0 0,0 0 0,0 0 0,0-1 0,-1 0 0,0 0 0,1 0 0,-1 0 0,-1-1 0,1 0 0,-10 4 0,14-6-40,0-1 0,0 1 0,0-1 0,0 1-1,0-1 1,-1 0 0,1 0 0,0 0 0,0 0 0,0 0 0,0 0-1,-1 0 1,1 0 0,0 0 0,0 0 0,0-1 0,0 1-1,0 0 1,-1-1 0,1 1 0,0-1 0,0 1 0,0-1 0,0 0-1,0 1 1,1-1 0,-1 0 0,0 0 0,0 0 0,0 0-1,1 1 1,-1-1 0,0-1 0,-6-11-6786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5.5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5 24575,'-1'0'0,"0"1"0,0 0 0,1-1 0,-1 1 0,0 0 0,0 0 0,1 0 0,-1 0 0,0 0 0,1 0 0,-1-1 0,1 2 0,-1-1 0,1 0 0,0 0 0,-1 0 0,1 0 0,0 0 0,0 0 0,0 0 0,0 0 0,0 2 0,-2 27 0,2-26 0,0-1 0,1 1 0,0 0 0,0-1 0,0 1 0,0 0 0,0-1 0,1 1 0,-1-1 0,1 0 0,0 0 0,0 0 0,0 1 0,1-2 0,-1 1 0,1 0 0,-1 0 0,1-1 0,0 0 0,0 1 0,0-1 0,0 0 0,1-1 0,-1 1 0,1 0 0,-1-1 0,1 0 0,-1 0 0,5 1 0,7 1 0,-1 0 0,1-1 0,0-1 0,0 0 0,-1-1 0,17-2 0,-29 2 0,0 0 0,0 0 0,0-1 0,-1 1 0,1 0 0,0-1 0,0 0 0,-1 1 0,1-1 0,-1 0 0,1 0 0,0 0 0,-1 0 0,0 0 0,1 0 0,-1 0 0,0-1 0,1 1 0,-1 0 0,0-1 0,0 1 0,0-1 0,0 1 0,0-1 0,-1 1 0,1-1 0,0 0 0,-1 0 0,1 1 0,-1-1 0,0 0 0,1 0 0,-1 1 0,0-1 0,0 0 0,0 0 0,0 0 0,-1-2 0,0 0 0,1 0 0,-1 0 0,0 0 0,0 0 0,-1 0 0,1 0 0,-1 0 0,0 1 0,0-1 0,0 1 0,0-1 0,0 1 0,-1 0 0,0 0 0,0 0 0,-4-4 0,-2 2 0,0 1 0,0 0 0,0 0 0,-1 1 0,0 0 0,1 0 0,-1 1 0,0 1 0,0 0 0,0 0 0,0 1 0,0 0 0,-20 3 0,28-3-59,1 0 0,-1 1-1,0-1 1,1 1-1,-1-1 1,1 1 0,-1 0-1,1 0 1,-1 0 0,1 0-1,-1 0 1,1 0 0,0 0-1,0 0 1,-1 0-1,1 1 1,0-1 0,0 0-1,0 1 1,1-1 0,-1 1-1,-1 2 1,-4 11-6767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7.8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24575,'0'0'0,"0"0"0,0 0 0,1 0 0,-1 0 0,0 0 0,0 0 0,0 0 0,0 1 0,0-1 0,0 0 0,0 0 0,1 0 0,-1 0 0,0 0 0,0 0 0,0 0 0,0 0 0,0 0 0,1 0 0,-1 0 0,0 0 0,0 0 0,0 0 0,0 0 0,0 0 0,1 0 0,-1 0 0,0 0 0,0 0 0,0 0 0,0 0 0,0 0 0,1 0 0,-1 0 0,0 0 0,0 0 0,0 0 0,0 0 0,0 0 0,0 0 0,1-1 0,-1 1 0,0 0 0,0 0 0,0 0 0,0 0 0,0 0 0,0 0 0,0 0 0,0-1 0,0 1 0,0 0 0,0 0 0,1 0 0,-1 0 0,0 0 0,0-1 0,0 1 0,0 0 0,0 0 0,0 0 0,0 0 0,0-1 0,0 1 0,7 11 0,-2 2 0,-2 0 0,0-1 0,0 2 0,-1-1 0,0 17 0,-3 73 0,-1-49 0,1 27-1365,1-93-5461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9.1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24575,'1'1'0,"0"-1"0,0 0 0,0 0 0,0 1 0,0-1 0,-1 0 0,1 1 0,0-1 0,0 1 0,-1-1 0,1 1 0,0-1 0,-1 1 0,1 0 0,0-1 0,-1 1 0,1 0 0,-1 0 0,1-1 0,-1 1 0,1 0 0,-1 0 0,0 0 0,1-1 0,-1 1 0,0 1 0,7 26 0,-7-25 0,2 18 0,-1-1 0,-1 22 0,-1-24 0,2 0 0,-1 0 0,5 20 0,-5-36 0,0-1 0,1 0 0,-1 0 0,0 1 0,0-1 0,1 0 0,-1 0 0,1 0 0,-1 0 0,1 0 0,0 0 0,-1 0 0,1 0 0,0 0 0,0 0 0,-1 0 0,1 0 0,0 0 0,0 0 0,0-1 0,0 1 0,0 0 0,0-1 0,1 1 0,-1-1 0,0 1 0,2 0 0,-1-1 0,0 0 0,1 0 0,-1-1 0,0 1 0,1 0 0,-1-1 0,0 0 0,1 1 0,-1-1 0,0 0 0,0 0 0,0 0 0,3-2 0,2-2 0,-1 1 0,1-1 0,-1 0 0,0-1 0,-1 0 0,1 0 0,8-12 0,-12 11 0,1 0 0,-1-1 0,0 1 0,-1-1 0,0 0 0,0 1 0,-1-1 0,0 0 0,0 1 0,0-1 0,-1 0 0,-1 1 0,1-1 0,-1 1 0,-6-15 0,8 73 0,8 11 0,2 0 0,26 88 0,-36-150-2,0 0 0,0 0 0,0 0 0,0 0 0,1 0 0,-1 0 0,0 0 0,0 0 0,0 0 0,0 0 0,0 0 0,0 0 0,0 0 0,0-1 0,0 1 0,0 0 0,0 0 0,0 0 0,0 0 0,0 0 0,0 0 0,1 0 0,-1 0 0,0 0 0,0 0 0,0 0 0,0 0 0,0 0 0,0 0 0,0 0 0,0 0 1,0 0-1,0 0 0,1 0-1,-1-17 177,0-25-1643,-1 14-5357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9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87 24575,'4'4'0,"-1"1"0,0 0 0,-1-1 0,1 1 0,-1 0 0,3 11 0,4 5 0,3 11 0,-9-25 0,-1 0 0,1 0 0,0 0 0,0-1 0,0 1 0,1-1 0,5 6 0,-7-10 0,-1-1 0,1 0 0,0 1 0,0-1 0,-1 0 0,1 0 0,0 0 0,0-1 0,0 1 0,0 0 0,0-1 0,0 1 0,0-1 0,0 0 0,1 1 0,-1-1 0,0 0 0,0 0 0,0-1 0,0 1 0,0 0 0,0-1 0,0 1 0,0-1 0,0 0 0,0 1 0,0-1 0,0 0 0,3-2 0,0 0 0,-1 0 0,1-1 0,-1 1 0,0-1 0,0 0 0,0 0 0,-1 0 0,1 0 0,-1-1 0,0 0 0,0 1 0,-1-1 0,1 0 0,-1 0 0,0-1 0,2-9 0,-1 6 0,-1 0 0,-1 0 0,0 0 0,0 0 0,0-1 0,-1 1 0,-1 0 0,0 0 0,-2-14 0,2 20 7,0 0-1,-1 0 0,1 0 0,-1 0 1,1 0-1,-1 0 0,0 0 1,0 1-1,0-1 0,-1 1 1,1-1-1,0 1 0,-1 0 0,0 0 1,1 0-1,-1 0 0,0 1 1,-5-3-1,4 2-130,-1 0 0,0 0 1,0 1-1,0 0 0,0 0 0,0 0 1,0 1-1,0 0 0,0 0 0,0 0 1,-8 1-1,0 2-6702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20.9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24575,'3'0'0,"2"0"0,1 3 0,2 2 0,0 6 0,-3 4 0,0 1 0,-3 0 0,-1 0 0,0 0 0,-1-1 0,0 0 0,-1 0 0,1-3-8191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22.9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45 126 24575,'-5'0'0,"-2"-2"0,-1-9 0,0-4 0,1-2 0,3-1 0,1 1 0,1 0 0,2 1 0,0 4-8191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24.0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58 290 24575,'-1'-4'0,"0"0"0,0 0 0,0 0 0,-1 0 0,0 0 0,-2-5 0,-5-11 0,-2-21 0,2-1 0,2 0 0,-2-64 0,8 101 0,8 75-1365,-4-36-5461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25.1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24575,'0'4'0,"0"8"0,0 5 0,0 5 0,0 4 0,0-1 0,0-1 0,0-4 0,0-1 0,0-3 0,0-1 0,0-8 0,0-7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25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0 104 24575,'0'11'0,"1"-1"0,1 1 0,-1 0 0,2-1 0,-1 1 0,2-1 0,-1 1 0,9 14 0,-11-22 0,0 0 0,1 0 0,-1 0 0,1 0 0,0-1 0,0 1 0,0 0 0,0-1 0,1 0 0,-1 0 0,0 1 0,1-1 0,0 0 0,-1-1 0,1 1 0,0-1 0,0 1 0,0-1 0,0 0 0,0 0 0,1 0 0,-1 0 0,0-1 0,0 1 0,1-1 0,-1 0 0,0 0 0,0 0 0,1 0 0,-1 0 0,6-3 0,-7 3 0,0-1 0,0 0 0,-1-1 0,1 1 0,0 0 0,-1 0 0,1-1 0,-1 1 0,0-1 0,1 1 0,-1-1 0,0 0 0,0 1 0,0-1 0,0 0 0,0 0 0,0 0 0,-1 0 0,1 1 0,-1-1 0,1 0 0,-1 0 0,0 0 0,0 0 0,0-3 0,-1-54 0,0 54 0,0-4 14,-1 0-1,0 0 0,-1 0 0,0 0 1,0 1-1,-1-1 0,0 1 1,-5-9-1,6 12-119,-1 0 0,1 0 0,-1 0 0,1 1 0,-1 0 0,-1-1-1,1 2 1,0-1 0,-1 0 0,0 1 0,0 0 0,0 0 0,-10-4 0,2 4-6720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3:42.1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24575,'0'1'0,"-1"-1"0,1 1 0,-1 0 0,1-1 0,-1 1 0,1 0 0,-1-1 0,1 1 0,-1 0 0,1 0 0,0-1 0,-1 1 0,1 0 0,0 0 0,0 0 0,0-1 0,0 1 0,-1 0 0,1 0 0,0 0 0,0 0 0,1 0 0,-2 26 0,1-24 0,0 133-1365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3:44.0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 24575,'0'-3'0,"0"1"0,1 0 0,-1 0 0,1 0 0,0 0 0,-1 0 0,1-1 0,0 1 0,0 1 0,1-1 0,-1 0 0,0 0 0,1 0 0,-1 1 0,1-1 0,-1 1 0,1-1 0,0 1 0,-1-1 0,4 0 0,-5 1 0,1 1 0,0-1 0,0 1 0,-1 0 0,1-1 0,0 1 0,0 0 0,0 0 0,0-1 0,-1 1 0,1 0 0,0 0 0,0 0 0,0 0 0,0 0 0,0 0 0,-1 0 0,1 1 0,0-1 0,0 0 0,0 0 0,0 1 0,-1-1 0,1 0 0,0 1 0,0-1 0,-1 1 0,1-1 0,0 1 0,-1-1 0,1 1 0,0-1 0,-1 1 0,1 0 0,-1-1 0,1 1 0,-1 0 0,1 0 0,-1-1 0,0 1 0,1 0 0,-1 0 0,0 0 0,0-1 0,1 1 0,-1 0 0,0 0 0,0 0 0,0 0 0,0 0 0,0-1 0,0 2 0,0 4 0,1-1 0,-1 0 0,0 1 0,0-1 0,-1 1 0,0-1 0,0 0 0,0 1 0,0-1 0,-1 0 0,0 0 0,0 0 0,0 0 0,-1 0 0,0-1 0,0 1 0,0-1 0,0 1 0,-1-1 0,1 0 0,-1-1 0,0 1 0,-5 3 0,9-7 0,-1 0 0,1 0 0,0 0 0,0 0 0,0 1 0,0-1 0,0 0 0,0 0 0,0 0 0,0 0 0,0 0 0,0 0 0,-1 0 0,1 0 0,0 0 0,0 1 0,0-1 0,0 0 0,0 0 0,0 0 0,0 0 0,0 0 0,0 0 0,0 1 0,0-1 0,0 0 0,0 0 0,0 0 0,0 0 0,0 0 0,0 0 0,0 0 0,0 1 0,0-1 0,0 0 0,0 0 0,0 0 0,1 0 0,-1 0 0,0 0 0,0 0 0,0 1 0,0-1 0,0 0 0,0 0 0,0 0 0,0 0 0,0 0 0,0 0 0,1 0 0,-1 0 0,0 0 0,0 0 0,0 0 0,0 0 0,0 0 0,0 0 0,1 0 0,-1 0 0,0 0 0,0 0 0,0 0 0,0 0 0,0 0 0,16 3 0,19-3 0,-34 0 0,60-1-1365,-50 1-5461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3:46.1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 0 24575,'1'4'0,"8"-3"0,9-3 0,-16 2 0,0-1 0,0 1 0,0-1 0,-1 1 0,1 0 0,0 0 0,0 0 0,0 0 0,0 0 0,0 1 0,3-1 0,-3 7 0,-14 4 0,3-4 0,0 0 0,0 0 0,1 1 0,0-1 0,0 2 0,-10 14 0,18-23 0,0 0 0,-1 1 0,1-1 0,0 0 0,0 0 0,0 1 0,0-1 0,0 0 0,0 0 0,0 1 0,0-1 0,0 0 0,0 0 0,0 1 0,0-1 0,0 0 0,0 0 0,0 0 0,0 1 0,0-1 0,0 0 0,0 0 0,1 1 0,-1-1 0,0 0 0,0 0 0,0 0 0,0 1 0,0-1 0,1 0 0,-1 0 0,0 0 0,0 0 0,0 1 0,1-1 0,-1 0 0,0 0 0,0 0 0,14 4 0,20-4 0,-29-1 0,-3 1 0,0 0 0,1 0 0,-1 0 0,0 0 0,0 1 0,0-1 0,1 0 0,-1 1 0,0 0 0,0-1 0,0 1 0,0 0 0,0 0 0,0 0 0,0 1 0,-1-1 0,1 0 0,0 1 0,-1-1 0,3 3 0,-3-2 0,0-1 0,0 1 0,-1 0 0,1 0 0,0 0 0,-1-1 0,0 1 0,1 0 0,-1 0 0,0 0 0,0 0 0,0 0 0,0 0 0,0 0 0,-1 0 0,1-1 0,-1 1 0,1 0 0,-1 0 0,1 0 0,-1-1 0,0 1 0,0 0 0,-2 2 0,0 1 0,-1 0 0,0-1 0,0 0 0,0 0 0,-1 0 0,1 0 0,-1-1 0,0 1 0,0-1 0,-7 3 0,9-4 0,0-1 0,0 0 0,1 1 0,-1-1 0,0 0 0,0 0 0,0-1 0,0 1 0,-1-1 0,1 1 0,0-1 0,0 0 0,0 0 0,0 0 0,0-1 0,-1 1 0,1-1 0,0 0 0,0 0 0,-5-2 0,8 3-57,-1 0 0,1-1 1,-1 1-1,1 0 0,0-1 0,-1 1 0,1-1 0,0 1 0,0 0 0,-1-1 1,1 1-1,0-1 0,0 1 0,-1-1 0,1 1 0,0-1 0,0 1 0,0-1 0,0 1 1,0-1-1,0 1 0,0-1 0,0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3:47.7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0 24575,'-1'1'0,"1"-1"0,-1 1 0,1 0 0,-1-1 0,1 1 0,-1 0 0,1-1 0,-1 1 0,1 0 0,0 0 0,-1-1 0,1 1 0,0 0 0,0 0 0,-1-1 0,1 1 0,0 0 0,0 0 0,0 0 0,0 0 0,0-1 0,0 2 0,0 21 0,0-17 0,0 3 0,1 0 0,-1 0 0,2 1 0,2 12 0,-3-21 0,-1 0 0,0 0 0,0 1 0,1-1 0,-1 0 0,1 0 0,-1 0 0,1 0 0,-1 0 0,1 0 0,0 0 0,-1 0 0,1-1 0,0 1 0,0 0 0,0 0 0,0 0 0,0-1 0,0 1 0,0-1 0,0 1 0,0 0 0,0-1 0,0 0 0,0 1 0,0-1 0,0 0 0,0 1 0,0-1 0,1 0 0,-1 0 0,0 0 0,0 0 0,0 0 0,0 0 0,0-1 0,1 1 0,-1 0 0,0 0 0,0-1 0,0 1 0,0-1 0,0 1 0,2-2 0,6-4 0,0 0 0,-1 0 0,1-1 0,7-9 0,-24 115-1365,7-90-5461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3:53.8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24575,'3'0'0,"4"0"0,3 0 0,4 0 0,2 0 0,1 0 0,-1 0 0,-1-1 0,-5-1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3:54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1 24575,'-2'3'0,"1"1"0,-1 0 0,1 0 0,0 1 0,0-1 0,0 0 0,1 0 0,-1 1 0,1-1 0,0 8 0,0-3 0,0-9 0,1 1 0,-1 0 0,0-1 0,0 1 0,0-1 0,1 1 0,-1 0 0,0-1 0,0 1 0,1-1 0,-1 1 0,1-1 0,-1 1 0,0-1 0,1 1 0,-1-1 0,1 0 0,-1 1 0,1-1 0,-1 0 0,1 1 0,0-1 0,-1 0 0,1 1 0,-1-1 0,1 0 0,0 0 0,-1 0 0,1 0 0,-1 0 0,1 0 0,0 0 0,-1 0 0,1 0 0,0 0 0,0 0 0,33-2 0,-18 0 0,-15 2 0,0 0 0,-1 0 0,1 0 0,0 0 0,0 0 0,-1 0 0,1 0 0,0 0 0,0 0 0,-1 1 0,1-1 0,0 0 0,0 0 0,-1 1 0,1-1 0,0 0 0,-1 1 0,1-1 0,0 1 0,-1-1 0,1 1 0,-1-1 0,1 1 0,-1-1 0,1 1 0,-1 0 0,1-1 0,-1 1 0,0-1 0,1 1 0,-1 0 0,0 0 0,1-1 0,-1 1 0,0 0 0,0 0 0,0-1 0,0 1 0,0 0 0,0 0 0,0-1 0,0 1 0,0 0 0,0 0 0,0-1 0,0 1 0,0 0 0,-1 0 0,1-1 0,0 1 0,-1 0 0,1-1 0,0 1 0,-2 1 0,1 1 0,-1 0 0,0 0 0,0-1 0,0 1 0,0-1 0,0 1 0,0-1 0,-1 0 0,1 1 0,-1-1 0,0 0 0,-3 1 0,-14 4-106,-2-1 0,1-1 0,-32 3 0,32-5-835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3:56.0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199 1 24575,'-8'2'0,"0"0"0,0 0 0,0 1 0,1 0 0,-1 0 0,1 1 0,0 0 0,-11 8 0,12-8 0,0 1 0,1 0 0,0 0 0,0 0 0,0 0 0,1 1 0,0 0 0,0 0 0,0 0 0,1 0 0,-4 9 0,5-12 0,1 0 0,0 0 0,0 0 0,1 0 0,-1 0 0,0 0 0,1 0 0,0 1 0,0-1 0,0 0 0,0 0 0,0 0 0,1 0 0,-1 0 0,1 0 0,0 0 0,0 0 0,0 0 0,0 0 0,1 0 0,-1 0 0,1-1 0,0 1 0,0 0 0,-1-1 0,2 0 0,-1 1 0,3 2 0,-1-3 0,-1 0 0,1-1 0,-1 1 0,1-1 0,0 0 0,0 0 0,0 0 0,0 0 0,0-1 0,0 1 0,7-1 0,-1 0 0,0-1 0,1 0 0,13-3 0,-24 4 0,1 0 0,-1 0 0,1 0 0,-1 0 0,1 0 0,-1 0 0,1 0 0,-1 0 0,0 0 0,1 0 0,-1 0 0,1-1 0,-1 1 0,0 0 0,1 0 0,-1-1 0,0 1 0,1 0 0,-1 0 0,0-1 0,1 1 0,-1 0 0,0-1 0,0 1 0,1-1 0,-1 1 0,0 0 0,0-1 0,0 1 0,1-1 0,-1 1 0,0 0 0,0-1 0,0 1 0,0-1 0,0 1 0,0-1 0,0 1 0,0-1 0,-14-16 0,-25-9 0,29 22-28,-1 1-1,1 0 0,-1 1 1,0 0-1,0 0 0,1 1 1,-1 1-1,-22 1 1,5 0-1080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4:00.4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 24575,'3'-1'0,"0"-1"0,0 1 0,0 0 0,0 0 0,1 0 0,-1 0 0,0 1 0,1-1 0,-1 1 0,6 0 0,-5 0 0,129-8 0,-133 8 0,1 0 0,-1 0 0,0 0 0,0-1 0,1 1 0,-1 0 0,0 0 0,1 0 0,-1 0 0,0 0 0,1 0 0,-1 0 0,0 0 0,1 0 0,-1 0 0,0 1 0,1-1 0,-1 0 0,0 0 0,1 0 0,-1 0 0,0 0 0,1 1 0,-1-1 0,0 0 0,0 0 0,1 0 0,-1 1 0,0-1 0,0 0 0,0 0 0,1 1 0,-1-1 0,0 0 0,0 0 0,1 1 0,-5 15 0,-21 23 0,17-27 0,1 2-273,0 1 0,1 0 0,1 0 0,-4 19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4:01.5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57 24575,'6'-4'0,"0"0"0,1 1 0,0 0 0,0 0 0,0 0 0,0 1 0,0 0 0,0 1 0,14-2 0,-5 0 0,24-6-455,-1 2 0,74-3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4:02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24575,'0'0'-8191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4:02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24575,'1'0'0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4:03.0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24575,'3'0'0,"2"0"0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4:03.2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 24575,'1'-2'0,"3"1"0,2-1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4:03.5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24575,'2'0'0,"0"0"0,3 0 0,0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4:03.7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24575,'3'0'0,"1"2"0,2-1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4:04.0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24575,'1'0'0,"3"0"0,4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4:04.2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24575,'0'0'-8191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18.5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 24575,'0'-1'0,"0"-1"0,0 1 0,1-1 0,-1 1 0,0-1 0,1 1 0,-1 0 0,1-1 0,-1 1 0,1 0 0,0-1 0,0 1 0,-1 0 0,1 0 0,0 0 0,0 0 0,0 0 0,0 0 0,0 0 0,0 0 0,1 0 0,-1 0 0,0 0 0,0 1 0,1-1 0,-1 1 0,0-1 0,1 1 0,1-1 0,-2 1 0,0-1 0,0 1 0,0 0 0,0 0 0,0 0 0,0 0 0,1 0 0,-1 0 0,0 1 0,0-1 0,0 0 0,0 0 0,0 1 0,0-1 0,0 1 0,0-1 0,0 1 0,0-1 0,0 1 0,0 0 0,-1-1 0,1 1 0,0 0 0,0 0 0,-1-1 0,1 1 0,0 0 0,-1 0 0,1 0 0,-1 0 0,1 0 0,-1 0 0,1 0 0,-1 0 0,0 0 0,1 0 0,-1 0 0,0 3 0,0 0 0,0 0 0,0 0 0,0 0 0,-1 0 0,1 0 0,-1 0 0,0 0 0,0 0 0,-1 0 0,1-1 0,-4 7 0,2-5 0,1 0 0,0 0 0,1 0 0,-1 1 0,-1 7 0,3-12 0,0-1 0,0 1 0,0-1 0,0 0 0,0 1 0,0-1 0,0 1 0,0-1 0,1 1 0,-1-1 0,0 0 0,0 1 0,0-1 0,0 1 0,1-1 0,-1 0 0,0 1 0,0-1 0,1 0 0,-1 1 0,0-1 0,1 0 0,-1 0 0,0 1 0,1-1 0,-1 0 0,1 0 0,-1 0 0,0 1 0,1-1 0,19 2 0,20-8 0,-37 5 0,30-7-1365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19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 24575,'4'-2'0,"0"0"0,1 0 0,-1 1 0,1-1 0,-1 1 0,1 0 0,0 0 0,0 1 0,-1 0 0,7 0 0,7-2 0,-17 1 0,1 1 0,-1 0 0,0-1 0,1 1 0,-1 0 0,1 0 0,-1-1 0,0 1 0,1 0 0,-1 1 0,1-1 0,-1 0 0,1 0 0,-1 0 0,0 1 0,1-1 0,-1 1 0,0-1 0,1 1 0,-1 0 0,0-1 0,0 1 0,2 2 0,-2-1 0,0 1 0,-1 0 0,1 0 0,-1-1 0,0 1 0,0 0 0,0 0 0,0 0 0,0 0 0,-1-1 0,0 6 0,-3 47-1365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1.1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24575,'0'2'0,"0"1"0,0 3 0,0 4 0,0 2 0,0 2 0,0 4 0,1 0 0,0 0 0,1-2 0,0-2 0,1-2 0,-3-3 0,0-6 0,-2-3 0,0-3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2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68 24575,'-1'-1'0,"0"-1"0,2 0 0,2-1 0,5-1 0,6-2 0,8-1 0,5-1 0,5 1 0,1 1 0,-2-1 0,-5 2 0,-6 1 0,-6 1 0,-5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2.7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24575,'1'1'0,"0"3"0,1 4 0,0 6 0,1 5 0,0 3 0,0 1 0,-1-1 0,1-2 0,0-2 0,-1-5 0,-1-2 0,-1-4 0,-1-5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3.7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0 24575,'-9'34'0,"8"-30"0,0-1 0,0 0 0,0 0 0,0 1 0,0-1 0,0 1 0,1-1 0,0 1 0,0-1 0,0 1 0,0 3 0,2-6 0,-1 0 0,0 0 0,1 0 0,-1 0 0,1 0 0,-1 0 0,1-1 0,-1 1 0,1-1 0,0 1 0,-1-1 0,1 1 0,0-1 0,2 0 0,16 6 0,-10 0-341,0 1 0,0 0-1,11 12 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6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24575,'5'97'0,"-5"-96"0,0 0 0,0 0 0,0 0 0,0 0 0,0 0 0,0-1 0,0 1 0,0 0 0,0 0 0,0 0 0,1 0 0,-1 0 0,0 0 0,1 0 0,-1 0 0,0 0 0,1-1 0,-1 1 0,1 0 0,-1 0 0,1 0 0,0-1 0,-1 1 0,1 0 0,0-1 0,0 1 0,-1-1 0,1 1 0,0-1 0,0 1 0,0-1 0,0 1 0,-1-1 0,1 0 0,0 1 0,0-1 0,0 0 0,0 0 0,0 0 0,0 0 0,0 0 0,0 0 0,0 0 0,0 0 0,0 0 0,0 0 0,0-1 0,0 1 0,1-1 0,0 0 0,0 0 0,0 0 0,-1 0 0,1 0 0,0 0 0,-1-1 0,1 1 0,-1-1 0,1 1 0,-1-1 0,0 0 0,1 1 0,-1-1 0,0 0 0,0 0 0,0 0 0,-1 0 0,1 0 0,0 0 0,-1 0 0,1 0 0,-1 0 0,0-3 0,3-21 0,0 14 0,-3 12 0,0 0 0,0 0 0,1 0 0,-1 0 0,0 0 0,0 0 0,0 0 0,0 0 0,0 0 0,1 0 0,-1 0 0,0 0 0,0 0 0,0 0 0,0 0 0,0 0 0,1 0 0,-1 0 0,0 0 0,0 0 0,0 0 0,0 0 0,1 0 0,-1 0 0,0 0 0,0 0 0,0 0 0,0 0 0,0 0 0,0 1 0,1-1 0,-1 0 0,0 0 0,0 0 0,0 0 0,0 0 0,0 0 0,0 1 0,0-1 0,0 0 0,0 0 0,0 0 0,1 0 0,-1 0 0,0 1 0,0-1 0,0 0 0,0 0 0,0 0 0,0 0 0,0 0 0,0 1 0,0-1 0,0 0 0,0 0 0,3 12 0,0 0 0,-1 0 0,0 0 0,0 1 0,-1-1 0,-1 0 0,-1 16 0,2 30 0,0-37-1365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8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 24575,'1'-1'0,"0"-1"0,1-1 0,1-1 0,2 1 0,1 0 0,1-1 0,-1 1 0,1 0 0,-1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9.8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 24575,'0'12'0,"0"23"0,1-23 0,1-11 0,-2-2 0,1 0 0,-1 0 0,1 1 0,-1-1 0,1 0 0,-1 0 0,1 0 0,0 0 0,-1 1 0,1-1 0,0 0 0,0 0 0,-1 1 0,1-1 0,0 1 0,0-1 0,0 1 0,0-1 0,0 1 0,0-1 0,0 1 0,0 0 0,0 0 0,0-1 0,0 1 0,0 0 0,0 0 0,0 0 0,0 0 0,0 0 0,0 0 0,0 1 0,1-1 0,0 1 0,-1 0 0,0 0 0,0 0 0,0 0 0,0 0 0,0 0 0,0 0 0,0 0 0,0 0 0,-1 0 0,1 1 0,0-1 0,0 0 0,-1 1 0,1-1 0,-1 0 0,0 1 0,1-1 0,-1 1 0,0-1 0,0 1 0,0 2 0,1 7 0,-1 6 0,0-1 0,-2 21 0,2-33 0,-1-1 0,1 1 0,-1-1 0,0 0 0,0 0 0,0 0 0,0 1 0,-1-1 0,1 0 0,-1 0 0,0-1 0,1 1 0,-2 0 0,1 0 0,0-1 0,0 0 0,-5 4 0,6-5-38,1-1 0,-1 1 0,0-1 1,0 1-1,0-1 0,0 1 0,1-1 0,-1 0 0,0 1 0,0-1 0,0 0 0,0 0 0,0 0 0,0 0 0,0 0 0,0 0 1,0 0-1,0 0 0,0 0 0,0 0 0,0 0 0,0-1 0,0 1 0,0 0 0,0-1 0,1 1 0,-1 0 0,0-1 0,0 0 1,0 1-1,0-1 0,1 1 0,-1-1 0,0 0 0,0-1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30.4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24575,'5'196'0,"-5"-196"2,0 0-1,0 0 1,0 0-1,1 0 1,-1 0-1,0 0 1,0 0-1,0-1 1,0 1-1,0 0 1,0 0-1,1 0 1,-1 0-1,0 0 1,0 0-1,0 0 1,0 0-1,0 1 1,0-1-1,1 0 1,-1 0-1,0 0 1,0 0-1,0 0 1,0 0-1,0 0 1,0 0-1,0 0 1,1 0-1,-1 0 1,0 0-1,0 0 1,0 1-1,0-1 1,0 0-1,0 0 1,0 0-1,0 0 1,0 0-1,0 0 1,0 0-1,0 1 1,0-1-1,0 0 1,0 0-1,0 0 1,0 0-1,1 0 1,-1 0-1,-1 1 1,1-1-1,0 0 1,0 0-1,5-11-1447,-2 1-5380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31.2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1 24575,'-19'29'0,"16"-25"0,-1 1 0,1 0 0,-1-1 0,2 1 0,-1 1 0,0-1 0,1 0 0,0 1 0,0-1 0,1 1 0,-2 8 0,5-13 0,-1 0 0,0 0 0,1 0 0,0 0 0,-1 0 0,1 0 0,0 0 0,-1 0 0,1 0 0,0-1 0,0 1 0,-1-1 0,1 0 0,0 1 0,0-1 0,2 0 0,16 5 0,68 52-1365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45.1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2 24575,'0'0'0,"0"0"0,0 0 0,0 0 0,0 0 0,0-1 0,0 1 0,-1 0 0,1 0 0,0 0 0,0 0 0,0 0 0,0 0 0,0 0 0,0 0 0,0 0 0,-1 0 0,1 0 0,0 0 0,0 0 0,0 0 0,0 0 0,0 0 0,0 0 0,-1 0 0,1 0 0,0 0 0,0 0 0,0 0 0,0 0 0,0 0 0,0 0 0,0 0 0,-1 0 0,1 0 0,0 0 0,0 0 0,0 1 0,0-1 0,0 0 0,0 0 0,0 0 0,0 0 0,0 0 0,0 0 0,-1 0 0,1 0 0,0 1 0,0-1 0,0 0 0,-3 10 0,1 11 0,1 189 0,2-209 4,-1 0-1,0-1 0,0 1 1,0-1-1,0 1 0,0 0 1,1-1-1,-1 1 0,0-1 1,-1 1-1,1-1 0,0 1 0,0 0 1,0-1-1,0 1 0,0-1 1,-1 1-1,1-1 0,0 1 1,0 0-1,-1-1 0,1 1 1,0-1-1,-1 0 0,1 1 1,-1-1-1,1 1 0,0-1 1,-1 1-1,1-1 0,-1 0 1,1 1-1,-1-1 0,1 0 1,-2 1-1,1-2-68,1 0 1,-1 1-1,0-1 1,1 0-1,-1 0 1,0 1-1,1-1 0,-1 0 1,1 0-1,0 0 1,-1 0-1,1 0 1,0 1-1,-1-1 0,1 0 1,0 0-1,0 0 1,0 0-1,0 0 1,0 0-1,0 0 1,0-1-1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45.9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91 24575,'0'-1'0,"0"-1"0,2-2 0,1-2 0,2 1 0,-1 0 0,-1-2 0,1 1 0,-2-1 0,0 0 0,-1 1 0,0-1 0,-1 1 0,0 0 0,0 1 0,0 0 0,0-1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47.4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37 128 24575,'-1'-1'0,"-1"0"0,1 1 0,0-1 0,-1 0 0,1 0 0,0 0 0,-1 0 0,1 0 0,0 0 0,0 0 0,0 0 0,0 0 0,0 0 0,0-1 0,0 1 0,0 0 0,1-1 0,-1 1 0,-1-3 0,-10-30 0,12 31 0,-1 0 0,1 0 0,0-1 0,0 1 0,0 0 0,0 0 0,1-1 0,-1 1 0,1 0 0,0 0 0,0 0 0,0 0 0,3-6 0,-3 8 0,-1 0 0,1 0 0,0 0 0,-1-1 0,1 1 0,0 0 0,0 0 0,0 0 0,0 0 0,0 0 0,0 0 0,0 1 0,0-1 0,1 0 0,-1 0 0,0 1 0,0-1 0,1 1 0,-1-1 0,0 1 0,1 0 0,-1-1 0,1 1 0,-1 0 0,0 0 0,1 0 0,-1 0 0,1 0 0,-1 0 0,0 0 0,1 1 0,-1-1 0,0 0 0,3 2 0,4 5-1365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48.4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 24575,'-1'0'0,"0"0"0,0 0 0,0 0 0,1 0 0,-1 0 0,0 1 0,0-1 0,1 0 0,-1 0 0,0 1 0,0-1 0,1 1 0,-1-1 0,0 1 0,1-1 0,-1 1 0,0-1 0,1 1 0,-1-1 0,1 1 0,-1 0 0,1-1 0,-1 1 0,0 1 0,-4 25 0,5-22 0,0 0 0,0 0 0,0 0 0,1 0 0,0 1 0,0-1 0,4 9 0,-4-13 0,-1 0 0,1 0 0,0 0 0,0 0 0,0 0 0,-1 0 0,1 0 0,0-1 0,0 1 0,0 0 0,0-1 0,1 1 0,-1 0 0,0-1 0,0 1 0,0-1 0,0 0 0,0 1 0,1-1 0,-1 0 0,0 0 0,0 0 0,1 0 0,-1 0 0,0 0 0,0 0 0,1 0 0,-1 0 0,0-1 0,0 1 0,0 0 0,1-1 0,-1 1 0,0-1 0,0 0 0,0 1 0,0-1 0,0 0 0,0 1 0,0-1 0,0 0 0,0 0 0,0 0 0,-1 0 0,1 0 0,0 0 0,-1 0 0,1 0 0,0 0 0,-1 0 0,0-1 0,1 1 0,-1 0 0,1 0 0,-1 0 0,0-1 0,0 1 0,0 0 0,0 0 0,0 0 0,0-3 0,0-3-116,0 5 42,0 0 1,0 0-1,0 0 1,0 0 0,0 0-1,0 0 1,-1 1-1,1-1 1,-1 0-1,1 0 1,-1 0-1,1 0 1,-1 1-1,0-1 1,0 0-1,-1-1 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49.7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 24575,'0'7'0,"0"-1"0,0 1 0,1 0 0,0-1 0,0 1 0,0-1 0,1 1 0,3 6 0,-4-11 0,0 1 0,1-1 0,-1 0 0,1-1 0,-1 1 0,1 0 0,0 0 0,0-1 0,0 1 0,0-1 0,0 1 0,0-1 0,0 0 0,0 0 0,1 0 0,-1 0 0,0 0 0,1 0 0,-1-1 0,0 1 0,1-1 0,-1 0 0,1 0 0,-1 0 0,4 0 0,-4 0 0,0 0 0,0 0 0,0 0 0,0 0 0,0 0 0,0-1 0,-1 1 0,1-1 0,0 1 0,0-1 0,-1 0 0,1 0 0,0 1 0,-1-1 0,1 0 0,0-1 0,-1 1 0,0 0 0,1 0 0,-1-1 0,0 1 0,1 0 0,-1-1 0,1-1 0,-1 0 0,0 0 0,0 0 0,0 0 0,-1 0 0,1 0 0,-1 0 0,0 0 0,1 0 0,-1 0 0,-1 0 0,1 0 0,0 0 0,-1 0 0,0 0 0,0-3 0,-1 2 0,0 0 0,0 0 0,0 0 0,-1 0 0,0 0 0,1 0 0,-6-5 0,7 8 0,0 0 0,0-1 0,0 1 0,0 0 0,0 0 0,-1 0 0,1 0 0,0 0 0,0 0 0,-1 0 0,1 1 0,-1-1 0,1 0 0,-1 1 0,1-1 0,-1 1 0,1-1 0,-1 1 0,1 0 0,-1 0 0,1 0 0,-1 0 0,0 0 0,1 0 0,-3 0 0,4 1-5,-1-1 0,1 1-1,-1-1 1,0 1 0,1-1-1,-1 1 1,1 0 0,-1-1-1,1 1 1,0 0 0,-1-1 0,1 1-1,0 0 1,-1 0 0,1-1-1,0 1 1,0 0 0,0 0-1,0-1 1,0 1 0,0 1-1,-1 4-1242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50.8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1 24575,'-1'0'0,"-1"1"0,1-1 0,-1 1 0,1-1 0,0 1 0,-1-1 0,1 1 0,0 0 0,0 0 0,0 0 0,-1 0 0,1 0 0,0 0 0,0 0 0,0 0 0,0 0 0,1 0 0,-1 1 0,0-1 0,0 0 0,1 1 0,-2 2 0,-12 37 0,12-32 0,-21 68 0,-20 64 0,55-172-1365,-5 18-5461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51.7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1 24575,'-2'0'0,"0"0"0,0 0 0,0 0 0,0 1 0,1-1 0,-1 1 0,0-1 0,0 1 0,0 0 0,0-1 0,1 1 0,-1 0 0,0 0 0,0 0 0,1 1 0,-1-1 0,1 0 0,0 1 0,-1-1 0,1 1 0,0-1 0,0 1 0,-1-1 0,1 1 0,1 0 0,-3 3 0,2-2 0,1 0 0,-1-1 0,0 1 0,1 0 0,0-1 0,-1 1 0,1 0 0,0 0 0,0-1 0,1 1 0,-1 0 0,1-1 0,-1 1 0,1 0 0,0-1 0,0 1 0,0-1 0,2 4 0,0-1-136,0 0-1,0-1 1,0 0-1,1 1 1,0-1-1,0-1 1,0 1-1,0 0 0,9 4 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7:39.8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593 1 23627,'-592'644'0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7:50.6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49 0 24575,'0'3'0,"0"4"0,0 9 0,0 8 0,0 2 0,-3 6 0,-1 3 0,-2-1 0,-1-4 0,1-4 0,2-4 0,-1-2 0,-1-8 0,-1-9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7:51.3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216 3 24575,'-1'-1'0,"1"1"0,-1-1 0,0 1 0,0 0 0,1 0 0,-1 0 0,0-1 0,0 1 0,1 0 0,-1 0 0,0 0 0,0 0 0,1 0 0,-1 0 0,0 0 0,0 1 0,0-1 0,1 0 0,-1 0 0,0 0 0,1 1 0,-1-1 0,0 0 0,0 1 0,1-1 0,-1 1 0,1-1 0,-1 1 0,0-1 0,1 1 0,-1-1 0,1 1 0,-1 0 0,1-1 0,0 1 0,-1 0 0,1-1 0,-1 1 0,1 1 0,-19 30 0,19-32 0,-16 39 0,-21 73 0,2-3 0,24-77 0,8-22 0,0-1 0,0 0 0,-1 1 0,0-1 0,0-1 0,-9 13 0,13-21 2,0 1-1,-1-1 0,1 1 1,0-1-1,-1 1 0,1-1 1,0 0-1,-1 1 0,1-1 1,-1 1-1,1-1 0,-1 0 1,1 0-1,0 1 0,-1-1 0,1 0 1,-1 0-1,1 0 0,-1 1 1,0-1-1,1 0 0,-1 0 1,1 0-1,-1 0 0,1 0 1,-1 0-1,1 0 0,-1 0 1,1 0-1,-1 0 0,1 0 1,-1-1-1,1 1 0,-1 0 1,1 0-1,-1 0 0,1-1 1,-1 1-1,1 0 0,-1-1 1,1 1-1,-1 0 0,1-1 1,0 1-1,-1 0 0,1-1 1,0 1-1,-1-1 0,1 1 1,0-1-1,0 1 0,-1-1 1,1 1-1,0-1 0,0 1 1,0-1-1,0 1 0,0-1 1,0 1-1,0-1 0,0 0 1,-10-41-729,10 36 6,-5-20-6105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7:52.0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205 0 24575,'-5'13'0,"1"-1"0,0 0 0,1 1 0,0 0 0,-1 14 0,-4 19 0,-71 239 0,28-109 0,46-156 0,4-12 0,0 0 0,-1 0 0,-1 0 0,1-1 0,-1 1 0,-1-1 0,1 0 0,-5 7 0,7-14 0,1 0 0,0 0 0,-1 0 0,1 0 0,-1 0 0,1 0 0,0-1 0,-1 1 0,1 0 0,0 0 0,-1 0 0,1-1 0,0 1 0,0 0 0,-1 0 0,1-1 0,0 1 0,0 0 0,-1-1 0,1 1 0,0 0 0,0-1 0,0 1 0,-1 0 0,1-1 0,0 1 0,0 0 0,0-1 0,0 1 0,0 0 0,0-1 0,0 1 0,0-1 0,0 1 0,0 0 0,0-1 0,0 1 0,0 0 0,0-1 0,0 0 0,-2-19 0,1-6-1365,0-1-5461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7:52.7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441 3 24575,'-1'0'0,"0"-1"0,0 1 0,0 0 0,0-1 0,0 1 0,0 0 0,0-1 0,-1 1 0,1 0 0,0 0 0,0 0 0,0 0 0,0 0 0,0 0 0,0 0 0,0 1 0,0-1 0,0 0 0,0 1 0,0-1 0,0 0 0,0 1 0,0-1 0,0 1 0,0 0 0,0-1 0,0 1 0,0 0 0,0-1 0,1 1 0,-1 0 0,0 0 0,1 0 0,-1 0 0,0 1 0,-26 33 0,12-6 0,1 1 0,2 0 0,-12 42 0,0 1 0,-120 274 0,62-157 0,80-184 0,-1-1 0,0 1 0,0-1 0,-1 0 0,-4 6 0,7-11 0,1 1 0,0 0 0,-1-1 0,1 1 0,-1-1 0,1 1 0,-1-1 0,1 1 0,-1-1 0,1 1 0,-1-1 0,1 0 0,-1 1 0,0-1 0,1 0 0,-1 1 0,0-1 0,1 0 0,-1 0 0,0 0 0,1 1 0,-1-1 0,0 0 0,0 0 0,1 0 0,-1 0 0,0 0 0,1-1 0,-1 1 0,0 0 0,1 0 0,-1 0 0,0 0 0,1-1 0,-1 1 0,0 0 0,1-1 0,-1 1 0,1-1 0,-1 1 0,0 0 0,1-1 0,-1 1 0,1-1 0,0 0 0,-1 1 0,1-1 0,-1 1 0,1-1 0,0 0 0,-1 1 0,1-1 0,0 1 0,0-1 0,-1 0 0,1 0 0,0 0 0,-6-21-1365,2-4-5461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7:53.53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597 1 24575,'-5'0'0,"0"1"0,1 0 0,-1 0 0,0 1 0,1-1 0,-1 1 0,1 0 0,0 1 0,0-1 0,0 0 0,0 1 0,0 0 0,0 0 0,1 0 0,-1 1 0,-3 5 0,-9 9 0,-24 40 0,35-50 0,-132 244 0,10-14 0,91-179 0,16-25 0,-1 0 0,-28 33 0,48-66 0,0 0 0,0 1 0,0-1 0,0 0 0,0 0 0,0 0 0,0 0 0,0 0 0,0 0 0,0 0 0,0 0 0,-1-1 0,1 1 0,0 0 0,-1-1 0,1 1 0,-1-1 0,1 0 0,0 1 0,-1-1 0,1 0 0,-1 0 0,1 0 0,-3 0 0,2-1 0,1 1 0,-1-1 0,1 0 0,0 0 0,-1 0 0,1-1 0,0 1 0,0 0 0,0 0 0,0-1 0,0 1 0,0-1 0,0 1 0,0-1 0,0 1 0,1-1 0,-2-2 0,-1-8 0,-1-1 0,2 0 0,-1 0 0,1-16 0,0-11-1365,2 4-5461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7:54.6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731 9 24575,'-1'-1'0,"0"0"0,0 0 0,-1 0 0,1 1 0,0-1 0,-1 0 0,1 1 0,-1-1 0,1 1 0,-1 0 0,1-1 0,-1 1 0,1 0 0,-1 0 0,1 0 0,-1 0 0,1 0 0,-1 0 0,1 0 0,-1 1 0,1-1 0,0 0 0,-1 1 0,1-1 0,-1 1 0,1 0 0,0 0 0,-1-1 0,1 1 0,-2 2 0,-3 1 0,0 1 0,0-1 0,1 1 0,-10 11 0,-51 78 0,5-5 0,4-25 0,-2-3 0,-103 82 0,74-68 0,84-71 0,-1 1 0,1-1 0,0 0 0,0 1 0,0 0 0,1 0 0,0 0 0,0 1 0,-4 7 0,3 0 0,1 0 0,-5 27 0,7-32 0,-1 3 0,-1 0 0,0 0 0,-1 0 0,0 0 0,0-1 0,-1 1 0,-1-1 0,0-1 0,0 1 0,-1-1 0,-11 12 0,18-20 0,0-1 0,-1 0 0,1 1 0,0-1 0,-1 0 0,1 0 0,0 1 0,-1-1 0,1 0 0,0 0 0,-1 0 0,1 1 0,-1-1 0,1 0 0,0 0 0,-1 0 0,1 0 0,-1 0 0,1 0 0,-1 0 0,1 0 0,-1 0 0,1 0 0,0 0 0,-1 0 0,1 0 0,-1 0 0,1-1 0,0 1 0,-1 0 0,1 0 0,-1 0 0,1-1 0,-8-14 0,2-27 0,6 39 0,-1-42-1365,0-1-5461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7:55.3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378 1 24575,'-2'15'0,"-1"0"0,0 0 0,-1-1 0,-1 1 0,0-1 0,-1 0 0,-8 15 0,4-7 0,-14 31 0,-2-1 0,-2-1 0,-3-1 0,-71 88 0,10-26 0,90-110-104,2 0 47,-1-1-1,1-1 1,-1 1 0,0 0-1,1 0 1,-1 0 0,0 0-1,0 0 1,0-1 0,0 1-1,0 0 1,0-1 0,0 1-1,0 0 1,0-1 0,0 0 0,0 1-1,0-1 1,0 1 0,0-1-1,-2 0 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07.0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1 24575,'-1'1'0,"0"0"0,1 0 0,-1 0 0,0 0 0,0 0 0,0 0 0,1 1 0,-1-1 0,1 0 0,-1 1 0,1-1 0,-1 1 0,1-1 0,0 0 0,0 1 0,0-1 0,0 3 0,-1 1 0,-36 230 0,10 1 0,4 334 0,25-390 0,-17 609 0,1-44 0,11-262 0,1-405 0,-6 379 0,6-386 0,0-39 0,1 1 0,8 61 0,9-33-1365,-14-50-5461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09.7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86 24575,'478'1'0,"519"-3"0,-559-19 0,35-1 0,2370 22 0,-1248 2 0,-1368-16 0,-146 8 0,140-13 0,-30 14-167,-138 6-1031,-19-1-5628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16.6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1223 24575,'4'-6'0,"1"1"0,0-1 0,0 1 0,1 0 0,-1 0 0,1 0 0,0 1 0,1 0 0,-1 0 0,8-2 0,15-12 0,262-213 0,-251 197 0,145-98 0,-107 80 0,-33 19 0,45-44 0,-90 77 0,1-1 0,-1 1 0,0-1 0,1 1 0,-1 0 0,1-1 0,-1 1 0,0 0 0,1-1 0,-1 1 0,1 0 0,-1 0 0,1-1 0,0 1 0,-1 0 0,1 0 0,-1 0 0,1 0 0,-1 0 0,1 0 0,-1 0 0,1 0 0,-1 0 0,1 0 0,0 0 0,-1 0 0,1 0 0,0 0 0,6 15 0,-6 35 0,-1-35 0,5 56 0,20 100 0,-21-156 0,-1 0 0,2-1 0,0 0 0,9 19 0,-14-32 0,1-1 0,-1 1 0,0-1 0,0 1 0,0-1 0,0 0 0,1 1 0,-1-1 0,0 1 0,1-1 0,-1 0 0,0 1 0,1-1 0,-1 1 0,0-1 0,1 0 0,-1 0 0,0 1 0,1-1 0,-1 0 0,1 0 0,-1 1 0,1-1 0,-1 0 0,1 0 0,-1 0 0,1 0 0,-1 0 0,1 0 0,-1 0 0,1 0 0,0 0 0,10-13 0,5-30 0,-15 39 0,2-4 0,45-137 0,-38 123 0,0-1 0,1 2 0,2-1 0,19-25 0,12-4 0,3 1 0,74-60 0,-63 59 0,70-78 0,-115 111 0,0 0 0,-1 0 0,-1-1 0,-1 0 0,16-41 0,-19 44 0,2 0 0,19-28 0,-4 7 0,-24 36 0,0 1 0,0 0 0,0 0 0,0 0 0,0 0 0,0 0 0,1 0 0,-1-1 0,0 1 0,0 0 0,0 0 0,0 0 0,0 0 0,0 0 0,0 0 0,0 0 0,0-1 0,0 1 0,1 0 0,-1 0 0,0 0 0,0 0 0,0 0 0,0 0 0,0 0 0,0 0 0,1 0 0,-1 0 0,0 0 0,0 0 0,0 0 0,0 0 0,0 0 0,1 0 0,-1 0 0,0 0 0,0 0 0,0 0 0,0 0 0,0 0 0,0 0 0,1 0 0,-1 0 0,0 0 0,0 0 0,0 0 0,0 0 0,1 1 0,3 8 0,1 21 0,-5-25 0,8 45 0,32 191 0,-27-187 0,1-1 0,32 74 0,-18-61 0,74 157 0,-91-204 0,0 1 0,-2 0 0,0 0 0,10 38 0,-14-35 0,2 9 0,1-1 0,2 0 0,15 35 0,-25-65 0,1 0 0,-1 0 0,1 0 0,-1 0 0,1 0 0,-1 0 0,1 0 0,0 0 0,0 0 0,-1 0 0,1 0 0,0 0 0,0 0 0,0-1 0,0 1 0,0 0 0,0-1 0,0 1 0,0-1 0,0 1 0,0-1 0,1 1 0,-1-1 0,0 0 0,0-1 0,0 1 0,0 0 0,0-1 0,0 1 0,-1-1 0,1 1 0,0-1 0,0 1 0,-1-1 0,1 0 0,0 1 0,-1-1 0,1 0 0,-1 1 0,1-1 0,-1 0 0,1 0 0,-1 0 0,1-1 0,3-7 0,0-1 0,0 0 0,2-16 0,-5 24 0,7-29 0,2 0 0,1 1 0,1 1 0,1 0 0,2 1 0,1 0 0,1 1 0,25-30 0,-41 56 0,0 0 0,0-1 0,0 1 0,0 0 0,0 0 0,0 0 0,0 0 0,0 0 0,0 0 0,1 0 0,-1 1 0,0-1 0,1 0 0,-1 1 0,1-1 0,-1 1 0,0-1 0,3 1 0,-3 0 0,0 0 0,0 0 0,0 1 0,0-1 0,0 0 0,0 1 0,0-1 0,-1 1 0,1-1 0,0 1 0,0-1 0,0 1 0,-1 0 0,1-1 0,0 1 0,0 0 0,-1 0 0,1 0 0,-1-1 0,2 3 0,2 7 0,0-1 0,0 1 0,-1 0 0,3 16 0,1 1 0,-4-20 0,-1 1 0,1 0 0,0 0 0,1 0 0,0 0 0,0 0 0,1-1 0,9 12 0,-13-18 0,-1-1 0,1 0 0,0 1 0,-1-1 0,1 0 0,0 0 0,0 0 0,-1 0 0,1 0 0,0 0 0,-1 0 0,1 0 0,0 0 0,0 0 0,-1 0 0,1 0 0,0 0 0,-1 0 0,1-1 0,0 1 0,-1 0 0,1 0 0,0-1 0,-1 1 0,1-1 0,-1 1 0,1 0 0,-1-1 0,1 1 0,-1-1 0,1 0 0,-1 1 0,1-1 0,-1 1 0,1-2 0,18-27 0,-16 23 0,18-29 0,-2-1 0,-2-1 0,-1-1 0,-2 0 0,13-57 0,-16 41 0,-3 0 0,-2-1 0,-1-83 0,-5 113 0,1 0 0,1 0 0,1 0 0,2 0 0,0 1 0,2-1 0,0 2 0,2-1 0,22-43 0,-31 67 0,0-1 0,0 1 0,0-1 0,1 1 0,-1 0 0,0-1 0,0 1 0,1-1 0,-1 1 0,0-1 0,1 1 0,-1 0 0,0-1 0,1 1 0,-1 0 0,1-1 0,-1 1 0,1 0 0,-1 0 0,0-1 0,1 1 0,-1 0 0,1 0 0,-1 0 0,1 0 0,-1-1 0,1 1 0,-1 0 0,2 0 0,8 13 0,4 34 0,-11-37 0,51 237 0,-38-160 0,3-2 0,50 139 0,93 155 0,-145-341 0,1 0 0,23 36 0,-40-74 0,-1 1 0,1-1 0,-1 1 0,0-1 0,1 1 0,-1-1 0,1 1 0,-1-1 0,1 1 0,-1-1 0,1 0 0,-1 1 0,1-1 0,0 0 0,-1 1 0,1-1 0,0 0 0,-1 0 0,1 0 0,-1 1 0,1-1 0,0 0 0,-1 0 0,1 0 0,0 0 0,-1 0 0,1 0 0,0-1 0,-1 1 0,1 0 0,0 0 0,-1 0 0,1-1 0,-1 1 0,1 0 0,0 0 0,-1-1 0,1 1 0,-1-1 0,1 1 0,-1 0 0,1-1 0,-1 1 0,1-1 0,-1 1 0,0-1 0,1 0 0,-1 1 0,1-1 0,24-38 0,-19 28 0,213-318 0,-210 315 0,-5 7 0,0 1 0,0 0 0,1 0 0,0 1 0,7-8 0,-11 13 0,-1-1 0,1 1 0,0-1 0,-1 1 0,1-1 0,0 1 0,-1 0 0,1-1 0,0 1 0,0 0 0,-1 0 0,1 0 0,0-1 0,0 1 0,-1 0 0,1 0 0,0 0 0,0 0 0,0 0 0,-1 1 0,1-1 0,1 0 0,-1 1 0,1 0 0,-1 0 0,0 0 0,0 0 0,0 0 0,0 0 0,0 1 0,0-1 0,0 0 0,0 0 0,0 1 0,-1-1 0,1 1 0,0-1 0,0 3 0,5 16 0,-4-14 0,-1 0 0,1 0 0,1 0 0,-1-1 0,1 1 0,0 0 0,6 8 0,-8-14 0,-1 0 0,1 1 0,-1-1 0,1 0 0,-1 1 0,1-1 0,-1 0 0,1 1 0,-1-1 0,1 0 0,0 0 0,-1 0 0,1 0 0,-1 0 0,1 1 0,0-1 0,-1 0 0,1 0 0,-1 0 0,1-1 0,0 1 0,-1 0 0,1 0 0,-1 0 0,1 0 0,0-1 0,-1 1 0,1 0 0,-1 0 0,1-1 0,-1 1 0,1 0 0,-1-1 0,1 1 0,-1-1 0,1 0 0,18-20 0,-14 15 0,155-197 0,217-359 0,-370 548 0,-5 9 0,1 0 0,-1-1 0,1 1 0,0 1 0,1-1 0,-1 0 0,1 1 0,0 0 0,6-6 0,-10 10 0,0 0 0,1 0 0,-1 0 0,0 0 0,0 0 0,1 0 0,-1 0 0,0 0 0,1 0 0,-1 0 0,0 0 0,1 1 0,-1-1 0,0 0 0,1 0 0,-1 0 0,0 0 0,0 0 0,1 1 0,-1-1 0,0 0 0,0 0 0,1 0 0,-1 1 0,0-1 0,0 0 0,0 0 0,1 1 0,-1-1 0,0 0 0,0 0 0,0 1 0,0-1 0,0 0 0,1 1 0,-1-1 0,4 15 0,-3-12 0,28 195 0,-13-73 0,30 122 0,142 436 0,-171-632 0,48 99 0,-64-149 0,-1 0 0,0 0 0,1 0 0,-1 0 0,1 0 0,-1 0 0,1 0 0,-1 0 0,1 0 0,0 0 0,0-1 0,-1 1 0,1 0 0,0 0 0,0-1 0,0 1 0,0 0 0,0-1 0,0 1 0,0-1 0,0 1 0,0-1 0,0 0 0,0 1 0,0-1 0,0 0 0,0 0 0,0 0 0,0 0 0,0 0 0,1 0 0,-1 0 0,0 0 0,0 0 0,0 0 0,0-1 0,0 1 0,0 0 0,0-1 0,0 1 0,0-1 0,0 1 0,1-2 0,4-3 0,0 0 0,-1 0 0,1-1 0,-1 0 0,6-9 0,-1 1 0,408-469 0,-402 466 0,31-25 0,-43 38 0,0 1 0,0 0 0,1 0 0,-1 1 0,1-1 0,0 1 0,0 0 0,0 0 0,0 1 0,0-1 0,0 1 0,0 0 0,11 0 0,-10 3 0,-1 0 0,1 0 0,-1 1 0,1 0 0,-1 0 0,0 0 0,0 1 0,-1 0 0,1 0 0,-1 0 0,1 0 0,5 9 0,2 0 0,6 5 0,2 4 0,1-2 0,1 0 0,44 29 0,-64-47 0,0-1 0,0 0 0,1 0 0,-1-1 0,0 1 0,1 0 0,-1-1 0,1 1 0,-1-1 0,1 0 0,-1 0 0,1 0 0,-1 0 0,0 0 0,1-1 0,-1 1 0,1-1 0,-1 0 0,0 1 0,1-1 0,-1 0 0,0 0 0,0-1 0,1 1 0,-1 0 0,0-1 0,3-2 0,5-5 0,-1-1 0,0 0 0,0 0 0,7-13 0,-4 7 0,248-396 0,-7 8 0,-249 398 0,18-20 0,-22 26 0,1-1 0,-1 1 0,0 0 0,1-1 0,-1 1 0,0 0 0,1-1 0,-1 1 0,1 0 0,-1 0 0,1-1 0,-1 1 0,0 0 0,1 0 0,-1 0 0,1 0 0,-1 0 0,1 0 0,-1 0 0,1 0 0,-1 0 0,1 0 0,-1 0 0,1 0 0,-1 0 0,1 0 0,-1 0 0,1 0 0,-1 0 0,1 1 0,-1-1 0,1 0 0,-1 0 0,0 1 0,1-1 0,-1 0 0,1 1 0,-1-1 0,0 0 0,1 1 0,-1-1 0,0 0 0,1 1 0,-1-1 0,0 1 0,0-1 0,0 1 0,1-1 0,-1 1 0,0-1 0,0 1 0,0-1 0,0 1 0,0 0 0,45 168 0,-34-134 0,275 760 0,-263-742-115,91 183-1135,-106-222-5576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18.3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138 0 24575,'-1'0'0,"0"1"0,-1-1 0,1 0 0,0 1 0,0-1 0,0 1 0,0-1 0,0 1 0,0 0 0,0-1 0,0 1 0,0 0 0,0 0 0,0 0 0,0 0 0,1-1 0,-1 1 0,0 0 0,1 1 0,-2 0 0,-12 27 0,11-21 0,-18 44 0,3 0 0,2 1 0,2 0 0,2 2 0,-6 88 0,18-134-115,4-11 152,9-24 158,12-39-1677,-13 30-5344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19.0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24575,'2'0'0,"-1"1"0,0-1 0,0 0 0,0 1 0,0-1 0,0 1 0,0 0 0,0-1 0,0 1 0,0 0 0,0-1 0,0 1 0,0 0 0,0 0 0,-1 0 0,1 0 0,0 0 0,-1 0 0,1 0 0,0 0 0,0 2 0,11 29 0,-10-26 0,16 57 0,12 77 0,-20-81 0,34 102 0,-48-199-1365,-1 27-5461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19.6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77 24575,'3'0'0,"7"0"0,8-2 0,6 0 0,8-2 0,5-4 0,2-2 0,-1-2 0,-2 0 0,-7 2 0,-5 3 0,-6 2 0,-4 2 0,-4 2-8191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20.3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24575,'2'4'0,"1"1"0,-1-1 0,-1 1 0,1 0 0,-1 0 0,1 0 0,-2-1 0,1 1 0,0 0 0,-1 6 0,2 6 0,17 151 0,-17-166 0,2-11 0,6-26 0,12-38 0,-22 72-2,9-18 63,20-32 0,-26 46-184,0 1-1,1-1 0,0 1 0,0 0 0,0 0 1,0 0-1,0 0 0,1 1 0,0 0 1,0 0-1,8-4 0,-4 3-6702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21.5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3 180 24575,'1'-4'0,"-1"1"0,1 0 0,0-1 0,0 1 0,0 0 0,0-1 0,1 1 0,-1 0 0,1 0 0,0 0 0,0 0 0,0 0 0,0 1 0,0-1 0,1 1 0,-1-1 0,1 1 0,6-4 0,-6 4 0,0-1 0,0 1 0,0-1 0,-1 1 0,1-1 0,-1 0 0,1 0 0,-1 0 0,0 0 0,0 0 0,0-1 0,0 1 0,-1-1 0,0 1 0,1-1 0,0-6 0,-2 6 0,1 0 0,-1-1 0,0 1 0,-1-1 0,1 1 0,-1 0 0,0-1 0,0 1 0,-2-5 0,3 8 0,-1 1 0,1-1 0,-1 0 0,0 0 0,1 0 0,-1 0 0,0 1 0,1-1 0,-1 0 0,0 0 0,0 1 0,0-1 0,0 1 0,1-1 0,-1 1 0,0-1 0,0 1 0,0 0 0,0-1 0,0 1 0,0 0 0,0 0 0,0-1 0,0 1 0,-1 0 0,1 0 0,0 0 0,0 1 0,0-1 0,0 0 0,0 0 0,0 0 0,0 1 0,0-1 0,0 1 0,0-1 0,0 0 0,1 1 0,-1 0 0,0-1 0,0 1 0,0 0 0,-1 0 0,0 1 0,-1 1 0,1-1 0,-1 0 0,1 1 0,0-1 0,0 1 0,0 0 0,1 0 0,-1 0 0,0 0 0,1 0 0,0 0 0,0 0 0,0 0 0,0 0 0,0 0 0,0 7 0,0 7 0,0 0 0,2 21 0,-1-19 0,0-13 0,0-1 0,0 1 0,1-1 0,-1 1 0,1-1 0,1 1 0,3 9 0,-4-13 0,0 0 0,0-1 0,0 1 0,1 0 0,-1-1 0,1 1 0,-1-1 0,1 0 0,-1 1 0,1-1 0,0 0 0,0 0 0,0 0 0,0 0 0,0 0 0,0 0 0,0-1 0,0 1 0,0-1 0,0 1 0,0-1 0,0 0 0,4 0 0,-1 0-66,61 2 261,-61-3-331,0 1 0,0-1 0,-1 1 0,1-1 1,0-1-1,0 1 0,-1-1 0,1 0 1,-1 0-1,9-5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22.6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14 24575,'-3'-2'0,"0"0"0,0 1 0,0-1 0,0 1 0,0 0 0,0 0 0,0 0 0,0 0 0,-1 1 0,1-1 0,0 1 0,-6 0 0,1 0 0,0 0 0,0 0 0,1 1 0,-12 2 0,16-2 0,1 0 0,-1 1 0,1-1 0,-1 1 0,1-1 0,-1 1 0,1 0 0,0 0 0,0 0 0,0 0 0,0 0 0,0 1 0,0-1 0,1 1 0,-1-1 0,1 1 0,-1-1 0,1 1 0,0 0 0,0 0 0,1 0 0,-1-1 0,0 1 0,1 0 0,-1 3 0,0 12 0,0 0 0,1 0 0,2 19 0,0-7 0,-3-27 0,1 0 0,0 0 0,1 0 0,-1 0 0,0 0 0,1 0 0,0 0 0,-1 0 0,1 0 0,1 0 0,-1-1 0,0 1 0,1 0 0,-1-1 0,1 1 0,0-1 0,3 5 0,-2-6 0,-1 1 0,0-1 0,0 0 0,1 0 0,-1-1 0,1 1 0,-1 0 0,1-1 0,-1 0 0,1 1 0,0-1 0,-1 0 0,1 0 0,-1-1 0,1 1 0,-1 0 0,1-1 0,-1 1 0,1-1 0,-1 0 0,5-2 0,-4 2 0,0-1 0,-1 1 0,1 0 0,0-1 0,-1 0 0,0 0 0,1 1 0,-1-1 0,0-1 0,0 1 0,0 0 0,0 0 0,0-1 0,-1 1 0,1-1 0,-1 0 0,0 1 0,1-1 0,0-5 0,1-3 0,-1 0 0,0 0 0,0-21 0,-2 29 0,3-4 0,4 14 0,10 24 0,-12-19 0,-1-5 0,1 0 0,0 0 0,0 0 0,0-1 0,13 12 0,-17-17 0,0 0 0,0 0 0,0 0 0,1 0 0,-1 0 0,0 0 0,1 0 0,-1-1 0,0 1 0,1-1 0,-1 1 0,1-1 0,-1 1 0,1-1 0,-1 0 0,1 1 0,0-1 0,-1 0 0,1 0 0,-1-1 0,1 1 0,-1 0 0,1 0 0,-1-1 0,1 1 0,-1-1 0,1 1 0,-1-1 0,1 1 0,-1-1 0,0 0 0,1 0 0,-1 0 0,0 0 0,0 0 0,1 0 0,-1 0 0,0 0 0,1-2 0,7-9 3,-1-1 0,0 0 0,9-22 0,-1 4-1380,-6 12-5449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23.6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10 24575,'0'0'0,"0"-1"0,0 1 0,0 0 0,0-1 0,0 1 0,0 0 0,0-1 0,0 1 0,0 0 0,0-1 0,0 1 0,0 0 0,0-1 0,-1 1 0,1 0 0,0 0 0,0-1 0,0 1 0,-1 0 0,1-1 0,0 1 0,0 0 0,0 0 0,-1 0 0,1-1 0,0 1 0,0 0 0,-1 0 0,1 0 0,0 0 0,-1-1 0,1 1 0,0 0 0,-1 0 0,-13 3 0,-9 13 0,19-10 0,1 1 0,0 0 0,0 0 0,0 0 0,1 0 0,0 0 0,0 1 0,1-1 0,0 1 0,-1 13 0,2 12 0,4 36 0,-3-55 0,-1-11 0,1-1 0,-1 1 0,1 0 0,-1-1 0,1 1 0,0-1 0,0 1 0,0-1 0,0 1 0,1-1 0,-1 0 0,1 1 0,-1-1 0,1 0 0,0 0 0,0 0 0,0 0 0,0-1 0,0 1 0,0 0 0,0-1 0,1 1 0,-1-1 0,0 0 0,1 0 0,-1 0 0,1 0 0,0 0 0,-1-1 0,4 1 0,-3 0 0,0-1 0,0 0 0,1 0 0,-1 0 0,0 0 0,0-1 0,0 1 0,0-1 0,1 0 0,-1 1 0,0-2 0,0 1 0,-1 0 0,1 0 0,0-1 0,0 0 0,-1 1 0,1-1 0,-1 0 0,1-1 0,-1 1 0,0 0 0,0-1 0,0 1 0,2-4 0,12-26-1365,-9 19-5461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24.7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24575,'8'35'0,"-3"71"0,-2-27 0,16 91 0,-16-124 0,-3-37 0,0-1 0,0 0 0,1 0 0,1 1 0,-1-1 0,4 10 0,2-45 0,0-22 0,-5 31 0,0 0 0,1 0 0,1 1 0,1-1 0,13-32 0,-17 49 0,-1 0 0,1 0 0,0-1 0,0 1 0,0 0 0,0 0 0,0 0 0,0 0 0,0 0 0,0 0 0,0 1 0,0-1 0,0 0 0,1 0 0,-1 1 0,0-1 0,1 1 0,-1-1 0,0 1 0,1 0 0,-1-1 0,0 1 0,3 0 0,0 0 0,-1 0 0,1 1 0,-1-1 0,1 1 0,-1 0 0,0 0 0,1 0 0,-1 1 0,5 2 0,-1 0 0,1 1 0,-1 0 0,0 0 0,0 1 0,0 0 0,-1 0 0,7 8 0,5 17 0,-14-23 0,1 0 0,0 0 0,0 0 0,0-1 0,13 14 0,-16-20 0,-1 0 0,1 1 0,0-1 0,-1 0 0,1 0 0,0 0 0,0-1 0,0 1 0,0 0 0,0-1 0,0 1 0,0-1 0,0 0 0,0 1 0,0-1 0,0 0 0,0 0 0,0 0 0,0-1 0,0 1 0,0 0 0,0-1 0,0 0 0,0 1 0,-1-1 0,1 0 0,0 0 0,0 0 0,0 0 0,-1 0 0,1 0 0,2-2 0,6-6-273,0 1 0,0-1 0,-1-1 0,8-10 0,0-3-6553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26.7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122 118 24575,'0'-1'0,"0"0"0,0 0 0,-1 0 0,1 0 0,0 0 0,-1 0 0,1 0 0,-1 0 0,1 0 0,-1 0 0,0 0 0,1 0 0,-1 1 0,0-1 0,0 0 0,1 0 0,-1 1 0,0-1 0,0 1 0,0-1 0,0 1 0,0-1 0,0 1 0,0-1 0,0 1 0,0 0 0,0-1 0,0 1 0,0 0 0,0 0 0,0 0 0,0 0 0,0 0 0,0 0 0,-2 1 0,-1-1 0,-1 0 0,1 0 0,0 1 0,-1-1 0,1 1 0,0 0 0,-6 3 0,6-2 0,1 1 0,-1 0 0,1 0 0,-1 0 0,1 0 0,0 0 0,0 1 0,1-1 0,-1 1 0,1 0 0,-1 0 0,1 0 0,0 0 0,1 0 0,-1 1 0,1-1 0,0 1 0,-1 6 0,0-1 0,1-1 0,0 0 0,1 1 0,0-1 0,0 1 0,1-1 0,0 1 0,3 9 0,-3-17 0,-1-1 0,1 1 0,0-1 0,-1 1 0,1-1 0,0 0 0,0 1 0,0-1 0,0 0 0,0 0 0,0 1 0,1-1 0,-1 0 0,0 0 0,0 0 0,1-1 0,-1 1 0,1 0 0,-1 0 0,1-1 0,-1 1 0,1-1 0,-1 1 0,1-1 0,-1 0 0,1 0 0,0 1 0,-1-1 0,1 0 0,0-1 0,-1 1 0,1 0 0,-1 0 0,1-1 0,1 0 0,0 1 0,1-1 0,-1 0 0,0 0 0,0 0 0,0-1 0,0 1 0,0-1 0,0 1 0,0-1 0,0 0 0,-1 0 0,1-1 0,-1 1 0,1 0 0,-1-1 0,3-3 0,-2-1 0,0-1 0,0 1 0,-1-1 0,0 0 0,0 0 0,0 0 0,0-14 0,-3-59 0,0 70 0,3 19 0,0 1 0,0-1 0,1 0 0,0 0 0,8 16 0,-9-19 0,1 0 0,-1-1 0,1 1 0,0 0 0,1-1 0,-1 0 0,1 0 0,-1 0 0,1 0 0,1-1 0,-1 1 0,6 3 0,-5-6 0,0 1 0,0-1 0,0 0 0,0 0 0,0-1 0,0 1 0,0-1 0,0 0 0,1-1 0,-1 1 0,0-1 0,0 0 0,0 0 0,0-1 0,0 1 0,-1-1 0,1 0 0,0-1 0,-1 1 0,0-1 0,1 0 0,-1 0 0,0 0 0,0 0 0,-1-1 0,1 0 0,-1 1 0,1-1 0,-1-1 0,-1 1 0,1 0 0,4-9 0,-3 1 0,0 0 0,0 0 0,-1 0 0,1-18 0,-3 26 0,-1 1 0,1-1 0,-1 0 0,0 1 0,0-1 0,-1 1 0,1-1 0,-1 1 0,1-1 0,-1 1 0,0-1 0,-1 1 0,1 0 0,0 0 0,-1-1 0,0 1 0,0 0 0,0 0 0,0 1 0,-3-5 0,4 7 0,1-1 0,-1 1 0,1-1 0,-1 1 0,0-1 0,1 1 0,-1 0 0,1-1 0,-1 1 0,0 0 0,1-1 0,-1 1 0,0 0 0,0 0 0,1-1 0,-1 1 0,0 0 0,1 0 0,-1 0 0,0 0 0,0 0 0,1 0 0,-1 0 0,0 0 0,0 0 0,1 1 0,-1-1 0,0 0 0,1 0 0,-1 1 0,0-1 0,1 0 0,-1 1 0,0-1 0,1 1 0,-1-1 0,1 1 0,-1-1 0,1 1 0,-1-1 0,1 1 0,-1-1 0,1 1 0,-1 0 0,1-1 0,0 1 0,0 0 0,-1-1 0,1 1 0,0 0 0,-1 1 0,1-1 0,-1 1 0,1 0 0,0 0 0,0-1 0,-1 1 0,1 0 0,0 0 0,1-1 0,-1 1 0,0 0 0,0 0 0,1-1 0,-1 1 0,1 0 0,-1-1 0,1 1 0,0 0 0,0-1 0,-1 1 0,1-1 0,0 1 0,3 2 0,-2-3 0,1 1 0,0 0 0,-1-1 0,1 1 0,0-1 0,0 0 0,0 0 0,0 0 0,0 0 0,0 0 0,0-1 0,0 0 0,0 1 0,0-1 0,0 0 0,0 0 0,0-1 0,1 1 0,-1-1 0,4-1 0,-3 1 0,0 0 0,1-1 0,-1 0 0,0 0 0,0 0 0,0 0 0,-1-1 0,1 1 0,0-1 0,-1 0 0,0 0 0,0-1 0,3-3 0,-4 4 0,0 0 0,1 0 0,-1 1 0,0-1 0,1 1 0,-1-1 0,1 1 0,0 0 0,5-3 0,-7 4 0,-1 1 0,1 0 0,-1 0 0,1 0 0,-1 0 0,1 0 0,-1 0 0,0 0 0,1 0 0,-1 0 0,1 0 0,-1 0 0,1 0 0,-1 0 0,1 0 0,-1 0 0,1 0 0,-1 0 0,0 1 0,1-1 0,-1 0 0,1 0 0,-1 1 0,0-1 0,1 0 0,-1 0 0,1 1 0,0 1 0,0 0 0,0-1 0,0 1 0,-1 0 0,1 0 0,0-1 0,-1 1 0,0 0 0,1 0 0,-1 0 0,0 2 0,1 31 0,1 19 0,-1-51 0,-1 1 0,1 0 0,0-1 0,0 1 0,0-1 0,0 1 0,1-1 0,-1 0 0,1 1 0,4 5 0,-1-6-1365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27.4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 24575,'-2'117'0,"4"122"0,-2-235 0,1 1 0,0-1 0,0 0 0,0 1 0,1-1 0,-1 0 0,1 1 0,0-1 0,0 0 0,1-1 0,-1 1 0,1 0 0,0-1 0,0 1 0,0-1 0,0 0 0,6 5 0,-7-7 0,-1 0 0,1 0 0,0 0 0,-1 0 0,1-1 0,0 1 0,0 0 0,0-1 0,-1 0 0,1 1 0,0-1 0,0 0 0,0 0 0,0 0 0,0 0 0,0 0 0,3 0 0,-3-1 0,0 0 0,0 0 0,0 0 0,0 0 0,0-1 0,0 1 0,0-1 0,0 1 0,-1-1 0,1 1 0,-1-1 0,1 0 0,-1 0 0,1 0 0,-1 0 0,0 0 0,2-4 0,2-6-1365,-3 2-5461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28.0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 24575,'1'0'0,"4"0"0,1 0 0,2 0 0,2 0 0,0 0 0,1 0 0,0 0 0,0-1 0,0-2 0,0 1 0,2 0 0,0-1 0,0 0 0,-1 0 0,-2-1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29.2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376 1 24575,'-2'3'0,"0"1"0,0-1 0,0 1 0,1 0 0,-1 0 0,1 0 0,0 0 0,0 0 0,0 7 0,-3 8 0,-65 232 0,-97 303 0,122-447 0,29-74 0,0 1 0,3 1 0,1 0 0,-10 53 0,20-79-119,-2 18 372,7-24-559,5-15-887,2-6-5633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30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0 24575,'-3'57'0,"-16"94"0,10-100 0,3 2 0,-1 65 0,21-211-1365,-7 61-5461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31.3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24575,'1'1'0,"-1"-1"0,1 1 0,0-1 0,-1 1 0,1-1 0,-1 1 0,1-1 0,-1 1 0,0 0 0,1-1 0,-1 1 0,0 0 0,1-1 0,-1 1 0,0 0 0,0 0 0,1-1 0,-1 1 0,0 0 0,0 0 0,0-1 0,0 3 0,2 21 0,-2-21 0,1 281-69,-1-216-1227,0-77-5530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32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 24575,'2'-2'0,"4"-2"0,5-2 0,2-1 0,-3 2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33.5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 24575,'0'-2'0,"1"-1"0,2-1 0,4 0 0,6-1 0,4 0 0,-2 1-8191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35.3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0 24575,'-1'3'0,"-1"-1"0,1 1 0,0-1 0,0 1 0,0-1 0,0 1 0,0 0 0,0-1 0,1 1 0,0 0 0,-1 0 0,1 0 0,0 3 0,0 0 0,-8 59 0,4 0 0,6 119 0,2-172-1365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37.3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14 24575,'2'-2'0,"0"1"0,0 0 0,-1 0 0,1-1 0,0 1 0,0 0 0,0 1 0,0-1 0,0 0 0,0 1 0,1-1 0,-1 1 0,0-1 0,0 1 0,0 0 0,0 0 0,1 0 0,-1 0 0,0 0 0,3 1 0,-3 0 0,-1-1 0,1 0 0,-1 1 0,1-1 0,-1 1 0,0-1 0,1 1 0,-1 0 0,0 0 0,1 0 0,-1 0 0,0 0 0,0 0 0,0 0 0,0 0 0,0 0 0,0 0 0,0 0 0,0 1 0,0-1 0,0 0 0,-1 1 0,1-1 0,-1 1 0,1-1 0,-1 1 0,1-1 0,-1 3 0,0-1 0,0 1 0,0 0 0,0 0 0,-1-1 0,0 1 0,1 0 0,-2-1 0,1 1 0,0-1 0,-1 1 0,1-1 0,-1 0 0,0 1 0,0-1 0,0 0 0,-1 0 0,1-1 0,-1 1 0,1 0 0,-5 2 0,2 1 0,4-6 0,1 0 0,0 0 0,-1 1 0,1-1 0,0 0 0,-1 0 0,1 1 0,0-1 0,-1 0 0,1 0 0,0 1 0,-1-1 0,1 0 0,0 1 0,0-1 0,-1 0 0,1 1 0,0-1 0,0 1 0,0-1 0,0 0 0,0 1 0,-1-1 0,1 1 0,0-1 0,0 0 0,0 1 0,0-1 0,0 1 0,0-1 0,0 1 0,1-1 0,-1 0 0,0 1 0,0-1 0,0 1 0,0-1 0,0 0 0,1 1 0,18 0 0,25-11 0,-42 10 0,-1-1 0,1 0 0,0 0 0,0 1 0,0 0 0,0-1 0,1 1 0,-1 0 0,0 0 0,0 0 0,0 0 0,0 0 0,0 0 0,0 1 0,0-1 0,0 1 0,0-1 0,0 1 0,0 0 0,0 0 0,-1 0 0,1 0 0,2 1 0,-2 0 0,-1 1 0,1-1 0,0 0 0,-1 0 0,0 1 0,1-1 0,-1 1 0,0-1 0,0 1 0,0 0 0,-1-1 0,1 1 0,-1 0 0,0 0 0,1 2 0,-1 4 0,0 0 0,-1-1 0,1 1 0,-2-1 0,1 1 0,-1-1 0,-1 0 0,1 1 0,-1-1 0,-5 9 0,1-8 0,1 0 0,-1 0 0,-1 0 0,1-1 0,-1-1 0,-18 14 0,22-18 0,0 0 0,-1 0 0,1-1 0,0 1 0,-1-1 0,0 0 0,1-1 0,-1 1 0,0-1 0,0 0 0,0 0 0,0 0 0,0-1 0,0 0 0,0 0 0,0 0 0,-9-2 0,13 2 4,0 0-1,0-1 0,0 1 1,0-1-1,0 1 0,0-1 1,0 0-1,0 1 0,0-1 1,0 0-1,0 0 0,0 0 0,0 1 1,1-1-1,-1 0 0,0 0 1,1 0-1,-1 0 0,0 0 1,1 0-1,-1-1 0,1 1 1,0 0-1,-1 0 0,1 0 1,0 0-1,0-1 0,0 1 1,0 0-1,0 0 0,0 0 1,0-1-1,0 1 0,0 0 1,1-2-1,1-4-300,-1 1 0,1 0 0,1-1 0,5-10 0,-2 5-6529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39.2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90 190 24575,'-9'0'0,"4"0"0,-1 0 0,0 0 0,1 0 0,-1 1 0,1 0 0,-1 0 0,-7 2 0,11-2 0,0 0 0,1 1 0,-1-1 0,0 0 0,1 1 0,-1-1 0,1 0 0,0 1 0,-1 0 0,1-1 0,0 1 0,0 0 0,0 0 0,0-1 0,0 1 0,1 0 0,-1 0 0,0 0 0,1 0 0,0 0 0,-1 0 0,1 0 0,0 0 0,0 3 0,0 2 0,-2 15 0,1 1 0,3 31 0,-2-50 0,1 0 0,-1 1 0,1-1 0,0 1 0,0-1 0,0 0 0,1 0 0,-1 0 0,1 0 0,0 0 0,1 0 0,-1 0 0,1-1 0,-1 1 0,1-1 0,0 1 0,0-1 0,0 0 0,5 3 0,-7-5 0,1 0 0,-1 0 0,1 0 0,0 0 0,0 0 0,-1 0 0,1 0 0,0 0 0,0-1 0,0 1 0,0-1 0,0 1 0,0-1 0,0 0 0,0 0 0,0 0 0,0 0 0,0 0 0,0 0 0,0 0 0,0-1 0,0 1 0,0-1 0,0 0 0,0 1 0,0-1 0,-1 0 0,1 0 0,0 0 0,0 0 0,-1-1 0,1 1 0,-1 0 0,1-1 0,-1 1 0,0-1 0,1 1 0,-1-1 0,0 0 0,0 1 0,0-1 0,1-3 0,2-4 0,-1 0 0,-1-1 0,0 1 0,0 0 0,0-1 0,-1 1 0,-1-16 0,-2-48 0,2 81 0,1-1 0,0 1 0,0 0 0,1 0 0,0-1 0,0 1 0,4 7 0,-5-13 0,1 1 0,-1-1 0,1 1 0,0-1 0,0 0 0,0 1 0,0-1 0,0 0 0,0-1 0,0 1 0,1 0 0,-1-1 0,1 1 0,-1-1 0,1 0 0,0 1 0,-1-1 0,1-1 0,0 1 0,0 0 0,0-1 0,0 1 0,0-1 0,4 0 0,12 1 0,83-2 0,-91 0 0,0 0 0,0 0 0,-1-2 0,1 1 0,-1-1 0,1-1 0,9-4 0,-17 6 0,0 1 0,-1-1 0,1 1 0,-1-1 0,0 0 0,1 0 0,-1 0 0,0 0 0,0 0 0,-1-1 0,1 1 0,0-1 0,-1 1 0,1-1 0,-1 1 0,0-1 0,0 0 0,0 0 0,1-2 0,-2 0 0,1 0 0,-1 1 0,0-1 0,0 0 0,0 1 0,-1-1 0,0 0 0,0 1 0,0-1 0,0 1 0,-3-6 0,2 3 0,-1 1 0,0 0 0,-1 0 0,1 0 0,-1 0 0,0 1 0,-1-1 0,1 1 0,-1 0 0,0 0 0,0 1 0,-1 0 0,1 0 0,-1 0 0,0 0 0,-10-3 0,10 5 0,-1 0 0,1 1 0,-1 0 0,0 1 0,0 0 0,-11 0 0,16 0 0,1 0 0,-1 0 0,0 1 0,1-1 0,-1 0 0,0 0 0,1 1 0,-1-1 0,0 1 0,1 0 0,-1-1 0,1 1 0,-1 0 0,1 0 0,0 0 0,-1 0 0,1 0 0,0 0 0,0 0 0,-1 1 0,1-1 0,0 0 0,0 1 0,0-1 0,1 1 0,-1-1 0,0 1 0,0-1 0,1 1 0,-1-1 0,0 3 0,1-3 0,0 0 0,0-1 0,0 1 0,0 0 0,0 0 0,0-1 0,0 1 0,0 0 0,0 0 0,0-1 0,1 1 0,-1 0 0,0 0 0,0-1 0,1 1 0,-1 0 0,1-1 0,-1 1 0,0 0 0,1-1 0,-1 1 0,1-1 0,-1 1 0,1-1 0,0 1 0,-1-1 0,1 1 0,-1-1 0,1 1 0,1-1 0,0 1 0,0-1 0,0 1 0,0-1 0,0 0 0,0 0 0,1 0 0,-1 0 0,0 0 0,0-1 0,4 0 0,3-2 0,-1 0 0,1 0 0,-1-1 0,11-6 0,-6 1 0,-1-2 0,1 0 0,-2 0 0,12-14 0,-16 16 0,1 0 0,0 0 0,1 0 0,0 2 0,0-1 0,1 1 0,0 0 0,0 1 0,11-6 0,-19 12 0,-1-1 0,1 1 0,-1 0 0,1-1 0,-1 1 0,1 0 0,-1 0 0,1 0 0,-1 0 0,1 0 0,0 0 0,-1 0 0,1 1 0,-1-1 0,1 1 0,-1-1 0,0 1 0,1-1 0,-1 1 0,1 0 0,-1-1 0,0 1 0,0 0 0,1 0 0,-1 0 0,0 0 0,0 0 0,0 1 0,0-1 0,0 0 0,0 0 0,0 1 0,-1-1 0,1 0 0,0 1 0,-1-1 0,1 1 0,0 2 0,2 9 0,1 0 0,-2 0 0,3 24 0,-2-13 0,8 28-1365,-5-32-5461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40.6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127 1 24575,'-8'0'0,"0"0"0,0 0 0,-1 1 0,1 0 0,0 0 0,-12 4 0,17-3 0,1-1 0,-1 1 0,0 0 0,1-1 0,-1 1 0,1 0 0,-1 1 0,1-1 0,0 0 0,0 1 0,0-1 0,0 1 0,0 0 0,1-1 0,-1 1 0,1 0 0,0 0 0,0 0 0,-2 5 0,2-3 0,-2 5 0,0 1 0,0 0 0,1-1 0,-1 20 0,3-28 0,-1 0 0,1 0 0,1 0 0,-1 0 0,0 1 0,0-1 0,1 0 0,-1 0 0,1-1 0,0 1 0,0 0 0,-1 0 0,1 0 0,0 0 0,1 0 0,-1-1 0,0 1 0,0-1 0,1 1 0,-1-1 0,1 1 0,-1-1 0,1 0 0,0 0 0,-1 1 0,1-1 0,0 0 0,0-1 0,0 1 0,0 0 0,0-1 0,2 2 0,12 1 0,0-1 0,1-1 0,-1 0 0,0 0 0,0-2 0,1 0 0,-1-1 0,0-1 0,30-9 0,-43 11-170,0 0-1,0-1 0,0 1 1,0-1-1,0 0 0,-1 0 1,5-4-1,1-3-6655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41.5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24575,'21'250'0,"-22"-256"0,0 0 0,1 0 0,0 0 0,0 0 0,1 0 0,-1 0 0,1 0 0,1 0 0,-1 0 0,1 1 0,3-9 0,-3 11 0,0-1 0,0 2 0,0-1 0,0 0 0,0 0 0,1 1 0,-1-1 0,1 1 0,0 0 0,-1-1 0,1 1 0,0 1 0,0-1 0,0 0 0,1 1 0,-1-1 0,0 1 0,1 0 0,-1 0 0,0 1 0,6-2 0,-7 2 0,5-1 0,1 0 0,0 1 0,-1 0 0,11 1 0,-16-1 0,-1 0 0,1 0 0,-1 1 0,1-1 0,0 1 0,-1-1 0,1 1 0,-1-1 0,1 1 0,-1 0 0,1 0 0,-1 0 0,0 0 0,1 0 0,-1 0 0,0 0 0,0 1 0,0-1 0,0 0 0,0 1 0,0-1 0,0 1 0,0-1 0,-1 1 0,2 2 0,2 10 0,-2-7 0,0 1 0,0-1 0,1 0 0,0 0 0,8 14 0,-10-20 0,0 1 0,1-1 0,-1 1 0,0-1 0,1 0 0,0 1 0,-1-1 0,1 0 0,0 0 0,-1 0 0,1 0 0,0-1 0,0 1 0,0 0 0,0-1 0,0 1 0,0-1 0,0 1 0,0-1 0,0 0 0,0 0 0,0 0 0,0 0 0,0-1 0,-1 1 0,1 0 0,0-1 0,3 0 0,25-9-455,0-1 0,43-23 0,-50 22-6371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43.2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37 144 24575,'-2'0'0,"0"1"0,0-1 0,1 1 0,-1 0 0,0-1 0,0 1 0,1 0 0,-1 0 0,0 0 0,1 0 0,-1 1 0,1-1 0,0 0 0,-1 1 0,1-1 0,0 1 0,0-1 0,0 1 0,0 0 0,0-1 0,0 1 0,0 0 0,0 0 0,1-1 0,-1 1 0,1 0 0,-1 0 0,1 0 0,0 0 0,0 0 0,0 0 0,0 0 0,1 3 0,-2-3 0,1 0 0,0 0 0,0 1 0,0-1 0,0 0 0,1 0 0,-1 0 0,1 0 0,-1 1 0,1-1 0,0 0 0,-1 0 0,1 0 0,0 0 0,1 0 0,-1 0 0,0-1 0,0 1 0,1 0 0,-1-1 0,1 1 0,0-1 0,-1 1 0,1-1 0,0 0 0,0 0 0,0 1 0,0-1 0,0-1 0,4 3 0,-4-3 0,0 0 0,0-1 0,0 1 0,0 0 0,-1-1 0,1 1 0,0-1 0,0 1 0,0-1 0,0 0 0,0 0 0,-1 0 0,1 0 0,0 0 0,-1 0 0,1 0 0,-1 0 0,1-1 0,-1 1 0,0-1 0,1 1 0,-1-1 0,0 0 0,0 1 0,0-1 0,0 0 0,-1 0 0,1 1 0,0-1 0,-1 0 0,1 0 0,-1 0 0,0 0 0,1 0 0,-1 0 0,0 0 0,0 0 0,0 0 0,-1 0 0,1 0 0,-1-3 0,3 10 0,1 1 0,0-1 0,0 0 0,0 0 0,1-1 0,-1 1 0,9 7 0,-11-11 0,-1 0 0,1-1 0,0 1 0,0 0 0,0-1 0,0 1 0,-1-1 0,1 1 0,0-1 0,0 0 0,0 1 0,0-1 0,0 0 0,0 0 0,0 0 0,0 1 0,0-1 0,0 0 0,0 0 0,0-1 0,1 1 0,-1-1 0,0 1 0,0-1 0,0 0 0,0 0 0,0 0 0,0 0 0,0 0 0,0 0 0,0 0 0,0 0 0,-1 0 0,1 0 0,0-1 0,-1 1 0,1 0 0,-1 0 0,0-1 0,1 1 0,-1 0 0,0-3 0,2-2 0,-1 0 0,0-1 0,-1 1 0,0 0 0,1 0 0,-2 0 0,1 0 0,-3-12 0,2 15 0,0 0 0,0 0 0,0 1 0,0-1 0,-1 0 0,1 0 0,-1 1 0,0-1 0,0 0 0,0 1 0,0 0 0,0 0 0,0-1 0,-1 1 0,1 0 0,-1 1 0,0-1 0,-4-2 0,14-3 0,1 0 0,0 1 0,0-1 0,1 2 0,11-7 0,-8 4 0,59-43 0,-70 50 0,-1 1 0,1 0 0,-1 0 0,1-1 0,-1 1 0,0 0 0,1 0 0,-1 0 0,1 0 0,-1 0 0,1-1 0,-1 1 0,1 0 0,-1 0 0,1 0 0,-1 0 0,0 1 0,1-1 0,-1 0 0,1 0 0,-1 0 0,1 0 0,-1 0 0,1 1 0,-1-1 0,0 0 0,1 0 0,-1 0 0,1 1 0,-1-1 0,0 0 0,1 1 0,-1-1 0,0 0 0,0 1 0,1-1 0,-1 1 0,0-1 0,0 0 0,1 1 0,-1-1 0,0 1 0,0-1 0,0 1 0,0-1 0,0 0 0,0 1 0,1-1 0,-1 1 0,0-1 0,0 1 0,0-1 0,-1 1 0,1 0 0,2 35 0,-3-25 0,2 9 0,-1-9 0,1 0 0,0-1 0,4 20 0,-5-30 0,0 0 0,0 0 0,0 0 0,0 0 0,0-1 0,0 1 0,0 0 0,1 0 0,-1 0 0,0 0 0,0 0 0,0 0 0,0 0 0,0 0 0,0 0 0,0 0 0,0 0 0,0 0 0,0 0 0,0 0 0,0 0 0,0 0 0,1 0 0,-1 0 0,0 0 0,0 0 0,0 0 0,0 0 0,0 0 0,0 0 0,0 0 0,0 0 0,0 0 0,0 0 0,0 0 0,0 0 0,0 0 0,1 0 0,-1 0 0,0 0 0,0 0 0,0 0 0,0 1 0,0-1 0,0 0 0,0 0 0,0 0 0,0 0 0,0 0 0,0 0 0,0 0 0,0 0 0,0 0 0,0 0 0,0 0 0,3-12 0,0-17 0,-3 3-1365,1 0-5461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44.0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24575,'1'37'0,"3"-1"0,8 37 0,3 39 0,-14-109 0,-1-1 0,1 1 0,0 0 0,-1-1 0,1 0 0,0 1 0,1-1 0,-1 1 0,0-1 0,1 0 0,-1 0 0,1 0 0,-1 0 0,1 0 0,0 0 0,0 0 0,0-1 0,0 1 0,0-1 0,0 1 0,1-1 0,-1 0 0,4 1 0,-4-1 0,0 0 0,0 0 0,0-1 0,0 1 0,0-1 0,0 1 0,0-1 0,0 0 0,0 0 0,0 0 0,1 0 0,-1 0 0,0-1 0,0 1 0,0-1 0,0 1 0,0-1 0,0 0 0,0 0 0,0 0 0,0 0 0,0 0 0,-1 0 0,1 0 0,0-1 0,-1 1 0,1 0 0,2-4 0,-3 4 5,0 0 1,-1-1-1,1 1 0,-1 0 0,1-1 0,-1 1 1,1 0-1,-1-1 0,0 1 0,0 0 1,0-1-1,0 1 0,0-1 0,0 1 0,0 0 1,0-1-1,0 1 0,0 0 0,-1-1 0,1 1 1,-1 0-1,0-3 0,-17-24-1490,7 16-5341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44.5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0 101 24575,'2'-2'0,"2"-2"0,3-3 0,5-3 0,2 0 0,1 0 0,1-1 0,2 1 0,1-1 0,0 1 0,-3 1 0,-3 2-8191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50.0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24575,'1'0'0,"0"0"0,-1 1 0,1-1 0,0 0 0,-1 1 0,1-1 0,-1 0 0,1 1 0,-1-1 0,1 1 0,0-1 0,-1 1 0,0-1 0,1 1 0,-1-1 0,1 1 0,-1-1 0,0 1 0,1 0 0,-1-1 0,0 1 0,0 0 0,1-1 0,-1 1 0,0 1 0,6 25 0,-4-12 0,0-12 0,-1 0 0,1 0 0,-1 0 0,1-1 0,0 1 0,0 0 0,0-1 0,0 0 0,1 1 0,-1-1 0,1 0 0,-1 0 0,1 0 0,0-1 0,0 1 0,3 1 0,-4-3 0,-1 1 0,0-1 0,0 1 0,0-1 0,1 0 0,-1 0 0,0 0 0,0 0 0,0 0 0,1 0 0,-1 0 0,0 0 0,0 0 0,1 0 0,-1-1 0,0 1 0,0 0 0,0-1 0,1 1 0,-1-1 0,0 0 0,0 1 0,0-1 0,0 0 0,0 1 0,0-1 0,0 0 0,-1 0 0,1 0 0,0 0 0,0 0 0,-1 0 0,1 0 0,0 0 0,-1 0 0,1-1 0,-1 1 0,1 0 0,-1 0 0,0 0 0,0-1 0,1 1 0,-1-2 0,1-31 0,-2 30 0,1 0 0,-1 1 0,1-1 0,0 0 0,0 0 0,1 1 0,-1-1 0,1 0 0,0 1 0,0-1 0,0 1 0,0-1 0,0 1 0,4-6 0,-4 8 0,-1 1 0,1-1 0,-1 1 0,1-1 0,0 1 0,-1-1 0,1 1 0,0 0 0,-1-1 0,1 1 0,0 0 0,-1 0 0,1-1 0,0 1 0,0 0 0,-1 0 0,1 0 0,0 0 0,0 0 0,-1 0 0,1 0 0,0 0 0,0 0 0,-1 1 0,3-1 0,15 16 0,-13-10 0,-1 0 0,0 1 0,0 0 0,3 8 0,3 15-1365,-7-22-5461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51.4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 24575,'0'-2'0,"3"-5"0,7-3 0,4-1 0,0 0 0,1 0 0,0 4 0,-2 7 0,-4 11 0,-2 8 0,-4 4 0,-1 4 0,-2 1 0,0-3 0,-1-7 0,0-11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52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74 24575,'3'0'0,"1"-3"0,3-3 0,2-2 0,1-1 0,1-3 0,1-2 0,2 2 0,-2 2-8191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54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37 24575,'0'-1'0,"-1"1"0,1-1 0,-1 0 0,0 0 0,1 0 0,-1 1 0,0-1 0,1 0 0,-1 1 0,0-1 0,0 1 0,1-1 0,-1 1 0,0-1 0,0 1 0,0 0 0,0-1 0,0 1 0,0 0 0,0 0 0,0-1 0,0 1 0,0 0 0,0 0 0,0 0 0,0 0 0,0 0 0,1 0 0,-1 1 0,0-1 0,0 0 0,0 0 0,0 1 0,0-1 0,0 1 0,0-1 0,0 1 0,1-1 0,-1 1 0,0-1 0,0 1 0,1 0 0,-1-1 0,0 1 0,1 0 0,-1 0 0,0 1 0,-1 0 0,1 1 0,0-1 0,0 1 0,0 0 0,1 0 0,-1-1 0,0 1 0,1 0 0,0 0 0,0 0 0,0 0 0,0 0 0,0-1 0,0 1 0,2 4 0,-2-5 0,1 0 0,-1 0 0,1-1 0,0 1 0,0 0 0,0 0 0,0 0 0,0-1 0,0 1 0,1 0 0,-1-1 0,1 1 0,-1-1 0,1 1 0,-1-1 0,1 0 0,0 0 0,-1 0 0,1 0 0,0 0 0,0 0 0,0 0 0,0-1 0,0 1 0,0-1 0,0 1 0,0-1 0,0 0 0,0 0 0,0 0 0,0 0 0,0 0 0,0 0 0,4-1 0,-4 0 0,1 1 0,0-1 0,0 0 0,0 0 0,0-1 0,0 1 0,-1-1 0,1 1 0,-1-1 0,1 0 0,-1 0 0,0 0 0,1 0 0,-1 0 0,0-1 0,-1 1 0,1 0 0,0-1 0,-1 0 0,1 1 0,-1-1 0,0 0 0,2-3 0,-3 3 7,1 0-1,0 1 0,-1-1 0,0 0 1,0 1-1,0-1 0,0 0 1,0 0-1,0 1 0,0-1 1,-1 0-1,0 1 0,1-1 0,-1 0 1,0 1-1,0-1 0,-1 1 1,-2-5-1,3 6-63,-1-1 0,1 1 0,-1-1 0,1 1-1,-1 0 1,0 0 0,0 0 0,1 0 0,-1 0 0,0 0 0,0 1 0,0-1-1,0 0 1,0 1 0,0 0 0,0-1 0,0 1 0,0 0 0,0 0 0,0 0 0,0 1-1,-1-1 1,1 0 0,0 1 0,-3 0 0,-6 3-6769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55.3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24 24575,'-1'17'0,"1"-5"0,-1 1 0,2-1 0,1 14 0,-2-24 0,0-1 0,0 1 0,0-1 0,0 1 0,1-1 0,-1 0 0,1 1 0,-1-1 0,1 1 0,-1-1 0,1 0 0,0 1 0,-1-1 0,1 0 0,0 0 0,0 0 0,0 0 0,0 0 0,0 0 0,0 0 0,0 0 0,0 0 0,1 0 0,-1 0 0,0-1 0,0 1 0,1 0 0,-1-1 0,1 1 0,-1-1 0,0 0 0,1 1 0,2-1 0,-2 0 0,-1-1 0,1 1 0,0-1 0,0 1 0,-1-1 0,1 1 0,-1-1 0,1 0 0,-1 0 0,1 0 0,-1 0 0,1 0 0,-1 0 0,0 0 0,0-1 0,1 1 0,-1 0 0,0-1 0,0 1 0,0-1 0,-1 1 0,1-1 0,0 1 0,0-1 0,-1 0 0,1 1 0,-1-1 0,0 0 0,1 1 0,-1-1 0,0 0 0,0 0 0,0-3 0,0 2 0,0-1 0,0 0 0,0 0 0,-1 0 0,1 1 0,-1-1 0,0 0 0,0 1 0,0-1 0,-1 1 0,1-1 0,-1 1 0,0-1 0,-4-5 0,2 6-119,3 2 73,0 1 0,0-1 0,0 0 0,0 0 0,0 1-1,0-1 1,1 0 0,-1 0 0,0 0 0,0 0 0,1 0-1,-1 0 1,0 0 0,1-1 0,-1 1 0,1 0 0,0 0-1,-1 0 1,1 0 0,0-1 0,0 1 0,0 0 0,-1 0-1,1-1 1,1 1 0,-1-2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29:56.6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1 156 24575,'5'-1'0,"0"0"0,0 0 0,0 0 0,0-1 0,0 1 0,-1-1 0,1 0 0,0-1 0,-1 1 0,1-1 0,3-4 0,-5 6 0,-1-1 0,1 0 0,-1 1 0,0-1 0,0 0 0,0-1 0,0 1 0,0 0 0,0-1 0,0 1 0,-1-1 0,1 1 0,-1-1 0,0 0 0,0 1 0,0-1 0,0 0 0,0 0 0,0-5 0,-4 40 0,5-22 0,1-1 0,0 0 0,0 0 0,1 0 0,0 0 0,0-1 0,7 9 0,-10-14 0,1-1 0,-1 0 0,1 1 0,0-1 0,0 0 0,0 0 0,0 0 0,0 0 0,0-1 0,0 1 0,1 0 0,-1-1 0,1 0 0,-1 1 0,1-1 0,-1 0 0,1 0 0,0-1 0,0 1 0,-1 0 0,1-1 0,0 0 0,0 0 0,0 0 0,-1 0 0,1 0 0,0 0 0,4-2 0,-6 2 0,1-1 0,0 0 0,-1 0 0,1-1 0,-1 1 0,1 0 0,-1 0 0,0-1 0,0 1 0,1-1 0,-1 1 0,0-1 0,0 1 0,0-1 0,-1 0 0,1 0 0,0 1 0,0-1 0,-1 0 0,0 0 0,1 0 0,-1 0 0,0 1 0,0-4 0,-1-55 0,0 44 0,1 10 0,0-1 0,0 1 0,-1 0 0,0 0 0,0 0 0,-1 0 0,0 0 0,0 0 0,0 1 0,-5-9 0,5 11 0,0 1 0,0-1 0,-1 1 0,1 0 0,-1-1 0,0 1 0,1 0 0,-1 1 0,0-1 0,0 0 0,0 1 0,0 0 0,-1 0 0,1 0 0,0 0 0,-1 0 0,1 0 0,0 1 0,-1 0 0,-4 0 0,2-1 17,1 1 0,-1 1 1,1-1-1,-1 1 0,1 0 0,-11 3 0,14-3-100,-1 0 1,1 0-1,0 0 1,0 0-1,-1 1 1,1-1-1,0 0 1,0 1-1,0 0 1,1-1-1,-1 1 1,0 0-1,1 0 1,-1 0-1,1 0 1,0 0-1,-2 3 1,-1 8-6744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0:05.0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80 24575,'0'-6'0,"3"-2"0,4-2 0,3-3 0,0-1 0,2-2 0,-2 5 0,-2 10 0,-3 8 0,-2 9 0,-1 7 0,-2 6 0,0 0 0,-3 1 0,-2-1 0,1-3 0,1-3 0,0-5-8191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0:06.1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 24575,'0'-3'0,"3"-3"0,4-5 0,3 1 0,0-2 0,5-4 0,2 1 0,-2-1 0,0 1 0,-3 5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0:07.3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77 24575,'0'19'0,"-1"-7"0,1 0 0,0 0 0,1 0 0,0 1 0,4 11 0,-5-22 0,0-1 0,1 1 0,0 0 0,-1 0 0,1-1 0,0 1 0,0 0 0,0-1 0,0 1 0,0-1 0,0 1 0,0-1 0,1 1 0,-1-1 0,0 0 0,1 0 0,-1 0 0,1 0 0,-1 0 0,1 0 0,0 0 0,0 0 0,-1 0 0,1-1 0,0 1 0,0-1 0,0 1 0,-1-1 0,1 0 0,0 0 0,0 0 0,0 0 0,0 0 0,0 0 0,-1-1 0,1 1 0,0 0 0,0-1 0,2 0 0,-2 0 0,0 1 0,0-1 0,0 0 0,0 1 0,-1-1 0,1 0 0,0 0 0,0 0 0,-1 0 0,1-1 0,-1 1 0,1 0 0,-1-1 0,1 1 0,-1 0 0,0-1 0,0 0 0,0 1 0,0-1 0,0 0 0,0 0 0,0 1 0,0-1 0,-1 0 0,1 0 0,-1 0 0,0 0 0,1 0 0,-1 0 0,0 0 0,0 0 0,0-4 0,-2-5 0,0 0 0,-1 0 0,0 1 0,-8-20 0,0 0 0,10 26 12,0-1 0,-1 1 0,0-1 0,0 1 0,-1 0 0,1-1 0,-1 1 0,0 0 0,-3-3 0,5 6-52,0 0 0,0 0 0,0 0-1,0 0 1,0 0 0,0 1 0,0-1 0,0 0 0,0 1 0,0-1-1,-1 1 1,1-1 0,0 1 0,-1 0 0,1-1 0,0 1 0,0 0 0,-1 0-1,1 0 1,0 0 0,-1 0 0,1 0 0,0 0 0,-1 1 0,1-1-1,0 0 1,0 1 0,-1-1 0,1 1 0,0-1 0,0 1 0,0 0 0,0-1-1,0 1 1,-1 0 0,0 2 0,-7 6-6786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36.6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7 24575,'-1'-1'0,"0"0"0,0 1 0,0-1 0,1 1 0,-1-1 0,0 1 0,0-1 0,0 1 0,0 0 0,0-1 0,0 1 0,0 0 0,0 0 0,0-1 0,0 1 0,0 0 0,0 0 0,0 0 0,0 0 0,-1 1 0,-23-1 0,19 1 0,1-1 0,0 1 0,0 0 0,-1 0 0,1 0 0,0 1 0,0-1 0,0 1 0,-5 4 0,8-5 0,0 0 0,0 1 0,0-1 0,1 1 0,-1 0 0,0 0 0,1-1 0,0 1 0,-1 0 0,1 0 0,0 0 0,0 1 0,0-1 0,0 0 0,0 0 0,1 0 0,-1 1 0,1-1 0,-1 0 0,1 1 0,0-1 0,0 4 0,0-2 0,0-1 0,0 1 0,0 0 0,1 0 0,-1 0 0,1-1 0,0 1 0,0 0 0,1-1 0,-1 1 0,1-1 0,-1 0 0,1 1 0,4 4 0,-4-6 0,0 0 0,1 0 0,-1-1 0,0 1 0,1 0 0,-1-1 0,1 1 0,0-1 0,0 0 0,-1 0 0,1 0 0,0-1 0,0 1 0,0 0 0,0-1 0,0 0 0,0 0 0,5 0 0,-3-1 0,0 1 0,0 0 0,0 0 0,0 0 0,0 1 0,-1 0 0,1 0 0,0 0 0,0 0 0,4 3 0,-7-3 0,0 1 0,0-1 0,-1 1 0,1-1 0,-1 1 0,1 0 0,-1 0 0,1-1 0,-1 1 0,0 0 0,0 0 0,0 1 0,0-1 0,0 0 0,-1 0 0,1 0 0,-1 1 0,1-1 0,-1 0 0,0 0 0,0 1 0,0-1 0,0 3 0,0 9 0,1-6 0,-1 0 0,0 0 0,-1 1 0,1-1 0,-2 0 0,-2 12 0,3-19 0,0 1 0,1 0 0,-1-1 0,0 1 0,0-1 0,0 0 0,0 1 0,-1-1 0,1 0 0,0 1 0,-1-1 0,1 0 0,0 0 0,-1 0 0,1 0 0,-1-1 0,0 1 0,1 0 0,-1-1 0,0 1 0,1-1 0,-1 1 0,0-1 0,0 0 0,1 0 0,-1 1 0,0-1 0,0-1 0,1 1 0,-1 0 0,0 0 0,0-1 0,1 1 0,-1-1 0,0 1 0,-1-2 0,0 1-59,1 1 0,-1-1-1,1 0 1,0 0-1,-1-1 1,1 1 0,0 0-1,0-1 1,0 1 0,0-1-1,0 0 1,0 0 0,0 0-1,1 0 1,-1 0-1,1 0 1,-1 0 0,1 0-1,0-1 1,0 1 0,0 0-1,-1-3 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38.2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13 24575,'0'0'0,"0"0"0,0-1 0,0 1 0,1-1 0,-1 1 0,0 0 0,0-1 0,0 1 0,0 0 0,0-1 0,0 1 0,0-1 0,0 1 0,0 0 0,-1-1 0,1 1 0,0-1 0,0 1 0,0 0 0,0-1 0,-1 1 0,1 0 0,0-1 0,0 1 0,0 0 0,-1 0 0,1-1 0,0 1 0,-1 0 0,1 0 0,0-1 0,0 1 0,-1 0 0,1 0 0,0 0 0,-1-1 0,1 1 0,-1 0 0,1 0 0,0 0 0,-1 0 0,1 0 0,0 0 0,-1 0 0,1 0 0,-1 0 0,1 0 0,0 0 0,-1 0 0,1 0 0,-1 0 0,1 0 0,0 0 0,-1 1 0,1-1 0,-1 1 0,0-1 0,0 1 0,0-1 0,0 1 0,0 0 0,0 0 0,0 0 0,0 0 0,1-1 0,-1 1 0,0 0 0,1 0 0,-1 0 0,1 0 0,-1 1 0,1-1 0,-1 0 0,1 2 0,-2 8 0,1 1 0,1 0 0,0-1 0,1 1 0,0 0 0,4 14 0,-4-20 0,0-1 0,1 0 0,-1 0 0,1 0 0,0 0 0,1-1 0,-1 1 0,1-1 0,0 1 0,0-1 0,0 0 0,0 0 0,1 0 0,0 0 0,0-1 0,6 5 0,-1-5-124,-1-1 0,1 0 0,0-1 0,0 0 0,0 0 0,0-1-1,0 0 1,0 0 0,0-1 0,14-3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39.0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1 24575,'-1'0'0,"-1"0"0,-1 0 0,-1 0 0,-1 0 0,0 0 0,0 1 0,-1 0 0,0 1 0,1 0 0,0 1 0,-1-1 0,2 1 0,1 1 0,0 1 0,2 1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44.0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107 185 24575,'-21'-1'0,"13"1"0,0-1 0,0 1 0,0 1 0,-15 2 0,21-3 0,1 0 0,-1 1 0,1-1 0,-1 1 0,1 0 0,-1 0 0,1-1 0,-1 1 0,1 0 0,0 0 0,0 0 0,-1 0 0,1 0 0,0 0 0,0 1 0,0-1 0,0 0 0,0 1 0,1-1 0,-1 0 0,0 1 0,0-1 0,1 1 0,-1-1 0,1 1 0,0-1 0,-1 1 0,1 0 0,0 2 0,-1 3 0,1 0 0,1-1 0,-1 1 0,1 0 0,0 0 0,1-1 0,-1 1 0,1-1 0,1 1 0,-1-1 0,1 0 0,0 0 0,0 0 0,1 0 0,0 0 0,0-1 0,7 8 0,-10-12 0,0 0 0,0-1 0,-1 1 0,1 0 0,0 0 0,0-1 0,0 1 0,0 0 0,0-1 0,0 1 0,0-1 0,1 0 0,-1 1 0,0-1 0,0 0 0,0 1 0,0-1 0,0 0 0,1 0 0,-1 0 0,0 0 0,0 0 0,0-1 0,0 1 0,1 0 0,0-1 0,0 0 0,-1 0 0,0 0 0,1-1 0,-1 1 0,0 0 0,0-1 0,0 1 0,0-1 0,0 1 0,-1-1 0,1 0 0,0 1 0,-1-1 0,1 0 0,0-2 0,1-8 0,0 0 0,-1 0 0,-1-19 0,2 23 0,5 21 0,8 22 0,-14-33 0,0-1 0,0 1 0,0 0 0,0-1 0,1 1 0,-1-1 0,0 1 0,1-1 0,-1 1 0,1-1 0,-1 0 0,1 0 0,0 0 0,3 2 0,-4-3 0,0 1 0,1-1 0,-1 0 0,0 0 0,0 0 0,1 0 0,-1 0 0,0 0 0,1 0 0,-1 0 0,0 0 0,0 0 0,1-1 0,-1 1 0,0-1 0,0 1 0,0-1 0,0 1 0,1-1 0,-1 0 0,0 1 0,0-1 0,0 0 0,1-1 0,0-1 0,0 1 0,-1-1 0,1 0 0,0 0 0,-1 0 0,0 0 0,1 0 0,-1 0 0,1-5 0,0-7 0,0 0 0,0-1 0,-2-16 0,0 27 0,0-24 0,1 0 0,2 0 0,0-1 0,9-29 0,-6 41 0,-6 18 0,0 0 0,0 0 0,0-1 0,0 1 0,0 0 0,0 0 0,0 0 0,0 0 0,0 0 0,1 0 0,-1 0 0,0 0 0,0 0 0,0 0 0,0 0 0,0-1 0,0 1 0,0 0 0,0 0 0,0 0 0,0 0 0,0 0 0,0 0 0,0 0 0,1 0 0,-1 0 0,0 0 0,0 0 0,0 0 0,0 0 0,0 0 0,0 0 0,0 0 0,0 0 0,0 0 0,1 0 0,-1 0 0,0 0 0,0 0 0,0 0 0,0 0 0,0 0 0,0 0 0,0 0 0,0 0 0,0 0 0,0 0 0,0 0 0,1 0 0,-1 1 0,0-1 0,0 0 0,0 0 0,0 0 0,0 0 0,0 0 0,0 0 0,0 0 0,0 0 0,0 0 0,0 0 0,0 0 0,0 0 0,0 1 0,0-1 0,0 0 0,0 0 0,0 0 0,4 31 0,-3-16 0,4 31 0,1-1 0,16 52 0,-21-94 9,1 0 1,0-1-1,0 1 0,0-1 0,0 0 1,0 1-1,0-1 0,1 0 0,-1 0 0,1-1 1,-1 1-1,5 2 0,-6-3-71,1 0 0,-1 0 0,1 0 0,-1-1 1,1 1-1,0 0 0,-1-1 0,1 1 0,0-1 0,-1 1 0,1-1 0,0 0 1,0 0-1,-1 0 0,1 0 0,0 0 0,0 0 0,-1 0 0,1 0 0,0-1 1,-1 1-1,1-1 0,1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44.7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 24575,'1'0'0,"3"0"0,3-1 0,4 0 0,0 0 0,1 0 0,-2 0 0,-1 1 0,-1 0 0,-1-1 0,-1 0 0,-1-1 0,1 2 0,-1-2 0,0 0 0,-1-3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45.5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24575,'3'56'0,"2"0"0,3 0 0,16 62 0,-23-116 0,-1 0 0,1 0 0,0 0 0,-1 0 0,1 0 0,0 0 0,0 0 0,1-1 0,-1 1 0,0 0 0,0-1 0,1 1 0,-1-1 0,1 1 0,0-1 0,-1 0 0,1 1 0,0-1 0,0 0 0,-1 0 0,1 0 0,0-1 0,0 1 0,0 0 0,0-1 0,0 1 0,4-1 0,-3 1 0,0-1 0,0 0 0,0 0 0,0-1 0,0 1 0,0-1 0,0 0 0,0 1 0,-1-1 0,1 0 0,0-1 0,0 1 0,-1 0 0,1-1 0,0 0 0,-1 1 0,0-1 0,1 0 0,1-3 0,-2 3 9,-1 0-1,0-1 1,1 1-1,-1-1 1,0 0 0,-1 1-1,1-1 1,0 0-1,-1 1 1,1-1-1,-1 0 1,0 0-1,0-5 1,-5-36-1494,2 33-5341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46.1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24575,'1'1'0,"2"0"0,2 0 0,2 0 0,2 0 0,1-1 0,-2 1 0,0-1 0,-1 0 0,-1 1 0,-1 1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49.0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 65 24575,'0'-2'0,"0"-1"0,0 1 0,0-1 0,0 1 0,0-1 0,0 1 0,-1-1 0,1 1 0,-1-1 0,0 1 0,0-1 0,0 1 0,0 0 0,-2-4 0,2 5 0,-1 0 0,0 0 0,0 0 0,-1 0 0,1 0 0,0 1 0,0-1 0,0 1 0,0-1 0,-1 1 0,1 0 0,0-1 0,-1 1 0,1 1 0,0-1 0,-3 1 0,3-2 0,0 1 0,1 0 0,-1 0 0,0 0 0,0 0 0,0 1 0,1-1 0,-1 0 0,0 1 0,0-1 0,1 1 0,-1 0 0,0-1 0,1 1 0,-1 0 0,1 0 0,-1 0 0,1 0 0,-1 1 0,1-1 0,0 0 0,0 0 0,-2 3 0,2-1 0,0 1 0,0-1 0,1 0 0,-1 0 0,1 1 0,0-1 0,0 0 0,0 0 0,1 1 0,-1-1 0,1 0 0,2 6 0,-2-4 0,1 1 0,-1-1 0,1 0 0,1-1 0,-1 1 0,1 0 0,0-1 0,0 1 0,0-1 0,0 0 0,1 0 0,0 0 0,-1 0 0,2-1 0,-1 0 0,0 0 0,1 0 0,-1 0 0,1 0 0,0-1 0,0 0 0,0 0 0,0-1 0,0 1 0,0-1 0,0 0 0,1 0 0,-1-1 0,0 1 0,1-1 0,-1-1 0,10 0 0,-12-1 0,0 1 0,0-1 0,0 0 0,0 1 0,0-2 0,-1 1 0,1 0 0,0 0 0,-1-1 0,0 1 0,1-1 0,-1 0 0,0 0 0,-1 0 0,1 0 0,0 0 0,-1 0 0,0 0 0,1 0 0,-1-1 0,-1 1 0,2-6 0,1-8 0,-1 1 0,0-1 0,-1-22 0,-1 38 0,0 0 0,1 1 0,-1-1 0,0 0 0,0 0 0,0 1 0,0-1 0,0 0 0,-1 0 0,1 1 0,0-1 0,0 0 0,0 0 0,-1 1 0,1-1 0,0 0 0,-1 1 0,1-1 0,0 0 0,-1 1 0,1-1 0,-1 1 0,1-1 0,-1 1 0,1-1 0,-1 1 0,0-1 0,1 1 0,-1-1 0,0 1 0,1 0 0,-1-1 0,0 1 0,1 0 0,-1 0 0,0-1 0,0 1 0,1 0 0,-1 0 0,0 0 0,0 0 0,1 0 0,-1 0 0,0 0 0,0 0 0,1 0 0,-1 1 0,0-1 0,0 0 0,1 0 0,-1 1 0,0-1 0,1 0 0,-1 1 0,0-1 0,0 2 0,0-2 0,1 0 0,-1 1 0,0-1 0,1 1 0,-1-1 0,1 0 0,-1 1 0,1-1 0,0 1 0,-1 0 0,1-1 0,0 1 0,-1-1 0,1 1 0,0 0 0,-1-1 0,1 1 0,0-1 0,0 1 0,0 0 0,0-1 0,0 1 0,0 1 0,0-1 0,0 0 0,1 0 0,-1 0 0,1-1 0,0 1 0,-1 0 0,1 0 0,-1-1 0,1 1 0,0 0 0,0-1 0,-1 1 0,1-1 0,0 1 0,0-1 0,0 1 0,0-1 0,0 0 0,0 1 0,-1-1 0,1 0 0,0 0 0,0 0 0,2 0 0,1 1 0,0-1 0,1 0 0,-1 0 0,1 0 0,-1 0 0,0-1 0,1 0 0,-1 0 0,0 0 0,0 0 0,0-1 0,0 1 0,6-4 0,-5 2 0,0 1 0,0 0 0,0 0 0,0 0 0,0 1 0,0 0 0,8-1 0,-13 3 0,1-1 0,0 0 0,-1 1 0,1-1 0,-1 0 0,1 1 0,-1-1 0,1 1 0,-1-1 0,1 1 0,-1 0 0,1-1 0,-1 1 0,0-1 0,1 1 0,-1 0 0,0-1 0,1 1 0,-1 0 0,0-1 0,0 1 0,0 0 0,0-1 0,0 1 0,0 0 0,0-1 0,0 3 0,2 26 0,-2-22 0,1 15-455,2 0 0,7 30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49.8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 24575,'-1'0'0,"1"0"0,-1 0 0,1 1 0,-1-1 0,1 0 0,-1 1 0,1-1 0,-1 0 0,1 1 0,-1-1 0,1 1 0,0-1 0,-1 1 0,1-1 0,0 1 0,0-1 0,-1 1 0,1-1 0,0 1 0,0 0 0,0-1 0,0 1 0,-1-1 0,1 1 0,0-1 0,0 2 0,-1 20 0,1-19 0,-1 279 0,2-274 0,1-26 0,-2-32 0,-1 35-1365,0 1-5461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53.8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7 24575,'4'-1'0,"-1"0"0,1 0 0,-1 0 0,1 0 0,-1 1 0,1-1 0,-1 1 0,1 0 0,7 1 0,-9-1 0,0 0 0,1 0 0,-1 0 0,1 0 0,-1 1 0,1-1 0,-1 1 0,1 0 0,-1-1 0,0 1 0,1 1 0,-1-1 0,0 0 0,0 0 0,0 1 0,0-1 0,0 1 0,0 0 0,0-1 0,0 1 0,-1 0 0,1 0 0,-1 0 0,1 0 0,-1 1 0,0-1 0,0 0 0,0 1 0,0-1 0,0 0 0,0 1 0,-1-1 0,1 1 0,-1-1 0,0 1 0,0-1 0,0 1 0,0-1 0,-1 5 0,1-3 0,0-1 0,0 1 0,-1 0 0,0 0 0,0-1 0,0 1 0,0 0 0,0-1 0,-1 1 0,0-1 0,1 1 0,-1-1 0,0 0 0,-1 0 0,1 0 0,-1 0 0,1 0 0,-1-1 0,0 1 0,0-1 0,0 0 0,0 1 0,0-1 0,-1-1 0,-5 3 0,-32 0 134,8-3-1633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54.8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 24575,'-1'2'0,"0"0"0,0 0 0,0 1 0,1-1 0,-1 0 0,1 0 0,-1 1 0,1-1 0,0 0 0,0 1 0,1 4 0,-1-5 0,7 125 0,-4-85 0,0-39-1365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56.1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0 24575,'-10'80'0,"10"-78"0,0 0 0,1-1 0,-1 1 0,1 0 0,-1-1 0,1 1 0,0-1 0,-1 1 0,1-1 0,0 1 0,0-1 0,0 1 0,0-1 0,0 0 0,1 0 0,-1 1 0,0-1 0,1 0 0,-1 0 0,0 0 0,1 0 0,-1-1 0,1 1 0,0 0 0,-1-1 0,1 1 0,0-1 0,-1 1 0,1-1 0,0 0 0,-1 0 0,1 0 0,3 0 0,7 1 0,0-1 0,0-1 0,20-3 0,-31 3 0,0 1 0,0-1 0,0 0 0,0 0 0,0 1 0,0-1 0,0 0 0,0 0 0,-1 0 0,1 0 0,0 0 0,-1 0 0,1 0 0,-1-1 0,1 1 0,-1 0 0,1 0 0,-1 0 0,0 0 0,0-1 0,1 1 0,-1 0 0,0 0 0,0-1 0,0 1 0,0 0 0,-1 0 0,1 0 0,0-1 0,-1 0 0,1-1 0,0 0 0,-1 0 0,1 0 0,-1 0 0,0 0 0,0 0 0,0 0 0,0 0 0,0 1 0,-1-1 0,1 0 0,-3-2 0,-24-7 0,25 11 0,0 1 0,0-1 0,0 0 0,0-1 0,0 1 0,1 0 0,-1-1 0,-2-1 0,3-1-1365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56.9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24575,'2'4'0,"0"0"0,-1 0 0,0 0 0,0 0 0,0 0 0,0 8 0,1 5 0,12 78 0,-12-85 0,0 0 0,1 0 0,0 0 0,1-1 0,0 1 0,1-1 0,5 9 0,-7-15 8,0 0 0,-1-1 0,1 1 0,1 0 0,-1-1 0,0 0 0,0 0 0,1 0 0,-1 0 0,1-1 0,0 1 0,0-1 0,-1 0 0,7 1 0,-9-1-46,1-1 0,-1 0 0,1 1 0,-1-1 0,1 0 0,-1 0-1,1 0 1,0 0 0,-1 0 0,1-1 0,-1 1 0,1 0 0,-1-1 0,1 1 0,-1-1 0,0 1 0,1-1 0,-1 0 0,1 1-1,-1-1 1,0 0 0,0 0 0,0 0 0,1 0 0,-1 0 0,0 0 0,0-1 0,0 1 0,-1 0 0,1-1 0,0 1 0,0 0-1,-1-1 1,1 1 0,-1-1 0,1 1 0,-1-1 0,1-1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33:57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 24575,'0'-1'0,"2"0"0,4-2 0,4-1 0,3-1 0,-1 1 0,1 0 0,-1-1 0,-2 1-8191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34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2718 24575,'1'-39'0,"2"1"0,2 0 0,11-43 0,37-110 0,12-52 0,-46 124 0,-6 34 0,34-122 0,8 46 0,79-159 0,-133 319 0,1-5 0,0 1 0,1 0 0,0 0 0,0 0 0,0 0 0,5-5 0,-7 9 0,-1 1 0,0 0 0,1 0 0,-1 0 0,0-1 0,0 1 0,1 0 0,-1 0 0,0 0 0,1 0 0,-1-1 0,1 1 0,-1 0 0,0 0 0,1 0 0,-1 0 0,0 0 0,1 0 0,-1 0 0,0 0 0,1 0 0,-1 0 0,1 0 0,-1 1 0,0-1 0,1 0 0,-1 0 0,0 0 0,1 0 0,-1 0 0,0 1 0,0-1 0,1 0 0,-1 0 0,1 1 0,0 1 0,1 0 0,-1 1 0,0-1 0,1 0 0,-1 1 0,0-1 0,0 1 0,1 4 0,26 117 0,16 168 0,9 47 0,-24-225 0,45 111 0,57 104 0,37 103 0,-163-415 0,-4-12 0,0 0 0,1 0 0,-1 1 0,1-1 0,1-1 0,-1 1 0,1 0 0,-1-1 0,6 7 0,-7-10 0,-1-1 0,0 0 0,1 0 0,-1 1 0,0-1 0,1 0 0,-1 0 0,1 1 0,-1-1 0,0 0 0,1 0 0,-1 0 0,1 0 0,-1 0 0,1 0 0,-1 0 0,0 0 0,1 0 0,-1 0 0,1 0 0,-1 0 0,1 0 0,-1 0 0,0 0 0,1 0 0,-1 0 0,1-1 0,-1 1 0,0 0 0,1 0 0,-1 0 0,1-1 0,-1 1 0,0 0 0,1-1 0,-1 1 0,0 0 0,0-1 0,1 1 0,-1 0 0,0-1 0,0 1 0,1 0 0,-1-1 0,0 1 0,0-1 0,0 0 0,9-22 0,-8 21 0,22-87 0,53-158 0,-26 119 0,228-666 0,-221 589 0,90-365 0,36-120 0,-181 683 0,-1 3 0,0-1 0,1 1 0,-1 0 0,1 0 0,0 0 0,0 0 0,1 0 0,-1 1 0,6-7 0,-8 10 0,1 0 0,-1 0 0,1 0 0,-1-1 0,1 1 0,-1 0 0,1 0 0,-1 0 0,1 0 0,-1 0 0,1 0 0,-1 0 0,1 0 0,-1 1 0,1-1 0,-1 0 0,1 0 0,-1 0 0,1 0 0,-1 1 0,1-1 0,-1 0 0,0 0 0,1 1 0,-1-1 0,1 0 0,-1 1 0,0-1 0,1 1 0,-1-1 0,0 0 0,0 1 0,1-1 0,-1 1 0,0-1 0,0 1 0,1-1 0,-1 1 0,0-1 0,0 1 0,0-1 0,0 1 0,0-1 0,0 2 0,8 26 0,2 36 0,-4 0 0,-2 113 0,-3-48 0,1-85 0,17 324 0,-10-281 0,4 0 0,29 102 0,-5-23 0,-25-100 0,29 86 0,-27-103 0,-2 0 0,8 64 0,0 8 0,-17-107 0,0-1 0,-2-18 0,4-38 0,0 27 0,1 1 0,0 0 0,1 0 0,1 0 0,1 1 0,0 0 0,0 0 0,1 1 0,1 1 0,0-1 0,1 2 0,22-17 0,13-7 0,2 2 0,62-30 0,-105 60 0,-5 2 0,0 0 0,1 0 0,-1 0 0,1 0 0,-1 0 0,1 1 0,-1-1 0,1 1 0,0-1 0,-1 1 0,1 0 0,-1-1 0,1 1 0,0 0 0,-1 0 0,1 0 0,0 0 0,-1 1 0,1-1 0,0 0 0,-1 1 0,1-1 0,-1 1 0,1-1 0,-1 1 0,1 0 0,2 1 0,-2 1 0,1 0 0,-1 0 0,1 1 0,-1-1 0,0 1 0,-1-1 0,1 1 0,0 0 0,-1-1 0,2 7 0,26 119 0,-4-18 0,12 49 0,-28-221 0,75-511 0,-33 282 0,-34 182 0,43-247 0,-41 270 0,3 2 0,39-93 0,-22 68 0,28-126 0,12-36 0,-79 269 0,0 0 0,0 0 0,0 0 0,0 1 0,1-1 0,-1 0 0,0 0 0,1 1 0,-1-1 0,1 0 0,-1 1 0,0-1 0,1 0 0,0 1 0,-1-1 0,1 1 0,-1-1 0,1 1 0,0-1 0,-1 1 0,1-1 0,1 0 0,-1 1 0,-1 1 0,1-1 0,-1 0 0,1 0 0,0 1 0,-1-1 0,1 0 0,-1 1 0,1-1 0,-1 0 0,1 1 0,-1-1 0,1 1 0,-1-1 0,0 1 0,1-1 0,-1 1 0,0-1 0,1 1 0,-1 0 0,1 0 0,13 41 0,12 75 0,11 141 0,-15-90 0,75 365 0,-30-185 0,25 88 0,-43-115 0,1 14 0,-30-252 0,-11-46 0,7 49 0,-2-7 0,-15-83 0,1-1 0,1 1 0,-1 0 0,1-1 0,0 1 0,0 0 0,0-1 0,0 1 0,1 0 0,2-6 0,25-45 0,-28 53 0,38-68 0,19-32 0,53-130 0,-74 134 0,35-84 0,-58 151 0,2 2 0,0 0 0,36-47 0,-50 74 0,-1 0 0,1 0 0,0-1 0,0 1 0,0 0 0,0 1 0,0-1 0,0 0 0,1 0 0,-1 1 0,1 0 0,-1-1 0,1 1 0,-1 0 0,1 0 0,3-1 0,-4 3 0,0-1 0,0 0 0,-1 1 0,1-1 0,0 1 0,0 0 0,-1 0 0,1 0 0,-1 0 0,1 0 0,-1 0 0,1 0 0,-1 0 0,1 0 0,-1 1 0,0-1 0,0 0 0,0 1 0,1-1 0,-2 1 0,1 0 0,0-1 0,0 1 0,1 3 0,8 23 0,-9-23 0,1 0 0,-1 0 0,1 0 0,1 0 0,-1 0 0,0 0 0,1-1 0,6 8 0,-9-12 0,1 0 0,0 0 0,0 0 0,-1 0 0,1 0 0,0 0 0,0 0 0,-1 0 0,1-1 0,0 1 0,-1 0 0,1 0 0,0-1 0,0 1 0,-1 0 0,1-1 0,-1 1 0,1 0 0,0-1 0,-1 1 0,1-1 0,-1 0 0,1 1 0,-1-1 0,1 1 0,-1-1 0,1 0 0,-1 1 0,0-1 0,1 0 0,-1 1 0,0-2 0,17-28 0,-15 27 0,61-129 0,-5-2 0,-6-2 0,-5-3 0,-7-1 0,24-163 0,-48 191 0,38-225 0,-35 248 0,52-150 0,-67 230 0,1 0 0,0 1 0,0-1 0,12-14 0,-2 2 0,-15 21 0,0 1 0,0-1 0,0 0 0,0 0 0,0 0 0,0 1 0,0-1 0,0 0 0,1 0 0,-1 0 0,0 1 0,0-1 0,0 0 0,0 0 0,0 0 0,0 1 0,0-1 0,0 0 0,1 0 0,-1 0 0,0 0 0,0 0 0,0 1 0,0-1 0,0 0 0,1 0 0,-1 0 0,0 0 0,0 0 0,0 0 0,1 0 0,-1 0 0,0 0 0,0 1 0,0-1 0,1 0 0,-1 0 0,0 0 0,0 0 0,0 0 0,1 0 0,-1 0 0,0 0 0,0-1 0,0 1 0,1 0 0,-1 0 0,0 0 0,0 0 0,0 0 0,0 0 0,1 0 0,-1 0 0,0 0 0,0-1 0,0 1 0,0 0 0,1 0 0,-1 0 0,0 0 0,0 0 0,0-1 0,0 1 0,0 0 0,0 0 0,0 0 0,1-1 0,2 25 0,-3-17 0,45 349 0,36 466 0,-73-539 0,5 132 0,25-2 0,-37-407 0,4 21 0,0-23 0,1-16 0,12-37 0,59-145 0,-64 167 0,1-1 0,2 2 0,0 0 0,36-42 0,-41 58 0,0-1 0,0 2 0,1 0 0,0 0 0,20-10 0,72-30 0,-61 29 0,5-2 0,158-66 0,-197 86 0,0-1 0,0 2 0,0-1 0,0 1 0,0 0 0,1 1 0,15 1 0,65 15 0,-58-9 0,457 98-1365,-443-96-5461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22.8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24575,'12'284'0,"-1"-62"0,-6-141 0,30 139 0,-8-70 0,2 217 0,-29 4 0,-2-152 0,2-155 0,-1 41 0,18 153 0,-4-125 0,-8 239 0,-7-200 0,2 1256 0,11-1319-1365,-11-98-5461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25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24575,'0'0'0,"1"-1"0,-1 1 0,1-1 0,-1 1 0,1-1 0,0 1 0,-1-1 0,1 1 0,0-1 0,-1 1 0,1 0 0,0 0 0,-1-1 0,1 1 0,0 0 0,0 0 0,-1 0 0,1 0 0,0 0 0,0 0 0,1 0 0,25-2 0,-22 2 0,643-4 0,-366 5 0,3777 0 0,-3356 36 0,304-12 0,-452-23 0,-393 8 0,33 0 0,-179-10-1365,-3 0-5461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38.0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24575,'24'0'0,"-1"0"0,0-2 0,1 0 0,-1-2 0,39-10 0,-20 4-1365,-31 9-5461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39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 24575,'1'13'0,"0"0"0,1 0 0,0 0 0,7 19 0,-4-17 0,-2 1 0,4 19 0,-7-32 0,0 0 0,0 0 0,0 0 0,0 0 0,0 0 0,-1 0 0,1 0 0,-1 0 0,0 0 0,0-1 0,0 1 0,0 0 0,0 0 0,-1-1 0,1 1 0,-1-1 0,0 1 0,0-1 0,0 0 0,0 1 0,0-1 0,-4 2 0,2-1 0,0 0 0,-1-1 0,1 0 0,-1 0 0,1 0 0,-1 0 0,0-1 0,1 0 0,-1 0 0,0 0 0,0 0 0,-8-1 0,-10 0-111,-75-4-1143,82 1-5572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0.9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24575,'0'1'0,"0"4"0,0 3 0,0 4 0,0 3 0,0-1 0,0 0 0,0-1 0,0 0 0,0 0 0,0 1 0,2-3 0,0-1 0,0-1 0,0 1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1.6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24575,'2'-2'0,"2"-1"0,2 1 0,6-3 0,3-2 0,3 0 0,3 1 0,0-1 0,-1 1 0,1 2 0,-4 1-8191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2.7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24575,'0'-2'0,"4"0"0,2-1 0,5 2 0,1-1 0,2 1 0,-1 1 0,-1-2 0,0 0 0,0-1 0,-3 0 0,-1-1 0,1 1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3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 24575,'0'1'0,"-2"3"0,-1 3 0,-1 3 0,0 2 0,0 1 0,2 1 0,0 3 0,1-1 0,1 0 0,-1-2 0,2-3-8191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4.4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24575,'5'2'0,"-1"-1"0,1 1 0,-1 1 0,0-1 0,1 0 0,-1 1 0,-1 0 0,6 4 0,4 3 0,-11-9-28,68 40 180,-63-38-338,0 0-1,1 0 1,-1 0 0,1-1 0,0 0 0,0-1 0,15 2 0,-12-3-6640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4.9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0 24575,'0'2'0,"-2"1"0,-2 1 0,-3 2 0,1 1 0,-1 3 0,-3 1 0,-2 4 0,0 3 0,0-1 0,0-2 0,3-3 0,0-1 0,0-2 0,0-2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5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24575,'0'2'0,"0"2"0,0 6 0,0 5 0,0 2 0,0 3 0,0 0 0,0-2 0,0 1 0,0-3 0,-1-1 0,-2-3-8191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8.8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1 24575,'-2'1'0,"-2"2"0,-4 5 0,-3 4 0,1 3 0,0 0 0,2-1 0,1 2 0,0-1 0,1-1 0,1-1 0,2-3-8191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49.7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24575,'2'0'0,"1"1"0,-1-1 0,1 1 0,-1-1 0,1 1 0,-1 0 0,1 0 0,-1 0 0,1 0 0,-1 0 0,0 1 0,0-1 0,0 1 0,0-1 0,0 1 0,0 0 0,0 0 0,2 2 0,28 47 0,-27-42 0,0 0 0,0-1 0,13 15 0,-5-12-51,-11-10-9,0-1 0,0 1 1,-1 0-1,1 0 0,-1 1 1,1-1-1,-1 0 0,1 0 0,-1 1 1,0-1-1,1 1 0,-1-1 0,0 1 1,0 0-1,0-1 0,0 1 1,-1 0-1,1-1 0,0 1 0,-1 0 1,1 3-1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0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 24575,'0'-2'0,"2"0"0,2-1 0,3 2 0,1-3 0,2 1 0,0 0 0,1 1 0,0 1 0,0 0 0,0 1 0,-2-2 0,0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4.0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24575,'32'-3'0,"-27"2"0,0 0 0,0 1 0,1 0 0,-1-1 0,0 2 0,1-1 0,8 2 0,-12-1 0,-1 0 0,1 0 0,-1 0 0,1 0 0,-1 0 0,1 0 0,-1 0 0,0 0 0,1 1 0,-1-1 0,0 0 0,0 1 0,0-1 0,0 1 0,0-1 0,0 1 0,-1 0 0,1-1 0,0 1 0,-1 0 0,0 0 0,1-1 0,-1 1 0,0 0 0,0 0 0,0 0 0,0 3 0,0-1 0,0 0 0,-1 0 0,0 0 0,1 1 0,-1-1 0,-1 0 0,1 0 0,-1 0 0,1-1 0,-1 1 0,0 0 0,0-1 0,-1 1 0,-4 4 0,-13 26 0,20-34 0,0 1 0,0-1 0,-1 1 0,1-1 0,0 1 0,0-1 0,0 1 0,0-1 0,-1 1 0,1-1 0,0 1 0,0-1 0,0 1 0,0-1 0,1 1 0,-1 0 0,0-1 0,0 1 0,0-1 0,0 1 0,0-1 0,1 1 0,-1-1 0,0 0 0,0 1 0,1-1 0,-1 1 0,0-1 0,1 1 0,-1-1 0,0 0 0,1 1 0,-1-1 0,1 1 0,21 3 0,24-11 0,-21-1-1365,-15 4-5461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5.7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24575,'0'0'0,"1"0"0,0 0 0,0 1 0,0-1 0,0 0 0,-1 1 0,1-1 0,0 0 0,0 1 0,0-1 0,-1 1 0,1-1 0,0 1 0,-1 0 0,1-1 0,0 1 0,-1 0 0,1-1 0,-1 1 0,1 0 0,-1 0 0,0-1 0,1 1 0,-1 0 0,0 0 0,1 0 0,-1 0 0,0-1 0,0 1 0,0 1 0,4 36 0,-1-13 0,-3-24 0,0 0 0,0 0 0,0 0 0,1-1 0,-1 1 0,0 0 0,1 0 0,-1-1 0,1 1 0,-1 0 0,1-1 0,-1 1 0,1 0 0,-1-1 0,1 1 0,0-1 0,-1 1 0,1-1 0,0 1 0,-1-1 0,1 0 0,0 1 0,0-1 0,-1 0 0,1 1 0,0-1 0,0 0 0,0 0 0,-1 0 0,1 0 0,0 0 0,0 0 0,0 0 0,-1 0 0,1 0 0,0 0 0,0 0 0,0 0 0,0-1 0,-1 1 0,2-1 0,0 0 0,-1 1 0,1-1 0,-1 0 0,1 0 0,-1 0 0,0-1 0,1 1 0,-1 0 0,0 0 0,0-1 0,0 1 0,0-1 0,0 1 0,0-1 0,0 1 0,-1-1 0,1 0 0,0-2 0,0 0 0,-1-1 0,1 1 0,0 0 0,0 0 0,1 0 0,-1 0 0,1 0 0,0 0 0,0 0 0,0 1 0,0-1 0,1 1 0,0-1 0,-1 1 0,1 0 0,0 0 0,4-3 0,-6 6 0,-1 0 0,0-1 0,1 1 0,-1 0 0,0 0 0,1 0 0,-1 0 0,0-1 0,0 1 0,1 0 0,-1 0 0,1 0 0,-1 0 0,0 0 0,1 0 0,-1 0 0,0 0 0,1 0 0,-1 0 0,0 0 0,1 0 0,-1 0 0,0 0 0,1 0 0,-1 1 0,0-1 0,1 0 0,-1 0 0,0 0 0,1 0 0,-1 1 0,0-1 0,1 1 0,6 13 0,-1 17 0,4 140-1365,-9-162-5461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6.6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24575,'0'2'0,"3"0"0,4 0 0,3-2 0,3-1 0,-2 0-8191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7.8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24575,'-1'0'0,"0"1"0,0 0 0,0 0 0,0 0 0,0-1 0,1 1 0,-1 0 0,0 0 0,1 0 0,-1 0 0,1 1 0,-1-1 0,1 0 0,-1 0 0,1 0 0,0 0 0,0 0 0,-1 1 0,1-1 0,0 0 0,0 0 0,0 0 0,0 0 0,1 1 0,-1-1 0,0 0 0,0 0 0,1 0 0,-1 0 0,0 1 0,1-1 0,0 0 0,0 1 0,1 0 0,-1-1 0,0 1 0,1-1 0,0 1 0,-1-1 0,1 0 0,0 0 0,0 0 0,-1 0 0,1 0 0,0-1 0,0 1 0,0 0 0,0-1 0,0 1 0,0-1 0,0 0 0,3 0 0,-4 0 0,1 0 0,-1 0 0,1 1 0,-1-1 0,1 0 0,-1 0 0,1 1 0,-1-1 0,1 1 0,-1 0 0,0-1 0,1 1 0,-1 0 0,0 0 0,1 0 0,-1-1 0,0 1 0,0 1 0,0-1 0,0 0 0,0 0 0,0 0 0,0 0 0,-1 1 0,1-1 0,0 1 0,-1-1 0,1 0 0,0 1 0,-1-1 0,1 2 0,-1 2 0,1-1 0,-1 1 0,0-1 0,0 1 0,0-1 0,0 0 0,-1 1 0,0-1 0,0 1 0,-1 4 0,0-7 0,1 1 0,-1-1 0,1 0 0,-1 0 0,0 0 0,1 1 0,-1-2 0,0 1 0,-1 0 0,1 0 0,0-1 0,0 1 0,-1-1 0,1 0 0,-3 2 0,3-3 0,1 1 0,0 0 0,-1-1 0,1 1 0,-1-1 0,1 1 0,-1-1 0,1 1 0,-1-1 0,1 0 0,-1 0 0,0 0 0,1 0 0,-1 0 0,1 0 0,-1-1 0,1 1 0,-1 0 0,1-1 0,-1 1 0,1-1 0,-1 1 0,1-1 0,0 0 0,-1 0 0,1 0 0,-2-1 0,3 1-54,-1 1-1,1-1 0,0 0 1,0 1-1,-1-1 1,1 1-1,0-1 0,0 0 1,0 0-1,0 1 1,0-1-1,0 0 0,0 1 1,0-1-1,0 0 0,0 1 1,0-1-1,1 0 1,-1 1-1,0-1 0,0 1 1,1-1-1,-1 0 1,1 0-1,4-10-6771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0:58.9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0 24575,'-2'0'0,"-1"0"0,0 0 0,0 1 0,0-1 0,0 0 0,0 1 0,1 0 0,-1 0 0,0 0 0,0 0 0,1 0 0,-1 1 0,1-1 0,-1 1 0,1-1 0,0 1 0,-1 0 0,1 0 0,-3 3 0,3-1 0,-1 0 0,1 1 0,0-1 0,0 0 0,0 1 0,1-1 0,-1 1 0,1-1 0,0 1 0,0 0 0,1 7 0,-1-5 0,1 0 0,0 0 0,0 1 0,1-1 0,0 0 0,3 11 0,-4-16 0,1-1 0,-1 0 0,1 1 0,-1-1 0,1 1 0,0-1 0,0 0 0,-1 0 0,1 0 0,0 1 0,0-1 0,0 0 0,0 0 0,0 0 0,1 0 0,-1 0 0,0-1 0,0 1 0,0 0 0,1-1 0,-1 1 0,1 0 0,-1-1 0,0 0 0,1 1 0,-1-1 0,1 0 0,-1 0 0,1 0 0,-1 1 0,1-2 0,-1 1 0,0 0 0,1 0 0,-1 0 0,1-1 0,-1 1 0,3-2 0,-3 2 0,0 0 0,0 0 0,0-1 0,0 1 0,0 0 0,1-1 0,-1 1 0,0-1 0,-1 1 0,1-1 0,0 0 0,0 1 0,0-1 0,0 0 0,0 0 0,-1 0 0,1 1 0,0-1 0,-1 0 0,1 0 0,-1 0 0,1 0 0,-1 0 0,1 0 0,-1 0 0,0 0 0,1-1 0,-1 1 0,0 0 0,0 0 0,0 0 0,0 0 0,0 0 0,0 0 0,0-1 0,0 1 0,-1-2 0,1 2 0,-1-1 0,0 0 0,0 0 0,0 0 0,0 0 0,0 1 0,-1-1 0,1 0 0,0 1 0,-1-1 0,1 1 0,-1 0 0,0-1 0,1 1 0,-1 0 0,0 0 0,0 0 0,0 0 0,-2-1 0,-21-6-1365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1.1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24575,'6'-2'0,"0"1"0,0 0 0,0-1 0,-1 0 0,10-5 0,3-1 0,-6 3 0,25-9 0,-36 14 0,-1 0 0,1 0 0,0 0 0,-1 0 0,1 0 0,0 0 0,0 0 0,-1 0 0,1 0 0,0 0 0,-1 0 0,1 0 0,0 0 0,-1 1 0,1-1 0,0 0 0,-1 0 0,1 1 0,-1-1 0,1 1 0,-1-1 0,1 0 0,-1 1 0,1-1 0,-1 1 0,1-1 0,-1 1 0,1 0 0,-1-1 0,0 1 0,1-1 0,-1 1 0,0 0 0,1-1 0,-1 1 0,0 0 0,0-1 0,0 1 0,0 0 0,0-1 0,0 1 0,0 0 0,0-1 0,0 1 0,0 1 0,-2 21 0,-1-1 0,-1 0 0,-10 34 0,-3 12 0,1 4-1365,11-58-5461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1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 24575,'0'-2'0,"0"-2"0,0-3 0,2 1 0,2-3 0,4 0 0,3 0 0,1 2 0,2-1 0,1 2 0,-1 0 0,1-1 0,0-1 0,-1 1 0,-1 0 0,-1 1 0,-3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2.5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0 24575,'-15'24'0,"11"-6"0,1 0 0,0 0 0,1 19 0,-1-7 0,7 1 0,-4-30 0,-1-1 0,1 1 0,0-1 0,0 0 0,0 1 0,0-1 0,0 1 0,0-1 0,1 0 0,-1 1 0,0-1 0,0 1 0,0-1 0,0 0 0,0 1 0,1-1 0,-1 0 0,0 1 0,0-1 0,1 0 0,-1 1 0,0-1 0,0 0 0,1 1 0,-1-1 0,0 0 0,1 0 0,-1 1 0,0-1 0,1 0 0,-1 0 0,1 0 0,-1 0 0,0 1 0,1-1 0,-1 0 0,1 0 0,-1 0 0,0 0 0,1 0 0,-1 0 0,1 0 0,-1 0 0,0 0 0,1 0 0,-1 0 0,1 0 0,-1-1 0,0 1 0,1 0 0,-1 0 0,1 0 0,-1-1 0,0 1 0,1 0 0,-1 0 0,0-1 0,0 1 0,1 0 0,-1 0 0,0-1 0,1 1 0,-1 0 0,0-1 0,0 1 0,0 0 0,1-1 0,-1 1 0,0-1 0,2-2-91,-1 0 0,0 0 0,0 0 0,0 0 0,0 0 0,0 0 0,-1 0 0,1 0 0,-1 0 0,0-1 0,0 1 0,0 0 0,0 0 0,-2-6 0,0-1-6735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3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24575,'0'-1'0,"1"0"0,-1 0 0,0 0 0,0 0 0,1 1 0,-1-1 0,1 0 0,-1 0 0,1 0 0,-1 1 0,1-1 0,-1 0 0,1 0 0,0 1 0,-1-1 0,1 1 0,0-1 0,0 0 0,-1 1 0,1-1 0,0 1 0,0 0 0,0-1 0,0 1 0,0 0 0,-1-1 0,1 1 0,2 0 0,32-5 0,-23 4 0,-10 1 0,-1-1 0,0 1 0,1 0 0,-1 0 0,1 0 0,-1 0 0,0 0 0,1 0 0,-1 0 0,1 0 0,-1 0 0,0 1 0,1-1 0,-1 1 0,0-1 0,1 1 0,-1-1 0,0 1 0,0 0 0,0-1 0,2 2 0,-2 0 0,0 0 0,0 0 0,0 0 0,0 0 0,0 0 0,0 0 0,-1 0 0,1 0 0,-1 0 0,0 0 0,1 0 0,-1 0 0,0 1 0,0 1 0,-2 27 0,0 0 0,-2 0 0,-1 0 0,-14 46 0,14-66-1365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4.1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24575,'0'-2'0,"0"-2"0,2-1 0,2 1 0,6 1 0,3 1 0,2-2 0,2 0 0,2-3 0,-2-1 0,0 0 0,0 2 0,-4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5.0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14 116 24575,'4'0'0,"0"-1"0,0 0 0,0 0 0,0-1 0,0 1 0,0-1 0,-1 0 0,1 0 0,-1 0 0,1 0 0,-1-1 0,0 1 0,0-1 0,0 0 0,0 0 0,0 0 0,3-4 0,-5 6 0,0-1 0,0 1 0,1-1 0,-1 0 0,0 1 0,0-1 0,0 0 0,-1 1 0,1-1 0,0 0 0,-1 0 0,1 0 0,-1 0 0,0 1 0,1-1 0,-1 0 0,0 0 0,0 0 0,0 0 0,0 0 0,-1 0 0,1 0 0,0 0 0,-1 0 0,0 1 0,1-1 0,-1 0 0,0 0 0,0 1 0,0-1 0,0 0 0,0 1 0,0-1 0,0 1 0,-1-1 0,1 1 0,0 0 0,-3-2 0,3 2 4,-1 0-1,1 0 1,-1 0-1,0 1 1,1-1-1,-1 0 1,0 1-1,0-1 1,0 1-1,1 0 1,-1 0 0,0-1-1,0 1 1,0 0-1,0 1 1,0-1-1,1 0 1,-1 0-1,0 1 1,0-1-1,0 1 1,1 0-1,-1-1 1,0 1-1,1 0 1,-1 0-1,0 0 1,1 0-1,-1 0 1,1 1-1,0-1 1,-1 0-1,-1 3 1,2-3-57,-1 1 0,1 0 0,0 0 0,0 0 0,-1 0 0,1 0 0,0 0 0,0 0 0,1 0 0,-1 0 0,0 0 0,1 1 0,0-1-1,-1 0 1,1 1 0,0-1 0,0 0 0,0 0 0,0 1 0,1-1 0,-1 0 0,0 0 0,1 1 0,0-1 0,-1 0 0,1 0 0,2 3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06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29 24575,'-11'50'0,"10"-36"0,1-7 0,-1 0 0,1 0 0,0 1 0,2 12 0,-2-19 0,0 1 0,1-1 0,-1 0 0,0 0 0,1 1 0,0-1 0,-1 0 0,1 0 0,0 0 0,-1 1 0,1-1 0,0 0 0,0 0 0,0 0 0,0 0 0,0-1 0,0 1 0,0 0 0,0 0 0,0 0 0,0-1 0,1 1 0,-1-1 0,0 1 0,0-1 0,1 1 0,-1-1 0,0 0 0,1 0 0,-1 0 0,2 0 0,1 1 0,0-1 0,1 0 0,-1 0 0,0 0 0,0 0 0,0-1 0,1 0 0,-1 0 0,0 0 0,0 0 0,6-3 0,-8 2 0,-1 1 0,1-1 0,0 0 0,-1 1 0,1-1 0,-1 0 0,1 0 0,-1 0 0,0 0 0,0 0 0,0-1 0,0 1 0,0 0 0,0 0 0,-1-1 0,1 1 0,-1 0 0,0-1 0,0 1 0,1 0 0,-2-5 0,2-1 20,-1 0 0,-1 0 0,1-1 0,-2 1 0,-2-11 0,3 16-107,0 0-1,0 0 1,0 0 0,-1 0-1,0 0 1,1 0 0,-1 1-1,0-1 1,0 1-1,-1-1 1,1 1 0,0 0-1,-1 0 1,1 0 0,-1 0-1,-5-3 1,-1 1-6739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1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1.9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2.4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3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24575,'-3'0'0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4.0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24575,'2'-3'0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1:24.7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2718 24575,'1'-39'0,"2"1"0,2 0 0,11-43 0,37-110 0,12-52 0,-46 124 0,-6 34 0,34-122 0,8 46 0,79-159 0,-133 319 0,1-5 0,0 1 0,1 0 0,0 0 0,0 0 0,0 0 0,5-5 0,-7 9 0,-1 1 0,0 0 0,1 0 0,-1 0 0,0-1 0,0 1 0,1 0 0,-1 0 0,0 0 0,1 0 0,-1-1 0,1 1 0,-1 0 0,0 0 0,1 0 0,-1 0 0,0 0 0,1 0 0,-1 0 0,0 0 0,1 0 0,-1 0 0,1 0 0,-1 1 0,0-1 0,1 0 0,-1 0 0,0 0 0,1 0 0,-1 0 0,0 1 0,0-1 0,1 0 0,-1 0 0,1 1 0,0 1 0,1 0 0,-1 1 0,0-1 0,1 0 0,-1 1 0,0-1 0,0 1 0,1 4 0,26 117 0,16 168 0,9 47 0,-24-225 0,45 111 0,57 104 0,37 103 0,-163-415 0,-4-12 0,0 0 0,1 0 0,-1 1 0,1-1 0,1-1 0,-1 1 0,1 0 0,-1-1 0,6 7 0,-7-10 0,-1-1 0,0 0 0,1 0 0,-1 1 0,0-1 0,1 0 0,-1 0 0,1 1 0,-1-1 0,0 0 0,1 0 0,-1 0 0,1 0 0,-1 0 0,1 0 0,-1 0 0,0 0 0,1 0 0,-1 0 0,1 0 0,-1 0 0,1 0 0,-1 0 0,0 0 0,1 0 0,-1 0 0,1-1 0,-1 1 0,0 0 0,1 0 0,-1 0 0,1-1 0,-1 1 0,0 0 0,1-1 0,-1 1 0,0 0 0,0-1 0,1 1 0,-1 0 0,0-1 0,0 1 0,1 0 0,-1-1 0,0 1 0,0-1 0,0 0 0,9-22 0,-8 21 0,22-87 0,53-158 0,-26 119 0,228-666 0,-221 589 0,90-365 0,36-120 0,-181 683 0,-1 3 0,0-1 0,1 1 0,-1 0 0,1 0 0,0 0 0,0 0 0,1 0 0,-1 1 0,6-7 0,-8 10 0,1 0 0,-1 0 0,1 0 0,-1-1 0,1 1 0,-1 0 0,1 0 0,-1 0 0,1 0 0,-1 0 0,1 0 0,-1 0 0,1 0 0,-1 1 0,1-1 0,-1 0 0,1 0 0,-1 0 0,1 0 0,-1 1 0,1-1 0,-1 0 0,0 0 0,1 1 0,-1-1 0,1 0 0,-1 1 0,0-1 0,1 1 0,-1-1 0,0 0 0,0 1 0,1-1 0,-1 1 0,0-1 0,0 1 0,1-1 0,-1 1 0,0-1 0,0 1 0,0-1 0,0 1 0,0-1 0,0 2 0,8 26 0,2 36 0,-4 0 0,-2 113 0,-3-48 0,1-85 0,17 324 0,-10-281 0,4 0 0,29 102 0,-5-23 0,-25-100 0,29 86 0,-27-103 0,-2 0 0,8 64 0,0 8 0,-17-107 0,0-1 0,-2-18 0,4-38 0,0 27 0,1 1 0,0 0 0,1 0 0,1 0 0,1 1 0,0 0 0,0 0 0,1 1 0,1 1 0,0-1 0,1 2 0,22-17 0,13-7 0,2 2 0,62-30 0,-105 60 0,-5 2 0,0 0 0,1 0 0,-1 0 0,1 0 0,-1 0 0,1 1 0,-1-1 0,1 1 0,0-1 0,-1 1 0,1 0 0,-1-1 0,1 1 0,0 0 0,-1 0 0,1 0 0,0 0 0,-1 1 0,1-1 0,0 0 0,-1 1 0,1-1 0,-1 1 0,1-1 0,-1 1 0,1 0 0,2 1 0,-2 1 0,1 0 0,-1 0 0,1 1 0,-1-1 0,0 1 0,-1-1 0,1 1 0,0 0 0,-1-1 0,2 7 0,26 119 0,-4-18 0,12 49 0,-28-221 0,75-511 0,-33 282 0,-34 182 0,43-247 0,-41 270 0,3 2 0,39-93 0,-22 68 0,28-126 0,12-36 0,-79 269 0,0 0 0,0 0 0,0 0 0,0 1 0,1-1 0,-1 0 0,0 0 0,1 1 0,-1-1 0,1 0 0,-1 1 0,0-1 0,1 0 0,0 1 0,-1-1 0,1 1 0,-1-1 0,1 1 0,0-1 0,-1 1 0,1-1 0,1 0 0,-1 1 0,-1 1 0,1-1 0,-1 0 0,1 0 0,0 1 0,-1-1 0,1 0 0,-1 1 0,1-1 0,-1 0 0,1 1 0,-1-1 0,1 1 0,-1-1 0,0 1 0,1-1 0,-1 1 0,0-1 0,1 1 0,-1 0 0,1 0 0,13 41 0,12 75 0,11 141 0,-15-90 0,75 365 0,-30-185 0,25 88 0,-43-115 0,1 14 0,-30-252 0,-11-46 0,7 49 0,-2-7 0,-15-83 0,1-1 0,1 1 0,-1 0 0,1-1 0,0 1 0,0 0 0,0-1 0,0 1 0,1 0 0,2-6 0,25-45 0,-28 53 0,38-68 0,19-32 0,53-130 0,-74 134 0,35-84 0,-58 151 0,2 2 0,0 0 0,36-47 0,-50 74 0,-1 0 0,1 0 0,0-1 0,0 1 0,0 0 0,0 1 0,0-1 0,0 0 0,1 0 0,-1 1 0,1 0 0,-1-1 0,1 1 0,-1 0 0,1 0 0,3-1 0,-4 3 0,0-1 0,0 0 0,-1 1 0,1-1 0,0 1 0,0 0 0,-1 0 0,1 0 0,-1 0 0,1 0 0,-1 0 0,1 0 0,-1 0 0,1 0 0,-1 1 0,0-1 0,0 0 0,0 1 0,1-1 0,-2 1 0,1 0 0,0-1 0,0 1 0,1 3 0,8 23 0,-9-23 0,1 0 0,-1 0 0,1 0 0,1 0 0,-1 0 0,0 0 0,1-1 0,6 8 0,-9-12 0,1 0 0,0 0 0,0 0 0,-1 0 0,1 0 0,0 0 0,0 0 0,-1 0 0,1-1 0,0 1 0,-1 0 0,1 0 0,0-1 0,0 1 0,-1 0 0,1-1 0,-1 1 0,1 0 0,0-1 0,-1 1 0,1-1 0,-1 0 0,1 1 0,-1-1 0,1 1 0,-1-1 0,1 0 0,-1 1 0,0-1 0,1 0 0,-1 1 0,0-2 0,17-28 0,-15 27 0,61-129 0,-5-2 0,-6-2 0,-5-3 0,-7-1 0,24-163 0,-48 191 0,38-225 0,-35 248 0,52-150 0,-67 230 0,1 0 0,0 1 0,0-1 0,12-14 0,-2 2 0,-15 21 0,0 1 0,0-1 0,0 0 0,0 0 0,0 0 0,0 1 0,0-1 0,0 0 0,1 0 0,-1 0 0,0 1 0,0-1 0,0 0 0,0 0 0,0 0 0,0 1 0,0-1 0,0 0 0,1 0 0,-1 0 0,0 0 0,0 0 0,0 1 0,0-1 0,0 0 0,1 0 0,-1 0 0,0 0 0,0 0 0,0 0 0,1 0 0,-1 0 0,0 0 0,0 1 0,0-1 0,1 0 0,-1 0 0,0 0 0,0 0 0,0 0 0,1 0 0,-1 0 0,0 0 0,0-1 0,0 1 0,1 0 0,-1 0 0,0 0 0,0 0 0,0 0 0,0 0 0,1 0 0,-1 0 0,0 0 0,0-1 0,0 1 0,0 0 0,1 0 0,-1 0 0,0 0 0,0 0 0,0-1 0,0 1 0,0 0 0,0 0 0,0 0 0,1-1 0,2 25 0,-3-17 0,45 349 0,36 466 0,-73-539 0,5 132 0,25-2 0,-37-407 0,4 21 0,0-23 0,1-16 0,12-37 0,59-145 0,-64 167 0,1-1 0,2 2 0,0 0 0,36-42 0,-41 58 0,0-1 0,0 2 0,1 0 0,0 0 0,20-10 0,72-30 0,-61 29 0,5-2 0,158-66 0,-197 86 0,0-1 0,0 2 0,0-1 0,0 1 0,0 0 0,1 1 0,15 1 0,65 15 0,-58-9 0,457 98-1365,-443-96-5461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24575,'12'284'0,"-1"-62"0,-6-141 0,30 139 0,-8-70 0,2 217 0,-29 4 0,-2-152 0,2-155 0,-1 41 0,18 153 0,-4-125 0,-8 239 0,-7-200 0,2 1256 0,11-1319-1365,-11-98-5461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24575,'0'0'0,"1"-1"0,-1 1 0,1-1 0,-1 1 0,1-1 0,0 1 0,-1-1 0,1 1 0,0-1 0,-1 1 0,1 0 0,0 0 0,-1-1 0,1 1 0,0 0 0,0 0 0,-1 0 0,1 0 0,0 0 0,0 0 0,1 0 0,25-2 0,-22 2 0,643-4 0,-366 5 0,3777 0 0,-3356 36 0,304-12 0,-452-23 0,-393 8 0,33 0 0,-179-10-1365,-3 0-5461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24575,'24'0'0,"-1"0"0,0-2 0,1 0 0,-1-2 0,39-10 0,-20 4-1365,-31 9-5461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 24575,'1'13'0,"0"0"0,1 0 0,0 0 0,7 19 0,-4-17 0,-2 1 0,4 19 0,-7-32 0,0 0 0,0 0 0,0 0 0,0 0 0,0 0 0,-1 0 0,1 0 0,-1 0 0,0 0 0,0-1 0,0 1 0,0 0 0,0 0 0,-1-1 0,1 1 0,-1-1 0,0 1 0,0-1 0,0 0 0,0 1 0,0-1 0,-4 2 0,2-1 0,0 0 0,-1-1 0,1 0 0,-1 0 0,1 0 0,-1 0 0,0-1 0,1 0 0,-1 0 0,0 0 0,0 0 0,-8-1 0,-10 0-111,-75-4-1143,82 1-5572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24575,'0'1'0,"0"4"0,0 3 0,0 4 0,0 3 0,0-1 0,0 0 0,0-1 0,0 0 0,0 0 0,0 1 0,2-3 0,0-1 0,0-1 0,0 1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24575,'2'-2'0,"2"-1"0,2 1 0,6-3 0,3-2 0,3 0 0,3 1 0,0-1 0,-1 1 0,1 2 0,-4 1-8191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24575,'0'-2'0,"4"0"0,2-1 0,5 2 0,1-1 0,2 1 0,-1 1 0,-1-2 0,0 0 0,0-1 0,-3 0 0,-1-1 0,1 1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 24575,'0'1'0,"-2"3"0,-1 3 0,-1 3 0,0 2 0,0 1 0,2 1 0,0 3 0,1-1 0,1 0 0,-1-2 0,2-3-8191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24575,'5'2'0,"-1"-1"0,1 1 0,-1 1 0,0-1 0,1 0 0,-1 1 0,-1 0 0,6 4 0,4 3 0,-11-9-28,68 40 180,-63-38-338,0 0-1,1 0 1,-1 0 0,1-1 0,0 0 0,0-1 0,15 2 0,-12-3-6640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0 24575,'0'2'0,"-2"1"0,-2 1 0,-3 2 0,1 1 0,-1 3 0,-3 1 0,-2 4 0,0 3 0,0-1 0,0-2 0,3-3 0,0-1 0,0-2 0,0-2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24575,'0'2'0,"0"2"0,0 6 0,0 5 0,0 2 0,0 3 0,0 0 0,0-2 0,0 1 0,0-3 0,-1-1 0,-2-3-8191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1 24575,'-2'1'0,"-2"2"0,-4 5 0,-3 4 0,1 3 0,0 0 0,2-1 0,1 2 0,0-1 0,1-1 0,1-1 0,2-3-8191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24575,'2'0'0,"1"1"0,-1-1 0,1 1 0,-1-1 0,1 1 0,-1 0 0,1 0 0,-1 0 0,1 0 0,-1 0 0,0 1 0,0-1 0,0 1 0,0-1 0,0 1 0,0 0 0,0 0 0,2 2 0,28 47 0,-27-42 0,0 0 0,0-1 0,13 15 0,-5-12-51,-11-10-9,0-1 0,0 1 1,-1 0-1,1 0 0,-1 1 1,1-1-1,-1 0 0,1 0 0,-1 1 1,0-1-1,1 1 0,-1-1 0,0 1 1,0 0-1,0-1 0,0 1 1,-1 0-1,1-1 0,0 1 0,-1 0 1,1 3-1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 24575,'0'-2'0,"2"0"0,2-1 0,3 2 0,1-3 0,2 1 0,0 0 0,1 1 0,0 1 0,0 0 0,0 1 0,-2-2 0,0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24575,'32'-3'0,"-27"2"0,0 0 0,0 1 0,1 0 0,-1-1 0,0 2 0,1-1 0,8 2 0,-12-1 0,-1 0 0,1 0 0,-1 0 0,1 0 0,-1 0 0,1 0 0,-1 0 0,0 0 0,1 1 0,-1-1 0,0 0 0,0 1 0,0-1 0,0 1 0,0-1 0,0 1 0,-1 0 0,1-1 0,0 1 0,-1 0 0,0 0 0,1-1 0,-1 1 0,0 0 0,0 0 0,0 0 0,0 3 0,0-1 0,0 0 0,-1 0 0,0 0 0,1 1 0,-1-1 0,-1 0 0,1 0 0,-1 0 0,1-1 0,-1 1 0,0 0 0,0-1 0,-1 1 0,-4 4 0,-13 26 0,20-34 0,0 1 0,0-1 0,-1 1 0,1-1 0,0 1 0,0-1 0,0 1 0,0-1 0,-1 1 0,1-1 0,0 1 0,0-1 0,0 1 0,0-1 0,1 1 0,-1 0 0,0-1 0,0 1 0,0-1 0,0 1 0,0-1 0,1 1 0,-1-1 0,0 0 0,0 1 0,1-1 0,-1 1 0,0-1 0,1 1 0,-1-1 0,0 0 0,1 1 0,-1-1 0,1 1 0,21 3 0,24-11 0,-21-1-1365,-15 4-5461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24575,'0'0'0,"1"0"0,0 0 0,0 1 0,0-1 0,0 0 0,-1 1 0,1-1 0,0 0 0,0 1 0,0-1 0,-1 1 0,1-1 0,0 1 0,-1 0 0,1-1 0,0 1 0,-1 0 0,1-1 0,-1 1 0,1 0 0,-1 0 0,0-1 0,1 1 0,-1 0 0,0 0 0,1 0 0,-1 0 0,0-1 0,0 1 0,0 1 0,4 36 0,-1-13 0,-3-24 0,0 0 0,0 0 0,0 0 0,1-1 0,-1 1 0,0 0 0,1 0 0,-1-1 0,1 1 0,-1 0 0,1-1 0,-1 1 0,1 0 0,-1-1 0,1 1 0,0-1 0,-1 1 0,1-1 0,0 1 0,-1-1 0,1 0 0,0 1 0,0-1 0,-1 0 0,1 1 0,0-1 0,0 0 0,0 0 0,-1 0 0,1 0 0,0 0 0,0 0 0,0 0 0,-1 0 0,1 0 0,0 0 0,0 0 0,0 0 0,0-1 0,-1 1 0,2-1 0,0 0 0,-1 1 0,1-1 0,-1 0 0,1 0 0,-1 0 0,0-1 0,1 1 0,-1 0 0,0 0 0,0-1 0,0 1 0,0-1 0,0 1 0,0-1 0,0 1 0,-1-1 0,1 0 0,0-2 0,0 0 0,-1-1 0,1 1 0,0 0 0,0 0 0,1 0 0,-1 0 0,1 0 0,0 0 0,0 0 0,0 1 0,0-1 0,1 1 0,0-1 0,-1 1 0,1 0 0,0 0 0,4-3 0,-6 6 0,-1 0 0,0-1 0,1 1 0,-1 0 0,0 0 0,1 0 0,-1 0 0,0-1 0,0 1 0,1 0 0,-1 0 0,1 0 0,-1 0 0,0 0 0,1 0 0,-1 0 0,0 0 0,1 0 0,-1 0 0,0 0 0,1 0 0,-1 0 0,0 0 0,1 0 0,-1 1 0,0-1 0,1 0 0,-1 0 0,0 0 0,1 0 0,-1 1 0,0-1 0,1 1 0,6 13 0,-1 17 0,4 140-1365,-9-162-5461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24575,'0'2'0,"3"0"0,4 0 0,3-2 0,3-1 0,-2 0-8191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24575,'-1'0'0,"0"1"0,0 0 0,0 0 0,0 0 0,0-1 0,1 1 0,-1 0 0,0 0 0,1 0 0,-1 0 0,1 1 0,-1-1 0,1 0 0,-1 0 0,1 0 0,0 0 0,0 0 0,-1 1 0,1-1 0,0 0 0,0 0 0,0 0 0,0 0 0,1 1 0,-1-1 0,0 0 0,0 0 0,1 0 0,-1 0 0,0 1 0,1-1 0,0 0 0,0 1 0,1 0 0,-1-1 0,0 1 0,1-1 0,0 1 0,-1-1 0,1 0 0,0 0 0,0 0 0,-1 0 0,1 0 0,0-1 0,0 1 0,0 0 0,0-1 0,0 1 0,0-1 0,0 0 0,3 0 0,-4 0 0,1 0 0,-1 0 0,1 1 0,-1-1 0,1 0 0,-1 0 0,1 1 0,-1-1 0,1 1 0,-1 0 0,0-1 0,1 1 0,-1 0 0,0 0 0,1 0 0,-1-1 0,0 1 0,0 1 0,0-1 0,0 0 0,0 0 0,0 0 0,0 0 0,-1 1 0,1-1 0,0 1 0,-1-1 0,1 0 0,0 1 0,-1-1 0,1 2 0,-1 2 0,1-1 0,-1 1 0,0-1 0,0 1 0,0-1 0,0 0 0,-1 1 0,0-1 0,0 1 0,-1 4 0,0-7 0,1 1 0,-1-1 0,1 0 0,-1 0 0,0 0 0,1 1 0,-1-2 0,0 1 0,-1 0 0,1 0 0,0-1 0,0 1 0,-1-1 0,1 0 0,-3 2 0,3-3 0,1 1 0,0 0 0,-1-1 0,1 1 0,-1-1 0,1 1 0,-1-1 0,1 1 0,-1-1 0,1 0 0,-1 0 0,0 0 0,1 0 0,-1 0 0,1 0 0,-1-1 0,1 1 0,-1 0 0,1-1 0,-1 1 0,1-1 0,-1 1 0,1-1 0,0 0 0,-1 0 0,1 0 0,-2-1 0,3 1-54,-1 1-1,1-1 0,0 0 1,0 1-1,-1-1 1,1 1-1,0-1 0,0 0 1,0 0-1,0 1 1,0-1-1,0 0 0,0 1 1,0-1-1,0 0 0,0 1 1,0-1-1,1 0 1,-1 1-1,0-1 0,0 1 1,1-1-1,-1 0 1,1 0-1,4-10-6771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0 24575,'-2'0'0,"-1"0"0,0 0 0,0 1 0,0-1 0,0 0 0,0 1 0,1 0 0,-1 0 0,0 0 0,0 0 0,1 0 0,-1 1 0,1-1 0,-1 1 0,1-1 0,0 1 0,-1 0 0,1 0 0,-3 3 0,3-1 0,-1 0 0,1 1 0,0-1 0,0 0 0,0 1 0,1-1 0,-1 1 0,1-1 0,0 1 0,0 0 0,1 7 0,-1-5 0,1 0 0,0 0 0,0 1 0,1-1 0,0 0 0,3 11 0,-4-16 0,1-1 0,-1 0 0,1 1 0,-1-1 0,1 1 0,0-1 0,0 0 0,-1 0 0,1 0 0,0 1 0,0-1 0,0 0 0,0 0 0,0 0 0,1 0 0,-1 0 0,0-1 0,0 1 0,0 0 0,1-1 0,-1 1 0,1 0 0,-1-1 0,0 0 0,1 1 0,-1-1 0,1 0 0,-1 0 0,1 0 0,-1 1 0,1-2 0,-1 1 0,0 0 0,1 0 0,-1 0 0,1-1 0,-1 1 0,3-2 0,-3 2 0,0 0 0,0 0 0,0-1 0,0 1 0,0 0 0,1-1 0,-1 1 0,0-1 0,-1 1 0,1-1 0,0 0 0,0 1 0,0-1 0,0 0 0,0 0 0,-1 0 0,1 1 0,0-1 0,-1 0 0,1 0 0,-1 0 0,1 0 0,-1 0 0,1 0 0,-1 0 0,0 0 0,1-1 0,-1 1 0,0 0 0,0 0 0,0 0 0,0 0 0,0 0 0,0 0 0,0-1 0,0 1 0,-1-2 0,1 2 0,-1-1 0,0 0 0,0 0 0,0 0 0,0 0 0,0 1 0,-1-1 0,1 0 0,0 1 0,-1-1 0,1 1 0,-1 0 0,0-1 0,1 1 0,-1 0 0,0 0 0,0 0 0,0 0 0,-2-1 0,-21-6-1365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24575,'6'-2'0,"0"1"0,0 0 0,0-1 0,-1 0 0,10-5 0,3-1 0,-6 3 0,25-9 0,-36 14 0,-1 0 0,1 0 0,0 0 0,-1 0 0,1 0 0,0 0 0,0 0 0,-1 0 0,1 0 0,0 0 0,-1 0 0,1 0 0,0 0 0,-1 1 0,1-1 0,0 0 0,-1 0 0,1 1 0,-1-1 0,1 1 0,-1-1 0,1 0 0,-1 1 0,1-1 0,-1 1 0,1-1 0,-1 1 0,1 0 0,-1-1 0,0 1 0,1-1 0,-1 1 0,0 0 0,1-1 0,-1 1 0,0 0 0,0-1 0,0 1 0,0 0 0,0-1 0,0 1 0,0 0 0,0-1 0,0 1 0,0 1 0,-2 21 0,-1-1 0,-1 0 0,-10 34 0,-3 12 0,1 4-1365,11-58-5461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 24575,'0'-2'0,"0"-2"0,0-3 0,2 1 0,2-3 0,4 0 0,3 0 0,1 2 0,2-1 0,1 2 0,-1 0 0,1-1 0,0-1 0,-1 1 0,-1 0 0,-1 1 0,-3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0 24575,'-15'24'0,"11"-6"0,1 0 0,0 0 0,1 19 0,-1-7 0,7 1 0,-4-30 0,-1-1 0,1 1 0,0-1 0,0 0 0,0 1 0,0-1 0,0 1 0,0-1 0,1 0 0,-1 1 0,0-1 0,0 1 0,0-1 0,0 0 0,0 1 0,1-1 0,-1 0 0,0 1 0,0-1 0,1 0 0,-1 1 0,0-1 0,0 0 0,1 1 0,-1-1 0,0 0 0,1 0 0,-1 1 0,0-1 0,1 0 0,-1 0 0,1 0 0,-1 0 0,0 1 0,1-1 0,-1 0 0,1 0 0,-1 0 0,0 0 0,1 0 0,-1 0 0,1 0 0,-1 0 0,0 0 0,1 0 0,-1 0 0,1 0 0,-1-1 0,0 1 0,1 0 0,-1 0 0,1 0 0,-1-1 0,0 1 0,1 0 0,-1 0 0,0-1 0,0 1 0,1 0 0,-1 0 0,0-1 0,1 1 0,-1 0 0,0-1 0,0 1 0,0 0 0,1-1 0,-1 1 0,0-1 0,2-2-91,-1 0 0,0 0 0,0 0 0,0 0 0,0 0 0,0 0 0,-1 0 0,1 0 0,-1 0 0,0-1 0,0 1 0,0 0 0,0 0 0,-2-6 0,0-1-6735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24575,'0'-1'0,"1"0"0,-1 0 0,0 0 0,0 0 0,1 1 0,-1-1 0,1 0 0,-1 0 0,1 0 0,-1 1 0,1-1 0,-1 0 0,1 0 0,0 1 0,-1-1 0,1 1 0,0-1 0,0 0 0,-1 1 0,1-1 0,0 1 0,0 0 0,0-1 0,0 1 0,0 0 0,-1-1 0,1 1 0,2 0 0,32-5 0,-23 4 0,-10 1 0,-1-1 0,0 1 0,1 0 0,-1 0 0,1 0 0,-1 0 0,0 0 0,1 0 0,-1 0 0,1 0 0,-1 0 0,0 1 0,1-1 0,-1 1 0,0-1 0,1 1 0,-1-1 0,0 1 0,0 0 0,0-1 0,2 2 0,-2 0 0,0 0 0,0 0 0,0 0 0,0 0 0,0 0 0,0 0 0,-1 0 0,1 0 0,-1 0 0,0 0 0,1 0 0,-1 0 0,0 1 0,0 1 0,-2 27 0,0 0 0,-2 0 0,-1 0 0,-14 46 0,14-66-1365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24575,'0'-2'0,"0"-2"0,2-1 0,2 1 0,6 1 0,3 1 0,2-2 0,2 0 0,2-3 0,-2-1 0,0 0 0,0 2 0,-4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14 116 24575,'4'0'0,"0"-1"0,0 0 0,0 0 0,0-1 0,0 1 0,0-1 0,-1 0 0,1 0 0,-1 0 0,1 0 0,-1-1 0,0 1 0,0-1 0,0 0 0,0 0 0,0 0 0,3-4 0,-5 6 0,0-1 0,0 1 0,1-1 0,-1 0 0,0 1 0,0-1 0,0 0 0,-1 1 0,1-1 0,0 0 0,-1 0 0,1 0 0,-1 0 0,0 1 0,1-1 0,-1 0 0,0 0 0,0 0 0,0 0 0,0 0 0,-1 0 0,1 0 0,0 0 0,-1 0 0,0 1 0,1-1 0,-1 0 0,0 0 0,0 1 0,0-1 0,0 0 0,0 1 0,0-1 0,0 1 0,-1-1 0,1 1 0,0 0 0,-3-2 0,3 2 4,-1 0-1,1 0 1,-1 0-1,0 1 1,1-1-1,-1 0 1,0 1-1,0-1 1,0 1-1,1 0 1,-1 0 0,0-1-1,0 1 1,0 0-1,0 1 1,0-1-1,1 0 1,-1 0-1,0 1 1,0-1-1,0 1 1,1 0-1,-1-1 1,0 1-1,1 0 1,-1 0-1,0 0 1,1 0-1,-1 0 1,1 1-1,0-1 1,-1 0-1,-1 3 1,2-3-57,-1 1 0,1 0 0,0 0 0,0 0 0,-1 0 0,1 0 0,0 0 0,0 0 0,1 0 0,-1 0 0,0 0 0,1 1 0,0-1-1,-1 0 1,1 1 0,0-1 0,0 0 0,0 0 0,0 1 0,1-1 0,-1 0 0,0 0 0,1 1 0,0-1 0,-1 0 0,1 0 0,2 3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29 24575,'-11'50'0,"10"-36"0,1-7 0,-1 0 0,1 0 0,0 1 0,2 12 0,-2-19 0,0 1 0,1-1 0,-1 0 0,0 0 0,1 1 0,0-1 0,-1 0 0,1 0 0,0 0 0,-1 1 0,1-1 0,0 0 0,0 0 0,0 0 0,0 0 0,0-1 0,0 1 0,0 0 0,0 0 0,0 0 0,0-1 0,1 1 0,-1-1 0,0 1 0,0-1 0,1 1 0,-1-1 0,0 0 0,1 0 0,-1 0 0,2 0 0,1 1 0,0-1 0,1 0 0,-1 0 0,0 0 0,0 0 0,0-1 0,1 0 0,-1 0 0,0 0 0,0 0 0,6-3 0,-8 2 0,-1 1 0,1-1 0,0 0 0,-1 1 0,1-1 0,-1 0 0,1 0 0,-1 0 0,0 0 0,0 0 0,0-1 0,0 1 0,0 0 0,0 0 0,-1-1 0,1 1 0,-1 0 0,0-1 0,0 1 0,1 0 0,-2-5 0,2-1 20,-1 0 0,-1 0 0,1-1 0,-2 1 0,-2-11 0,3 16-107,0 0-1,0 0 1,0 0 0,-1 0-1,0 0 1,1 0 0,-1 1-1,0-1 1,0 1-1,-1-1 1,1 1 0,0 0-1,-1 0 1,1 0 0,-1 0-1,-5-3 1,-1 1-6739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24575,'-3'0'0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24575,'2'-3'0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08:52:32.4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04.4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24575,'4'0'0,"1"0"0,0 0 0,-1 0 0,1 1 0,0 0 0,-1 0 0,1 0 0,-1 1 0,1-1 0,-1 1 0,0 0 0,0 0 0,6 4 0,-7-3 0,0 0 0,0 0 0,-1 0 0,1 0 0,-1 0 0,0 0 0,0 1 0,0-1 0,-1 1 0,1 0 0,-1-1 0,0 1 0,1 0 0,-2 0 0,1 0 0,0 5 0,1 14 0,0 0 0,-2 0 0,-2 25 0,0-36 0,0 0 0,0-1 0,-1 1 0,0-1 0,-1 1 0,-1-1 0,-9 18 0,13-28 0,0 1 0,0-1 0,0 1 0,1-1 0,-1 1 0,0 0 0,1-1 0,-1 1 0,1 0 0,-1 0 0,1-1 0,0 1 0,-1 0 0,1 0 0,0 0 0,1 3 0,0-4 0,-1 0 0,1 0 0,0 0 0,0-1 0,0 1 0,0 0 0,0 0 0,0-1 0,0 1 0,0-1 0,0 1 0,0-1 0,1 1 0,-1-1 0,0 0 0,0 1 0,0-1 0,0 0 0,1 0 0,-1 0 0,0 0 0,0 0 0,1 0 0,-1 0 0,0 0 0,0-1 0,2 1 0,29-5 41,0-1 0,34-11 0,-33 8-785,62-10 0,-77 18-6082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05.6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56 24575,'2'-2'0,"0"-1"0,0 1 0,0 0 0,1 0 0,-1 0 0,1 0 0,-1 1 0,1-1 0,0 1 0,-1-1 0,1 1 0,0 0 0,4-1 0,-6 2 0,8-4 0,50-16 0,-54 18 0,0 1 0,0 0 0,0 0 0,0 0 0,0 1 0,0 0 0,0 0 0,0 0 0,6 1 0,-10-1 0,1 1 0,-1 0 0,0 0 0,1-1 0,-1 1 0,0 0 0,0 0 0,0 0 0,0 0 0,0 0 0,0 1 0,0-1 0,0 0 0,0 0 0,0 1 0,0-1 0,-1 0 0,1 1 0,-1-1 0,1 1 0,-1-1 0,1 1 0,-1-1 0,0 1 0,0 2 0,0 41 0,0-42 0,-34 221-1365,30-207-5461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1.8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 24575,'0'13'0,"1"0"0,0 0 0,1-1 0,5 24 0,-6-33 0,0 0 0,0 0 0,0 0 0,0-1 0,0 1 0,0 0 0,1-1 0,0 1 0,-1-1 0,1 1 0,0-1 0,0 0 0,0 0 0,0 0 0,1 0 0,-1 0 0,0 0 0,1-1 0,0 1 0,-1-1 0,1 1 0,0-1 0,-1 0 0,1 0 0,0-1 0,5 2 0,-5-2 0,0 0 0,0-1 0,-1 1 0,1-1 0,0 0 0,-1 0 0,1 0 0,0 0 0,-1 0 0,1 0 0,-1-1 0,0 1 0,1-1 0,-1 1 0,0-1 0,0 0 0,0 0 0,0 0 0,-1 0 0,1-1 0,0 1 0,-1 0 0,1-1 0,-1 1 0,0-1 0,0 1 0,0-1 0,1-4 0,1-2 0,-1 0 0,1 0 0,-1-1 0,-1 1 0,0-1 0,0 1 0,-2-12 0,1 18 5,-1 1-1,1-1 1,-1 1-1,0-1 0,0 1 1,0-1-1,0 1 1,0-1-1,-1 1 1,1 0-1,-1 0 0,1 0 1,-1 0-1,0 0 1,0 0-1,0 0 1,0 1-1,0-1 1,0 0-1,-1 1 0,1 0 1,0 0-1,-1 0 1,1 0-1,-1 0 1,-2-1-1,0 1-110,0 0 0,1 0 0,-1 0 0,0 1 0,0-1 0,0 1-1,0 0 1,0 1 0,0-1 0,1 1 0,-1 0 0,0 0 0,-8 3 0,-2 4-6720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3.1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24575,'3'0'0,"0"3"0,2 0 0,1 5 0,-1 3 0,1 5 0,-1 4 0,-1 1 0,0 2 0,-3 0 0,0-2 0,0 0 0,-1-1 0,-1-2 0,1 0 0,0-7 0,2-10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3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78 24575,'3'-2'0,"5"-4"0,6 0 0,3-2 0,4-2 0,0-1 0,0 1 0,-2 2 0,-2 2 0,-1 3 0,-1 1 0,-1-1 0,-7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4.6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0 24575,'0'4'0,"0"-1"0,0 0 0,0 0 0,0 1 0,1-1 0,0 0 0,-1 1 0,1-1 0,0 0 0,1 0 0,-1 0 0,3 4 0,-3-5 0,0-1 0,1 0 0,-1 0 0,0 0 0,1 0 0,-1 0 0,1 0 0,-1-1 0,1 1 0,-1 0 0,1-1 0,0 1 0,-1-1 0,1 0 0,0 1 0,-1-1 0,1 0 0,0 0 0,-1 0 0,1 0 0,0-1 0,-1 1 0,1 0 0,0-1 0,-1 1 0,3-1 0,2-1 0,-1 1 0,0-1 0,0 1 0,1 0 0,-1 1 0,0-1 0,10 1 0,-14 0 0,0 1 0,1-1 0,-1 0 0,0 1 0,0-1 0,0 1 0,0-1 0,0 1 0,0 0 0,0 0 0,0-1 0,0 1 0,0 0 0,0 0 0,0 0 0,-1 0 0,1 0 0,0 0 0,-1 0 0,1 0 0,-1 0 0,1 0 0,-1 0 0,1 0 0,-1 0 0,0 1 0,1-1 0,-1 0 0,0 0 0,0 0 0,0 1 0,0-1 0,0 0 0,0 0 0,-1 3 0,0 4 0,0 1 0,0 0 0,-1-1 0,-1 1 0,1-1 0,-1 0 0,-1 1 0,0-1 0,-5 8 0,6-11 0,0 0 0,0 0 0,-1 0 0,0 0 0,0 0 0,0-1 0,-1 0 0,0 0 0,1 0 0,-1 0 0,-1-1 0,1 0 0,-10 4 0,14-6-40,0-1 0,0 1 0,0-1 0,0 1-1,0-1 1,-1 0 0,1 0 0,0 0 0,0 0 0,0 0 0,0 0-1,-1 0 1,1 0 0,0 0 0,0 0 0,0-1 0,0 1-1,0 0 1,-1-1 0,1 1 0,0-1 0,0 1 0,0-1 0,0 0-1,0 1 1,1-1 0,-1 0 0,0 0 0,0 0 0,0 0-1,1 1 1,-1-1 0,0-1 0,-6-11-6786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5.5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5 24575,'-1'0'0,"0"1"0,0 0 0,1-1 0,-1 1 0,0 0 0,0 0 0,1 0 0,-1 0 0,0 0 0,1 0 0,-1-1 0,1 2 0,-1-1 0,1 0 0,0 0 0,-1 0 0,1 0 0,0 0 0,0 0 0,0 0 0,0 0 0,0 2 0,-2 27 0,2-26 0,0-1 0,1 1 0,0 0 0,0-1 0,0 1 0,0 0 0,0-1 0,1 1 0,-1-1 0,1 0 0,0 0 0,0 0 0,0 1 0,1-2 0,-1 1 0,1 0 0,-1 0 0,1-1 0,0 0 0,0 1 0,0-1 0,0 0 0,1-1 0,-1 1 0,1 0 0,-1-1 0,1 0 0,-1 0 0,5 1 0,7 1 0,-1 0 0,1-1 0,0-1 0,0 0 0,-1-1 0,17-2 0,-29 2 0,0 0 0,0 0 0,0-1 0,-1 1 0,1 0 0,0-1 0,0 0 0,-1 1 0,1-1 0,-1 0 0,1 0 0,0 0 0,-1 0 0,0 0 0,1 0 0,-1 0 0,0-1 0,1 1 0,-1 0 0,0-1 0,0 1 0,0-1 0,0 1 0,0-1 0,-1 1 0,1-1 0,0 0 0,-1 0 0,1 1 0,-1-1 0,0 0 0,1 0 0,-1 1 0,0-1 0,0 0 0,0 0 0,0 0 0,-1-2 0,0 0 0,1 0 0,-1 0 0,0 0 0,0 0 0,-1 0 0,1 0 0,-1 0 0,0 1 0,0-1 0,0 1 0,0-1 0,0 1 0,-1 0 0,0 0 0,0 0 0,-4-4 0,-2 2 0,0 1 0,0 0 0,0 0 0,-1 1 0,0 0 0,1 0 0,-1 1 0,0 1 0,0 0 0,0 0 0,0 1 0,0 0 0,-20 3 0,28-3-59,1 0 0,-1 1-1,0-1 1,1 1-1,-1-1 1,1 1 0,-1 0-1,1 0 1,-1 0 0,1 0-1,-1 0 1,1 0 0,0 0-1,0 0 1,-1 0-1,1 1 1,0-1 0,0 0-1,0 1 1,1-1 0,-1 1-1,-1 2 1,-4 11-6767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7.8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24575,'0'0'0,"0"0"0,0 0 0,1 0 0,-1 0 0,0 0 0,0 0 0,0 0 0,0 1 0,0-1 0,0 0 0,0 0 0,1 0 0,-1 0 0,0 0 0,0 0 0,0 0 0,0 0 0,0 0 0,1 0 0,-1 0 0,0 0 0,0 0 0,0 0 0,0 0 0,0 0 0,1 0 0,-1 0 0,0 0 0,0 0 0,0 0 0,0 0 0,0 0 0,1 0 0,-1 0 0,0 0 0,0 0 0,0 0 0,0 0 0,0 0 0,0 0 0,1-1 0,-1 1 0,0 0 0,0 0 0,0 0 0,0 0 0,0 0 0,0 0 0,0 0 0,0-1 0,0 1 0,0 0 0,0 0 0,1 0 0,-1 0 0,0 0 0,0-1 0,0 1 0,0 0 0,0 0 0,0 0 0,0 0 0,0-1 0,0 1 0,7 11 0,-2 2 0,-2 0 0,0-1 0,0 2 0,-1-1 0,0 17 0,-3 73 0,-1-49 0,1 27-1365,1-93-5461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9.1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24575,'1'1'0,"0"-1"0,0 0 0,0 0 0,0 1 0,0-1 0,-1 0 0,1 1 0,0-1 0,0 1 0,-1-1 0,1 1 0,0-1 0,-1 1 0,1 0 0,0-1 0,-1 1 0,1 0 0,-1 0 0,1-1 0,-1 1 0,1 0 0,-1 0 0,0 0 0,1-1 0,-1 1 0,0 1 0,7 26 0,-7-25 0,2 18 0,-1-1 0,-1 22 0,-1-24 0,2 0 0,-1 0 0,5 20 0,-5-36 0,0-1 0,1 0 0,-1 0 0,0 1 0,0-1 0,1 0 0,-1 0 0,1 0 0,-1 0 0,1 0 0,0 0 0,-1 0 0,1 0 0,0 0 0,0 0 0,-1 0 0,1 0 0,0 0 0,0 0 0,0-1 0,0 1 0,0 0 0,0-1 0,1 1 0,-1-1 0,0 1 0,2 0 0,-1-1 0,0 0 0,1 0 0,-1-1 0,0 1 0,1 0 0,-1-1 0,0 0 0,1 1 0,-1-1 0,0 0 0,0 0 0,0 0 0,3-2 0,2-2 0,-1 1 0,1-1 0,-1 0 0,0-1 0,-1 0 0,1 0 0,8-12 0,-12 11 0,1 0 0,-1-1 0,0 1 0,-1-1 0,0 0 0,0 1 0,-1-1 0,0 0 0,0 1 0,0-1 0,-1 0 0,-1 1 0,1-1 0,-1 1 0,-6-15 0,8 73 0,8 11 0,2 0 0,26 88 0,-36-150-2,0 0 0,0 0 0,0 0 0,0 0 0,1 0 0,-1 0 0,0 0 0,0 0 0,0 0 0,0 0 0,0 0 0,0 0 0,0 0 0,0-1 0,0 1 0,0 0 0,0 0 0,0 0 0,0 0 0,0 0 0,0 0 0,1 0 0,-1 0 0,0 0 0,0 0 0,0 0 0,0 0 0,0 0 0,0 0 0,0 0 0,0 0 1,0 0-1,0 0 0,1 0-1,-1-17 177,0-25-1643,-1 14-5357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19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87 24575,'4'4'0,"-1"1"0,0 0 0,-1-1 0,1 1 0,-1 0 0,3 11 0,4 5 0,3 11 0,-9-25 0,-1 0 0,1 0 0,0 0 0,0-1 0,0 1 0,1-1 0,5 6 0,-7-10 0,-1-1 0,1 0 0,0 1 0,0-1 0,-1 0 0,1 0 0,0 0 0,0-1 0,0 1 0,0 0 0,0-1 0,0 1 0,0-1 0,0 0 0,1 1 0,-1-1 0,0 0 0,0 0 0,0-1 0,0 1 0,0 0 0,0-1 0,0 1 0,0-1 0,0 0 0,0 1 0,0-1 0,0 0 0,3-2 0,0 0 0,-1 0 0,1-1 0,-1 1 0,0-1 0,0 0 0,0 0 0,-1 0 0,1 0 0,-1-1 0,0 0 0,0 1 0,-1-1 0,1 0 0,-1 0 0,0-1 0,2-9 0,-1 6 0,-1 0 0,-1 0 0,0 0 0,0 0 0,0-1 0,-1 1 0,-1 0 0,0 0 0,-2-14 0,2 20 7,0 0-1,-1 0 0,1 0 0,-1 0 1,1 0-1,-1 0 0,0 0 1,0 1-1,0-1 0,-1 1 1,1-1-1,0 1 0,-1 0 0,0 0 1,1 0-1,-1 0 0,0 1 1,-5-3-1,4 2-130,-1 0 0,0 0 1,0 1-1,0 0 0,0 0 0,0 0 1,0 1-1,0 0 0,0 0 0,0 0 1,-8 1-1,0 2-6702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20.9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24575,'3'0'0,"2"0"0,1 3 0,2 2 0,0 6 0,-3 4 0,0 1 0,-3 0 0,-1 0 0,0 0 0,-1-1 0,0 0 0,-1 0 0,1-3-8191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22.9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45 126 24575,'-5'0'0,"-2"-2"0,-1-9 0,0-4 0,1-2 0,3-1 0,1 1 0,1 0 0,2 1 0,0 4-8191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24.0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58 290 24575,'-1'-4'0,"0"0"0,0 0 0,0 0 0,-1 0 0,0 0 0,-2-5 0,-5-11 0,-2-21 0,2-1 0,2 0 0,-2-64 0,8 101 0,8 75-1365,-4-36-5461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25.1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24575,'0'4'0,"0"8"0,0 5 0,0 5 0,0 4 0,0-1 0,0-1 0,0-4 0,0-1 0,0-3 0,0-1 0,0-8 0,0-7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0:25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0 104 24575,'0'11'0,"1"-1"0,1 1 0,-1 0 0,2-1 0,-1 1 0,2-1 0,-1 1 0,9 14 0,-11-22 0,0 0 0,1 0 0,-1 0 0,1 0 0,0-1 0,0 1 0,0 0 0,0-1 0,1 0 0,-1 0 0,0 1 0,1-1 0,0 0 0,-1-1 0,1 1 0,0-1 0,0 1 0,0-1 0,0 0 0,0 0 0,1 0 0,-1 0 0,0-1 0,0 1 0,1-1 0,-1 0 0,0 0 0,0 0 0,1 0 0,-1 0 0,6-3 0,-7 3 0,0-1 0,0 0 0,-1-1 0,1 1 0,0 0 0,-1 0 0,1-1 0,-1 1 0,0-1 0,1 1 0,-1-1 0,0 0 0,0 1 0,0-1 0,0 0 0,0 0 0,0 0 0,-1 0 0,1 1 0,-1-1 0,1 0 0,-1 0 0,0 0 0,0 0 0,0-3 0,-1-54 0,0 54 0,0-4 14,-1 0-1,0 0 0,-1 0 0,0 0 1,0 1-1,-1-1 0,0 1 1,-5-9-1,6 12-119,-1 0 0,1 0 0,-1 0 0,1 1 0,-1 0 0,-1-1-1,1 2 1,0-1 0,-1 0 0,0 1 0,0 0 0,0 0 0,-10-4 0,2 4-6720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18.5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 24575,'0'-1'0,"0"-1"0,0 1 0,1-1 0,-1 1 0,0-1 0,1 1 0,-1 0 0,1-1 0,-1 1 0,1 0 0,0-1 0,0 1 0,-1 0 0,1 0 0,0 0 0,0 0 0,0 0 0,0 0 0,0 0 0,0 0 0,1 0 0,-1 0 0,0 0 0,0 1 0,1-1 0,-1 1 0,0-1 0,1 1 0,1-1 0,-2 1 0,0-1 0,0 1 0,0 0 0,0 0 0,0 0 0,0 0 0,1 0 0,-1 0 0,0 1 0,0-1 0,0 0 0,0 0 0,0 1 0,0-1 0,0 1 0,0-1 0,0 1 0,0-1 0,0 1 0,0 0 0,-1-1 0,1 1 0,0 0 0,0 0 0,-1-1 0,1 1 0,0 0 0,-1 0 0,1 0 0,-1 0 0,1 0 0,-1 0 0,1 0 0,-1 0 0,0 0 0,1 0 0,-1 0 0,0 3 0,0 0 0,0 0 0,0 0 0,0 0 0,-1 0 0,1 0 0,-1 0 0,0 0 0,0 0 0,-1 0 0,1-1 0,-4 7 0,2-5 0,1 0 0,0 0 0,1 0 0,-1 1 0,-1 7 0,3-12 0,0-1 0,0 1 0,0-1 0,0 0 0,0 1 0,0-1 0,0 1 0,0-1 0,1 1 0,-1-1 0,0 0 0,0 1 0,0-1 0,0 1 0,1-1 0,-1 0 0,0 1 0,0-1 0,1 0 0,-1 1 0,0-1 0,1 0 0,-1 0 0,0 1 0,1-1 0,-1 0 0,1 0 0,-1 0 0,0 1 0,1-1 0,19 2 0,20-8 0,-37 5 0,30-7-1365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19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 24575,'4'-2'0,"0"0"0,1 0 0,-1 1 0,1-1 0,-1 1 0,1 0 0,0 0 0,0 1 0,-1 0 0,7 0 0,7-2 0,-17 1 0,1 1 0,-1 0 0,0-1 0,1 1 0,-1 0 0,1 0 0,-1-1 0,0 1 0,1 0 0,-1 1 0,1-1 0,-1 0 0,1 0 0,-1 0 0,0 1 0,1-1 0,-1 1 0,0-1 0,1 1 0,-1 0 0,0-1 0,0 1 0,2 2 0,-2-1 0,0 1 0,-1 0 0,1 0 0,-1-1 0,0 1 0,0 0 0,0 0 0,0 0 0,0 0 0,-1-1 0,0 6 0,-3 47-1365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1.1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24575,'0'2'0,"0"1"0,0 3 0,0 4 0,0 2 0,0 2 0,0 4 0,1 0 0,0 0 0,1-2 0,0-2 0,1-2 0,-3-3 0,0-6 0,-2-3 0,0-3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2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68 24575,'-1'-1'0,"0"-1"0,2 0 0,2-1 0,5-1 0,6-2 0,8-1 0,5-1 0,5 1 0,1 1 0,-2-1 0,-5 2 0,-6 1 0,-6 1 0,-5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2.7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24575,'1'1'0,"0"3"0,1 4 0,0 6 0,1 5 0,0 3 0,0 1 0,-1-1 0,1-2 0,0-2 0,-1-5 0,-1-2 0,-1-4 0,-1-5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3.7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0 24575,'-9'34'0,"8"-30"0,0-1 0,0 0 0,0 0 0,0 1 0,0-1 0,0 1 0,1-1 0,0 1 0,0-1 0,0 1 0,0 3 0,2-6 0,-1 0 0,0 0 0,1 0 0,-1 0 0,1 0 0,-1 0 0,1-1 0,-1 1 0,1-1 0,0 1 0,-1-1 0,1 1 0,0-1 0,2 0 0,16 6 0,-10 0-341,0 1 0,0 0-1,11 12 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6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24575,'5'97'0,"-5"-96"0,0 0 0,0 0 0,0 0 0,0 0 0,0 0 0,0-1 0,0 1 0,0 0 0,0 0 0,0 0 0,1 0 0,-1 0 0,0 0 0,1 0 0,-1 0 0,0 0 0,1-1 0,-1 1 0,1 0 0,-1 0 0,1 0 0,0-1 0,-1 1 0,1 0 0,0-1 0,0 1 0,-1-1 0,1 1 0,0-1 0,0 1 0,0-1 0,0 1 0,-1-1 0,1 0 0,0 1 0,0-1 0,0 0 0,0 0 0,0 0 0,0 0 0,0 0 0,0 0 0,0 0 0,0 0 0,0 0 0,0 0 0,0-1 0,0 1 0,1-1 0,0 0 0,0 0 0,0 0 0,-1 0 0,1 0 0,0 0 0,-1-1 0,1 1 0,-1-1 0,1 1 0,-1-1 0,0 0 0,1 1 0,-1-1 0,0 0 0,0 0 0,0 0 0,-1 0 0,1 0 0,0 0 0,-1 0 0,1 0 0,-1 0 0,0-3 0,3-21 0,0 14 0,-3 12 0,0 0 0,0 0 0,1 0 0,-1 0 0,0 0 0,0 0 0,0 0 0,0 0 0,0 0 0,1 0 0,-1 0 0,0 0 0,0 0 0,0 0 0,0 0 0,0 0 0,1 0 0,-1 0 0,0 0 0,0 0 0,0 0 0,0 0 0,1 0 0,-1 0 0,0 0 0,0 0 0,0 0 0,0 0 0,0 0 0,0 1 0,1-1 0,-1 0 0,0 0 0,0 0 0,0 0 0,0 0 0,0 0 0,0 1 0,0-1 0,0 0 0,0 0 0,0 0 0,1 0 0,-1 0 0,0 1 0,0-1 0,0 0 0,0 0 0,0 0 0,0 0 0,0 0 0,0 1 0,0-1 0,0 0 0,0 0 0,3 12 0,0 0 0,-1 0 0,0 0 0,0 1 0,-1-1 0,-1 0 0,-1 16 0,2 30 0,0-37-1365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8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 24575,'1'-1'0,"0"-1"0,1-1 0,1-1 0,2 1 0,1 0 0,1-1 0,-1 1 0,1 0 0,-1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29.8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 24575,'0'12'0,"0"23"0,1-23 0,1-11 0,-2-2 0,1 0 0,-1 0 0,1 1 0,-1-1 0,1 0 0,-1 0 0,1 0 0,0 0 0,-1 1 0,1-1 0,0 0 0,0 0 0,-1 1 0,1-1 0,0 1 0,0-1 0,0 1 0,0-1 0,0 1 0,0-1 0,0 1 0,0 0 0,0 0 0,0-1 0,0 1 0,0 0 0,0 0 0,0 0 0,0 0 0,0 0 0,0 0 0,0 1 0,1-1 0,0 1 0,-1 0 0,0 0 0,0 0 0,0 0 0,0 0 0,0 0 0,0 0 0,0 0 0,0 0 0,-1 0 0,1 1 0,0-1 0,0 0 0,-1 1 0,1-1 0,-1 0 0,0 1 0,1-1 0,-1 1 0,0-1 0,0 1 0,0 2 0,1 7 0,-1 6 0,0-1 0,-2 21 0,2-33 0,-1-1 0,1 1 0,-1-1 0,0 0 0,0 0 0,0 0 0,0 1 0,-1-1 0,1 0 0,-1 0 0,0-1 0,1 1 0,-2 0 0,1 0 0,0-1 0,0 0 0,-5 4 0,6-5-38,1-1 0,-1 1 0,0-1 1,0 1-1,0-1 0,0 1 0,1-1 0,-1 0 0,0 1 0,0-1 0,0 0 0,0 0 0,0 0 0,0 0 0,0 0 0,0 0 1,0 0-1,0 0 0,0 0 0,0 0 0,0 0 0,0-1 0,0 1 0,0 0 0,0-1 0,1 1 0,-1 0 0,0-1 0,0 0 1,0 1-1,0-1 0,1 1 0,-1-1 0,0 0 0,0-1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30.4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24575,'5'196'0,"-5"-196"2,0 0-1,0 0 1,0 0-1,1 0 1,-1 0-1,0 0 1,0 0-1,0-1 1,0 1-1,0 0 1,0 0-1,1 0 1,-1 0-1,0 0 1,0 0-1,0 0 1,0 0-1,0 1 1,0-1-1,1 0 1,-1 0-1,0 0 1,0 0-1,0 0 1,0 0-1,0 0 1,0 0-1,0 0 1,1 0-1,-1 0 1,0 0-1,0 0 1,0 1-1,0-1 1,0 0-1,0 0 1,0 0-1,0 0 1,0 0-1,0 0 1,0 0-1,0 1 1,0-1-1,0 0 1,0 0-1,0 0 1,0 0-1,1 0 1,-1 0-1,-1 1 1,1-1-1,0 0 1,0 0-1,5-11-1447,-2 1-5380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31.2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1 24575,'-19'29'0,"16"-25"0,-1 1 0,1 0 0,-1-1 0,2 1 0,-1 1 0,0-1 0,1 0 0,0 1 0,0-1 0,1 1 0,-2 8 0,5-13 0,-1 0 0,0 0 0,1 0 0,0 0 0,-1 0 0,1 0 0,0 0 0,-1 0 0,1 0 0,0-1 0,0 1 0,-1-1 0,1 0 0,0 1 0,0-1 0,2 0 0,16 5 0,68 52-1365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45.1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2 24575,'0'0'0,"0"0"0,0 0 0,0 0 0,0 0 0,0-1 0,0 1 0,-1 0 0,1 0 0,0 0 0,0 0 0,0 0 0,0 0 0,0 0 0,0 0 0,0 0 0,-1 0 0,1 0 0,0 0 0,0 0 0,0 0 0,0 0 0,0 0 0,0 0 0,-1 0 0,1 0 0,0 0 0,0 0 0,0 0 0,0 0 0,0 0 0,0 0 0,0 0 0,-1 0 0,1 0 0,0 0 0,0 0 0,0 1 0,0-1 0,0 0 0,0 0 0,0 0 0,0 0 0,0 0 0,0 0 0,-1 0 0,1 0 0,0 1 0,0-1 0,0 0 0,-3 10 0,1 11 0,1 189 0,2-209 4,-1 0-1,0-1 0,0 1 1,0-1-1,0 1 0,0 0 1,1-1-1,-1 1 0,0-1 1,-1 1-1,1-1 0,0 1 0,0 0 1,0-1-1,0 1 0,0-1 1,-1 1-1,1-1 0,0 1 1,0 0-1,-1-1 0,1 1 1,0-1-1,-1 0 0,1 1 1,-1-1-1,1 1 0,0-1 1,-1 1-1,1-1 0,-1 0 1,1 1-1,-1-1 0,1 0 1,-2 1-1,1-2-68,1 0 1,-1 1-1,0-1 1,1 0-1,-1 0 1,0 1-1,1-1 0,-1 0 1,1 0-1,0 0 1,-1 0-1,1 0 1,0 1-1,-1-1 0,1 0 1,0 0-1,0 0 1,0 0-1,0 0 1,0 0-1,0 0 1,0-1-1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45.9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91 24575,'0'-1'0,"0"-1"0,2-2 0,1-2 0,2 1 0,-1 0 0,-1-2 0,1 1 0,-2-1 0,0 0 0,-1 1 0,0-1 0,-1 1 0,0 0 0,0 1 0,0 0 0,0-1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47.4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37 128 24575,'-1'-1'0,"-1"0"0,1 1 0,0-1 0,-1 0 0,1 0 0,0 0 0,-1 0 0,1 0 0,0 0 0,0 0 0,0 0 0,0 0 0,0 0 0,0-1 0,0 1 0,0 0 0,1-1 0,-1 1 0,-1-3 0,-10-30 0,12 31 0,-1 0 0,1 0 0,0-1 0,0 1 0,0 0 0,0 0 0,1-1 0,-1 1 0,1 0 0,0 0 0,0 0 0,0 0 0,3-6 0,-3 8 0,-1 0 0,1 0 0,0 0 0,-1-1 0,1 1 0,0 0 0,0 0 0,0 0 0,0 0 0,0 0 0,0 0 0,0 1 0,0-1 0,1 0 0,-1 0 0,0 1 0,0-1 0,1 1 0,-1-1 0,0 1 0,1 0 0,-1-1 0,1 1 0,-1 0 0,0 0 0,1 0 0,-1 0 0,1 0 0,-1 0 0,0 0 0,1 1 0,-1-1 0,0 0 0,3 2 0,4 5-1365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48.4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 24575,'-1'0'0,"0"0"0,0 0 0,0 0 0,1 0 0,-1 0 0,0 1 0,0-1 0,1 0 0,-1 0 0,0 1 0,0-1 0,1 1 0,-1-1 0,0 1 0,1-1 0,-1 1 0,0-1 0,1 1 0,-1-1 0,1 1 0,-1 0 0,1-1 0,-1 1 0,0 1 0,-4 25 0,5-22 0,0 0 0,0 0 0,0 0 0,1 0 0,0 1 0,0-1 0,4 9 0,-4-13 0,-1 0 0,1 0 0,0 0 0,0 0 0,0 0 0,-1 0 0,1 0 0,0-1 0,0 1 0,0 0 0,0-1 0,1 1 0,-1 0 0,0-1 0,0 1 0,0-1 0,0 0 0,0 1 0,1-1 0,-1 0 0,0 0 0,0 0 0,1 0 0,-1 0 0,0 0 0,0 0 0,1 0 0,-1 0 0,0-1 0,0 1 0,0 0 0,1-1 0,-1 1 0,0-1 0,0 0 0,0 1 0,0-1 0,0 0 0,0 1 0,0-1 0,0 0 0,0 0 0,0 0 0,-1 0 0,1 0 0,0 0 0,-1 0 0,1 0 0,0 0 0,-1 0 0,0-1 0,1 1 0,-1 0 0,1 0 0,-1 0 0,0-1 0,0 1 0,0 0 0,0 0 0,0 0 0,0-3 0,0-3-116,0 5 42,0 0 1,0 0-1,0 0 1,0 0 0,0 0-1,0 0 1,-1 1-1,1-1 1,-1 0-1,1 0 1,-1 0-1,1 0 1,-1 1-1,0-1 1,0 0-1,-1-1 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49.7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 24575,'0'7'0,"0"-1"0,0 1 0,1 0 0,0-1 0,0 1 0,0-1 0,1 1 0,3 6 0,-4-11 0,0 1 0,1-1 0,-1 0 0,1-1 0,-1 1 0,1 0 0,0 0 0,0-1 0,0 1 0,0-1 0,0 1 0,0-1 0,0 0 0,0 0 0,1 0 0,-1 0 0,0 0 0,1 0 0,-1-1 0,0 1 0,1-1 0,-1 0 0,1 0 0,-1 0 0,4 0 0,-4 0 0,0 0 0,0 0 0,0 0 0,0 0 0,0 0 0,0-1 0,-1 1 0,1-1 0,0 1 0,0-1 0,-1 0 0,1 0 0,0 1 0,-1-1 0,1 0 0,0-1 0,-1 1 0,0 0 0,1 0 0,-1-1 0,0 1 0,1 0 0,-1-1 0,1-1 0,-1 0 0,0 0 0,0 0 0,0 0 0,-1 0 0,1 0 0,-1 0 0,0 0 0,1 0 0,-1 0 0,-1 0 0,1 0 0,0 0 0,-1 0 0,0 0 0,0-3 0,-1 2 0,0 0 0,0 0 0,0 0 0,-1 0 0,0 0 0,1 0 0,-6-5 0,7 8 0,0 0 0,0-1 0,0 1 0,0 0 0,0 0 0,-1 0 0,1 0 0,0 0 0,0 0 0,-1 0 0,1 1 0,-1-1 0,1 0 0,-1 1 0,1-1 0,-1 1 0,1-1 0,-1 1 0,1 0 0,-1 0 0,1 0 0,-1 0 0,0 0 0,1 0 0,-3 0 0,4 1-5,-1-1 0,1 1-1,-1-1 1,0 1 0,1-1-1,-1 1 1,1 0 0,-1-1-1,1 1 1,0 0 0,-1-1 0,1 1-1,0 0 1,-1 0 0,1-1-1,0 1 1,0 0 0,0 0-1,0-1 1,0 1 0,0 1-1,-1 4-1242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50.8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1 24575,'-1'0'0,"-1"1"0,1-1 0,-1 1 0,1-1 0,0 1 0,-1-1 0,1 1 0,0 0 0,0 0 0,0 0 0,-1 0 0,1 0 0,0 0 0,0 0 0,0 0 0,0 0 0,1 0 0,-1 1 0,0-1 0,0 0 0,1 1 0,-2 2 0,-12 37 0,12-32 0,-21 68 0,-20 64 0,55-172-1365,-5 18-5461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0:15:51.7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1 24575,'-2'0'0,"0"0"0,0 0 0,0 0 0,0 1 0,1-1 0,-1 1 0,0-1 0,0 1 0,0 0 0,0-1 0,1 1 0,-1 0 0,0 0 0,0 0 0,1 1 0,-1-1 0,1 0 0,0 1 0,-1-1 0,1 1 0,0-1 0,0 1 0,-1-1 0,1 1 0,1 0 0,-3 3 0,2-2 0,1 0 0,-1-1 0,0 1 0,1 0 0,0-1 0,-1 1 0,1 0 0,0 0 0,0-1 0,1 1 0,-1 0 0,1-1 0,-1 1 0,1 0 0,0-1 0,0 1 0,0-1 0,2 4 0,0-1-136,0 0-1,0-1 1,0 0-1,1 1 1,0-1-1,0-1 1,0 1-1,0 0 0,9 4 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5:50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150 3 24575,'-26'-1'0,"15"0"0,0 1 0,-1 0 0,1 1 0,-1 0 0,-14 3 0,24-3 0,-1 0 0,1 0 0,0-1 0,0 1 0,0 0 0,0 1 0,0-1 0,0 0 0,0 1 0,0-1 0,1 1 0,-1-1 0,0 1 0,1 0 0,-1 0 0,1 0 0,0 0 0,0 0 0,0 0 0,0 0 0,0 0 0,0 0 0,0 0 0,1 1 0,-1-1 0,1 0 0,-1 0 0,1 1 0,0-1 0,0 0 0,1 4 0,-1-5 0,0 11 0,1-1 0,0 0 0,4 17 0,-4-26 0,-1 0 0,0-1 0,1 1 0,-1-1 0,0 1 0,1 0 0,0-1 0,-1 1 0,1-1 0,0 1 0,0-1 0,0 0 0,0 1 0,0-1 0,0 0 0,0 0 0,1 0 0,-1 1 0,0-1 0,1-1 0,-1 1 0,0 0 0,1 0 0,0 0 0,-1-1 0,1 1 0,-1-1 0,1 1 0,-1-1 0,1 0 0,0 1 0,-1-1 0,1 0 0,2 0 0,-2-1 0,-1 0 0,1 1 0,0-1 0,-1 0 0,1 0 0,-1 0 0,1 0 0,-1 0 0,0 0 0,1-1 0,-1 1 0,0 0 0,0-1 0,1 1 0,-1-1 0,-1 1 0,1-1 0,0 0 0,0 1 0,0-1 0,0-2 0,12-46 0,-7 27 0,-5 0 0,-1 21 0,0-1 0,0 1 0,0 0 0,0-1 0,1 1 0,-1-1 0,0 1 0,1 0 0,0-1 0,-1 1 0,3-3 0,-3 5 0,0 0 0,0 0 0,0-1 0,0 1 0,0 0 0,0 0 0,0 0 0,0 0 0,1 0 0,-1 0 0,0 0 0,0 0 0,0 0 0,0 0 0,0 0 0,0 0 0,0 0 0,1-1 0,-1 1 0,0 0 0,0 0 0,0 0 0,0 0 0,0 0 0,0 0 0,1 0 0,-1 0 0,0 0 0,0 0 0,0 1 0,0-1 0,0 0 0,0 0 0,1 0 0,-1 0 0,0 0 0,0 0 0,0 0 0,0 0 0,0 0 0,0 0 0,0 0 0,0 0 0,0 1 0,1-1 0,-1 0 0,0 0 0,0 0 0,0 0 0,0 0 0,0 0 0,0 0 0,0 1 0,4 10 0,-2 11 0,-2 4 0,1 0 0,1 0 0,2-1 0,7 33 0,29 96 0,-38-150-1365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5:52.2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24575,'3'-1'0,"1"0"0,0 1 0,-1-1 0,1-1 0,-1 1 0,7-4 0,-7 4 0,0-1 0,0 1 0,0-1 0,0 1 0,0 0 0,0 1 0,0-1 0,6 0 0,-8 1 0,-1 0 0,1 1 0,0-1 0,0 1 0,0-1 0,0 1 0,0-1 0,-1 1 0,1-1 0,0 1 0,-1 0 0,1-1 0,0 1 0,-1 0 0,1 0 0,-1-1 0,1 1 0,-1 0 0,1 0 0,-1 0 0,0 0 0,1 0 0,-1 0 0,0 0 0,0-1 0,0 1 0,1 0 0,-1 0 0,0 0 0,0 0 0,0 0 0,-1 0 0,1 0 0,0 0 0,-1 1 0,-6 52 0,4-45 0,1 0 0,1 0 0,0 1 0,0 9 0,2-18 0,-1-1 0,0 0 0,1 0 0,-1 1 0,1-1 0,-1 0 0,1 0 0,-1 0 0,1 0 0,-1 0 0,1 0 0,-1 0 0,1 0 0,-1 0 0,1 0 0,-1 0 0,1 0 0,-1 0 0,1 0 0,-1 0 0,1-1 0,-1 1 0,1 0 0,-1 0 0,1 0 0,-1-1 0,1 0 0,23-9 0,-15 7 0,-9 2 0,1 1 0,-1 0 0,1 0 0,0 0 0,-1 0 0,1 0 0,0 0 0,-1 0 0,1 0 0,-1 0 0,1 0 0,0 1 0,-1-1 0,1 0 0,0 0 0,-1 0 0,1 1 0,-1-1 0,1 0 0,-1 1 0,1-1 0,-1 1 0,1-1 0,-1 0 0,1 1 0,-1-1 0,1 2 0,12 22 0,-11-18 0,0 0 0,-1 0 0,1 1 0,-1-1 0,0 0 0,-1 8 0,-3-6 0,0-1 0,-1 1 0,0 0 0,0-1 0,-1 0 0,1 0 0,-10 10 0,10-15-30,0 1 0,1-1-1,-1-1 1,0 1 0,0 0-1,0-1 1,0 0 0,0 0-1,0 0 1,0-1 0,-1 1-1,1-1 1,0 0 0,0 0-1,-9-1 1,3 0-850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5:52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24575,'0'1'0,"0"2"0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5:53.5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72 0 24575,'-1'8'0,"0"-1"0,-1 0 0,1 0 0,-1 0 0,-5 11 0,-5 20 0,-17 132 0,22-141 1,4-20-342,1 0-1,0 1 0,-1 17 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5:54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24575,'0'0'-8191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5:55.8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1 103 24575,'17'1'0,"-15"0"0,1-1 0,-1 0 0,0 1 0,1-1 0,-1 0 0,1-1 0,-1 1 0,1 0 0,3-2 0,-5 2 0,0-1 0,0 0 0,-1 0 0,1 1 0,0-1 0,0 0 0,0 0 0,0 0 0,-1 0 0,1 0 0,-1 0 0,1 0 0,-1 0 0,1 0 0,-1-1 0,1 1 0,-1 0 0,0 0 0,0 0 0,1 0 0,-1-1 0,0 1 0,0 0 0,0 0 0,-1-2 0,1 1-60,-1-37 248,1 36-282,0 1 1,-1 0 0,1 0 0,-1 0-1,0 0 1,1 0 0,-1 0-1,0 0 1,0 0 0,0 1-1,0-1 1,-1 0 0,1 0 0,0 1-1,-3-3 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5:56.0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0 24575,'-31'17'0,"23"-11"0,-6 2 0,12-7 0,1-1 0,-1 1 0,1 0 0,-1-1 0,1 1 0,-1 0 0,1 0 0,0 0 0,-1 0 0,1 0 0,0 1 0,0-1 0,0 0 0,0 0 0,0 1 0,0-1 0,0 1 0,1-1 0,-1 1 0,0-1 0,1 1 0,-1-1 0,1 1 0,-1 0 0,1-1 0,0 1 0,0 0 0,0-1 0,0 1 0,0 0 0,0-1 0,0 1 0,1 1 0,-1 0-124,0 0 0,0-1 0,1 1 0,-1 0 0,1-1 0,-1 1-1,1-1 1,0 1 0,0-1 0,2 4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5:57.3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26 24575,'0'1'0,"-1"-1"0,1 1 0,-1-1 0,1 1 0,-1 0 0,1-1 0,-1 1 0,1-1 0,-1 1 0,1 0 0,0-1 0,-1 1 0,1 0 0,0 0 0,-1-1 0,1 1 0,0 0 0,0 0 0,0-1 0,0 1 0,0 0 0,0 0 0,0 0 0,0 0 0,0 27 0,0-24 0,1 0 0,1 1 0,0 0 0,-1 0 0,2-1 0,-1 1 0,0-1 0,1 0 0,0 1 0,0-1 0,0-1 0,7 8 0,11 15 0,-18-22 0,-1 0 0,1 0 0,1 0 0,-1 0 0,1-1 0,-1 0 0,1 0 0,0 0 0,6 4 0,-9-7 0,0 1 0,0-1 0,0 0 0,-1 1 0,1-1 0,0 0 0,0 0 0,0 1 0,0-1 0,0 0 0,0 0 0,0 0 0,-1 0 0,1 0 0,0 0 0,0 0 0,0-1 0,0 1 0,0 0 0,0 0 0,-1-1 0,2 0 0,-1 0 0,0 0 0,0 0 0,0 0 0,0 0 0,0-1 0,0 1 0,-1 0 0,1-1 0,-1 1 0,1 0 0,-1-1 0,1 1 0,-1-1 0,0 1 0,0-1 0,1 1 0,-1-1 0,0-1 0,0-2 0,0 0 0,0 0 0,0 1 0,-1-1 0,0 0 0,0 1 0,0-1 0,0 1 0,0-1 0,-1 1 0,0 0 0,-3-6 0,-2 1 0,0 0 0,0 0 0,-15-14 0,14 16 0,4 2-96,-3-2 141,0 0 1,-1 1 0,0 0 0,-9-7-1,16 13-77,0-1-1,0 0 1,0 0-1,0 1 1,0-1-1,0 1 1,0-1-1,0 1 0,0 0 1,0-1-1,0 1 1,-1 0-1,1 0 1,0-1-1,0 1 1,0 0-1,0 0 0,-1 1 1,1-1-1,0 0 1,0 0-1,0 0 1,0 1-1,0-1 1,-1 1-1,1-1 0,0 1 1,0-1-1,0 1 1,0-1-1,0 1 1,0 0-1,1 0 1,-1-1-1,0 1 1,0 0-1,0 0 0,1 0 1,-1 0-1,1 0 1,-1 0-1,0 0 1,1 0-1,0 0 1,-1 2-1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5:58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43 102 24575,'5'0'0,"-1"0"0,1 0 0,0-1 0,-1 1 0,1-1 0,-1 0 0,1 0 0,-1-1 0,1 1 0,-1-1 0,0 0 0,5-3 0,-7 3 0,-1 1 0,0 0 0,1-1 0,-1 1 0,0-1 0,0 0 0,0 1 0,0-1 0,0 0 0,0 0 0,-1 0 0,1 1 0,0-1 0,-1 0 0,0 0 0,1 0 0,-1 0 0,0 0 0,0 0 0,0 0 0,0 0 0,0 0 0,-1 0 0,1 0 0,0 0 0,-1 0 0,0 0 0,1 1 0,-1-1 0,0 0 0,-2-2 0,3 2 0,-1 0 0,0 1 0,0-1 0,0 1 0,0-1 0,0 1 0,0 0 0,0-1 0,-1 1 0,1 0 0,0 0 0,-1 0 0,1 0 0,-1 0 0,1 0 0,-1 0 0,0 1 0,1-1 0,-1 0 0,0 1 0,1 0 0,-1-1 0,0 1 0,1 0 0,-1 0 0,0 0 0,0 0 0,0 0 0,1 0 0,-1 0 0,0 1 0,1-1 0,-1 0 0,0 1 0,1 0 0,-1-1 0,0 1 0,1 0 0,-1 0 0,1 0 0,-1 0 0,0 1 0,-2 0 0,0 1 0,1-1 0,-1 1 0,1 0 0,-1 0 0,1 0 0,0 1 0,1-1 0,-1 1 0,0-1 0,1 1 0,0 0 0,0 0 0,0 0 0,1 0 0,-2 6 0,2-5 0,1 0 0,-1 0 0,1 0 0,1 0 0,-1 0 0,1 0 0,0 0 0,0 0 0,0 0 0,1 0 0,0 0 0,0-1 0,0 1 0,0-1 0,1 1 0,-1-1 0,1 0 0,1 0 0,-1 0 0,0 0 0,1 0 0,0-1 0,0 0 0,0 0 0,0 0 0,0 0 0,1-1 0,5 3 0,-4-3-1365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00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46 24575,'0'-2'0,"0"0"0,0-1 0,0 1 0,1-1 0,-1 1 0,1 0 0,-1 0 0,1-1 0,0 1 0,0 0 0,0 0 0,0 0 0,1 0 0,-1 0 0,3-3 0,-3 4 0,0 1 0,0-1 0,0 0 0,0 0 0,0 1 0,0-1 0,0 1 0,1-1 0,-1 1 0,0-1 0,0 1 0,0 0 0,1 0 0,-1 0 0,0-1 0,1 1 0,-1 0 0,0 0 0,0 1 0,1-1 0,-1 0 0,0 0 0,0 1 0,1-1 0,-1 0 0,0 1 0,0 0 0,0-1 0,0 1 0,0-1 0,2 3 0,5 4 0,0 0 0,-1 1 0,0 0 0,0 0 0,-1 1 0,0 0 0,-1 0 0,0 0 0,6 13 0,-10-17 0,0-1 0,1 1 0,-1-1 0,-1 1 0,1 0 0,-1-1 0,0 1 0,0 8 0,-1-8 0,1-1 0,0 1 0,0 0 0,1 0 0,-1 0 0,1 0 0,0 0 0,3 5 0,-3-8 0,-1-1 0,1 0 0,0 0 0,-1 0 0,1 1 0,-1-1 0,0 0 0,1 1 0,-1-1 0,0 0 0,0 1 0,0-1 0,1 0 0,-1 1 0,-1-1 0,1 1 0,0-1 0,0 0 0,0 1 0,-1-1 0,1 0 0,-1 0 0,1 1 0,-1-1 0,-1 2 0,1-2 0,-1 0 0,1 0 0,-1 0 0,1-1 0,-1 1 0,1 0 0,-1-1 0,0 1 0,1-1 0,-1 0 0,0 1 0,0-1 0,1 0 0,-1 0 0,0 0 0,0 0 0,-1-1 0,-6 0 0,0-1 0,0 0 0,0 0 0,1-1 0,-1 0 0,-13-8 0,10 4 0,0 0 0,1-1 0,-17-15 0,25 20 0,0 0 0,0-1 0,0 1 0,1-1 0,-1 0 0,1 1 0,0-1 0,0 0 0,1 0 0,-1-1 0,1 1 0,0 0 0,0 0 0,0-1 0,0-5 0,-3-17 0,3 21 0,0 1 0,0 0 0,0 0 0,1-1 0,0 1 0,0 0 0,0-1 0,1 1 0,1-10 0,-1 14-32,-1 0-1,0 1 1,1-1-1,-1 0 1,1 0-1,0 1 1,-1-1-1,1 0 1,-1 1-1,1-1 1,0 1-1,-1-1 1,1 1-1,0-1 1,0 1-1,0-1 1,-1 1-1,1 0 1,0-1-1,0 1 1,0 0-1,0 0 1,0 0-1,-1 0 1,1 0-1,0 0 1,0 0-1,0 0 1,0 0-1,0 0 1,0 0-1,-1 0 1,1 1-1,0-1 1,0 0-1,0 0 1,0 1-1,-1-1 0,1 1 1,0-1-1,1 2 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00.9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24575,'0'0'-8191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01.4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 24575,'-1'92'0,"2"97"0,0-182-1365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01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03.4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24575,'0'1'0,"1"-1"0,-1 1 0,1-1 0,-1 1 0,1 0 0,0-1 0,-1 0 0,1 1 0,0-1 0,-1 1 0,1-1 0,0 0 0,-1 1 0,1-1 0,0 0 0,0 0 0,-1 0 0,1 1 0,0-1 0,0 0 0,0 0 0,-1 0 0,1 0 0,1-1 0,25 2 0,-23-2 0,7 1 0,-8 0 0,0 0 0,0 0 0,1 0 0,-1 0 0,0 0 0,0 1 0,0-1 0,0 1 0,4 1 0,-6-1 0,0 0 0,0 0 0,0 0 0,0 0 0,0 0 0,0 0 0,0 1 0,-1-1 0,1 0 0,0 0 0,-1 1 0,1-1 0,-1 0 0,1 1 0,-1-1 0,0 0 0,0 1 0,1-1 0,-1 1 0,0-1 0,0 1 0,0-1 0,-1 0 0,1 2 0,-2 18 0,0-1 0,-6 24 0,-1 4 0,7-13-1365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04.0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36 24575,'21'-1'0,"1"-2"0,-1 0 0,23-6 0,17-4 0,-34 10-682,40-1-1,-58 4-6143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05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24575,'0'19'0,"1"-1"0,1 0 0,6 32 0,-6-42 0,1 1 0,0-1 0,0 0 0,0-1 0,1 1 0,1-1 0,-1 1 0,1-1 0,0 0 0,8 8 0,-11-14 0,-1-1 0,0 1 0,1 0 0,-1-1 0,1 1 0,-1-1 0,0 1 0,1-1 0,-1 0 0,1 1 0,-1-1 0,1 0 0,0 0 0,-1 0 0,1 0 0,-1-1 0,1 1 0,-1 0 0,1-1 0,-1 1 0,0 0 0,1-1 0,-1 0 0,1 1 0,-1-1 0,0 0 0,0 0 0,1 0 0,-1 0 0,0 0 0,0 0 0,0 0 0,0 0 0,0 0 0,1-2 0,0 1 0,0 0 0,0 0 0,0 0 0,-1 0 0,1 0 0,-1 0 0,1-1 0,-1 1 0,0-1 0,0 1 0,0-1 0,0 1 0,0-1 0,-1 0 0,1 1 0,-1-1 0,1 0 0,-1 1 0,0-6 0,-5-5 0,0 0 0,-1 1 0,0-1 0,-1 1 0,0 1 0,-10-12 0,16 22-34,-1 0 0,0 0 0,0 0 0,0 0 0,0 0 0,0 0 0,1 0 0,-2 1 0,1-1 0,0 1-1,0 0 1,0-1 0,0 1 0,0 0 0,0 0 0,0 0 0,0 0 0,-3 1 0,1-1-684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05.5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24575,'0'-1'0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06.0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0 24575,'0'195'0,"-2"-179"-273,-1 0 0,0-1 0,-1 0 0,-12 29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06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24575,'1'0'0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08.1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0 24575,'-1'1'0,"-1"-1"0,0 1 0,1-1 0,-1 1 0,1 0 0,-1 0 0,1 0 0,-1 0 0,1 0 0,-1 0 0,1 0 0,0 1 0,0-1 0,-1 0 0,1 1 0,0-1 0,0 1 0,1-1 0,-1 1 0,-1 2 0,-14 34 0,15-32 0,0 0 0,0 0 0,0 1 0,0-1 0,1 0 0,0 0 0,0 0 0,1 1 0,0-1 0,0 0 0,0 0 0,1 0 0,0 0 0,0 0 0,0-1 0,1 1 0,0-1 0,0 1 0,0-1 0,1 0 0,-1 0 0,10 9 0,-5-7 0,0 1 0,0-1 0,1 0 0,0-1 0,1 0 0,-1-1 0,1 0 0,0 0 0,0-1 0,1 0 0,-1-1 0,15 3 0,-9-4 0,-1 0 0,1-1 0,-1-1 0,29-3 0,-44 3 0,0 0 0,1 0 0,-1 0 0,0 0 0,0 0 0,0 0 0,1 0 0,-1 0 0,0 0 0,0 0 0,1-1 0,-1 1 0,0 0 0,0 0 0,0 0 0,0 0 0,1 0 0,-1 0 0,0-1 0,0 1 0,0 0 0,0 0 0,1 0 0,-1-1 0,0 1 0,0 0 0,0 0 0,0 0 0,0-1 0,0 1 0,0 0 0,0 0 0,0-1 0,0 1 0,0 0 0,0 0 0,0-1 0,0 1 0,0 0 0,0 0 0,0 0 0,0-1 0,-8-12 0,-13-8 0,14 14 0,2 2 0,0 0 0,-1 0 0,1 1 0,-1-1 0,0 1 0,0 0 0,-1 1 0,1 0 0,-1 0 0,0 0 0,0 1 0,0-1 0,-7 0 0,-9-4 45,21 6-133,0 0 0,1 0 0,-1 0-1,0 0 1,0 1 0,0-1 0,0 0 0,0 1 0,0 0 0,0-1 0,0 1-1,-1 0 1,1 0 0,0 0 0,-3 1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11.5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8 24575,'-1'0'0,"1"-1"0,-1 1 0,0-1 0,1 1 0,-1-1 0,1 1 0,-1-1 0,0 1 0,1-1 0,-1 1 0,0 0 0,1-1 0,-1 1 0,0 0 0,0-1 0,1 1 0,-1 0 0,0 0 0,0 0 0,1 0 0,-1 0 0,0 0 0,0 0 0,-1 0 0,-25 0 0,23 0 0,2 0 0,-1 0 0,1 0 0,-1 0 0,1 0 0,-1 0 0,1 1 0,0-1 0,-1 1 0,1 0 0,-1-1 0,1 1 0,0 0 0,0 0 0,-1 1 0,1-1 0,0 0 0,0 1 0,-2 2 0,2-1 0,1-1 0,-1 1 0,1 0 0,0 0 0,0 0 0,0 0 0,0 0 0,1 0 0,-1 0 0,1 0 0,0 0 0,0 0 0,0 0 0,0 4 0,-1 24 0,0-24 0,0 1 0,1-1 0,0 1 0,0-1 0,1 1 0,3 14 0,-3-21 0,-1-1 0,1 1 0,0 0 0,0 0 0,-1 0 0,1-1 0,0 1 0,0 0 0,0-1 0,0 1 0,0-1 0,0 1 0,0-1 0,0 0 0,0 1 0,0-1 0,0 0 0,0 1 0,0-1 0,0 0 0,0 0 0,0 0 0,1 0 0,-1 0 0,1-1 0,34-4 0,-26 4 0,5-1 0,-3 1 0,0 0 0,0-1 0,16-5 0,-26 7 0,-1-1 0,1 1 0,-1 0 0,1-1 0,-1 1 0,0-1 0,1 0 0,-1 1 0,0-1 0,1 0 0,-1 0 0,0 0 0,0 0 0,0 0 0,0 0 0,0 0 0,0 0 0,0 0 0,0-1 0,0 1 0,0 0 0,-1-1 0,1 1 0,-1 0 0,1-1 0,-1 1 0,1-1 0,-1 1 0,0-1 0,0 1 0,1-1 0,-1 1 0,0-1 0,-1 1 0,1-2 0,-1 0 7,1 0 0,-1 1 0,-1-1 0,1 1 0,0-1 1,0 1-1,-1-1 0,0 1 0,1 0 0,-1 0 0,0 0 0,0 0 0,0 0 0,0 0 0,0 0 0,-4-1 0,-1-1-304,1 1 0,-2 0 0,1 0 0,-12-3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12.1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12.8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1 24575,'-2'0'0,"0"1"0,0-1 0,0 1 0,0-1 0,0 1 0,1 0 0,-1 0 0,0 0 0,0 0 0,1 0 0,-1 0 0,1 0 0,-1 1 0,1-1 0,-1 1 0,1-1 0,0 1 0,0-1 0,0 1 0,0 0 0,0-1 0,0 1 0,0 0 0,0 0 0,1 0 0,-1 0 0,0 2 0,-3 10 0,1 1 0,-3 23 0,4-21 0,-36 142-1365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6:13.3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24575,'1'0'0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27.7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24575,'2'3'0,"0"1"0,-1-1 0,1 1 0,-1-1 0,0 1 0,0 0 0,-1 0 0,1-1 0,-1 1 0,1 5 0,-1-6 0,3 39 2,-3 58 0,-1-43-1371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28.6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24575,'1'0'0,"2"0"0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30.0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22 24575,'7'-1'0,"-1"1"0,0-1 0,0-1 0,0 1 0,11-5 0,-11 4 0,0 0 0,0 0 0,0 1 0,1-1 0,-1 1 0,8 0 0,-10 1 0,3 0 0,0 0 0,0 1 0,0-1 0,0 1 0,8 3 0,-11-3 0,-1 0 0,0 1 0,0 0 0,-1-1 0,1 1 0,0 0 0,-1 1 0,1-1 0,-1 0 0,1 1 0,-1-1 0,0 1 0,2 4 0,5 6 0,-2 0 0,1 0 0,9 27 0,-15-34 0,0 0 0,0 0 0,-1-1 0,0 1 0,0 0 0,0 1 0,-1-1 0,0 0 0,0 0 0,0 0 0,-1 0 0,-2 10 0,1-13 0,0 0 0,0 1 0,-1-1 0,1 0 0,-1 0 0,1-1 0,-1 1 0,0 0 0,0-1 0,0 0 0,-1 1 0,1-1 0,0-1 0,-1 1 0,1 0 0,-1-1 0,0 0 0,-4 2 0,-9 1 0,1 0 0,-31 4 0,39-7 0,-1 0 0,-1 0 0,0 0 0,0-1 0,0 0 0,0 0 0,0-1 0,-11-3 0,20 3 0,0 0 0,0 0 0,1 0 0,-1 0 0,0 0 0,0 0 0,0 0 0,1 0 0,-1 0 0,0-1 0,1 1 0,-1 0 0,1-1 0,0 1 0,-1 0 0,1-1 0,0 1 0,0 0 0,0-1 0,0 1 0,0-1 0,0 1 0,0 0 0,1-1 0,-1 1 0,0 0 0,1-3 0,0 0 0,0 0 0,1-1 0,-1 1 0,1 0 0,-1 0 0,1 0 0,4-6 0,-4 8 0,-1 0 0,1 0 0,0 0 0,-1 1 0,1-1 0,0 1 0,0-1 0,0 1 0,1 0 0,-1 0 0,0 0 0,0 0 0,0 0 0,1 0 0,-1 1 0,1-1 0,-1 1 0,0-1 0,1 1 0,-1 0 0,1 0 0,-1 0 0,1 1 0,-1-1 0,0 0 0,1 1 0,-1 0 0,0-1 0,1 1 0,-1 0 0,0 0 0,0 0 0,0 1 0,0-1 0,3 2 0,5 5 0,1 1 0,-1 0 0,0 1 0,-1 0 0,8 12 0,-9-12-70,17 18-1225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30.8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24575,'0'2'0,"0"0"0,0 3 0,0 0 0,0 2 0,0 0 0,0 0 0,0 1 0,0 1 0,1 0 0,2 1 0,1-1 0,1 1 0,-1-2 0,1 0 0,-2 0 0,-1-1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32.0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24575,'2'34'0,"5"39"0,-3-48 0,-3-13 0,0 3 0,1 0 0,1-1 0,0 0 0,8 22 0,-9-54-1365,-2 10-5461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33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24 24575,'43'-21'0,"-40"20"0,0 1 0,1-1 0,-1 1 0,0 0 0,1 0 0,-1 0 0,0 1 0,0-1 0,0 1 0,1 0 0,-1 0 0,0 0 0,0 0 0,0 0 0,0 1 0,0-1 0,-1 1 0,5 3 0,-2 0 0,-1 0 0,0 1 0,0-1 0,-1 1 0,0 0 0,0 1 0,4 11 0,-3-4 0,-1 1 0,0 0 0,-1 0 0,-1 0 0,-1 0 0,0 0 0,-4 26 0,4-39 4,0 0 0,-1 0 0,1 0 0,-1 0 0,0-1 0,0 1 0,1 0 0,-1-1 0,0 1 0,0 0 0,-1-1 0,1 1 0,0-1 0,0 0 0,-1 1 0,1-1 0,-1 0 0,1 0 0,-1 0 0,0 0 0,1 0 0,-1 0 0,0 0 0,1-1 0,-1 1 0,0-1 0,0 1 0,0-1 0,-3 1 0,3-1-82,-1 0 0,0 1 0,0-1-1,0 0 1,0-1 0,0 1 0,0 0 0,0-1 0,0 1-1,1-1 1,-1 0 0,0 0 0,0 0 0,1-1 0,-1 1-1,1 0 1,-1-1 0,-3-3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34.2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 24575,'0'-2'0,"0"-1"0,0 0 0,0 0 0,1 0 0,-1 0 0,1 1 0,-1-1 0,1 0 0,0 0 0,0 1 0,0-1 0,1 0 0,-1 1 0,2-3 0,-1 4 0,-1 0 0,0 1 0,0-1 0,0 0 0,0 1 0,0-1 0,0 1 0,1-1 0,-1 1 0,0 0 0,0-1 0,1 1 0,-1 0 0,0 0 0,1 0 0,-1 0 0,0 0 0,1 0 0,-1 0 0,0 1 0,0-1 0,1 0 0,-1 1 0,0-1 0,0 1 0,0-1 0,1 1 0,-1-1 0,0 1 0,0 0 0,0 0 0,0 0 0,1 1 0,0 0 0,-1-1 0,0 1 0,0 0 0,0 0 0,1 0 0,-2 0 0,1 0 0,0 0 0,0 0 0,-1 0 0,1 0 0,-1 0 0,0 0 0,1 0 0,-1 0 0,0 0 0,0 3 0,-3 41 0,2-40 0,-6 26 0,5-29 0,1 1 0,-1 0 0,1-1 0,1 1 0,-1 0 0,0-1 0,1 1 0,0 0 0,0 0 0,0-1 0,0 1 0,0 0 0,3 7 0,-3-11 3,0 1 1,1 0-1,-1 0 0,1 0 0,0-1 0,-1 1 0,1 0 0,0-1 1,-1 1-1,1 0 0,0-1 0,-1 1 0,1-1 0,0 1 1,0-1-1,0 0 0,0 1 0,0-1 0,-1 0 0,1 0 0,0 1 1,0-1-1,0 0 0,0 0 0,0 0 0,0 0 0,0 0 0,0 0 1,0 0-1,0 0 0,0-1 0,0 1 0,-1 0 0,1-1 1,0 1-1,0 0 0,1-2 0,2 0-215,0 1 0,0-2 0,0 1-1,-1 0 1,1-1 0,5-5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35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24575,'1'0'0,"1"0"0,-1 1 0,0-1 0,0 1 0,0 0 0,0-1 0,0 1 0,0 0 0,0 0 0,0-1 0,0 1 0,0 0 0,0 0 0,0 0 0,-1 0 0,1 0 0,0 0 0,-1 0 0,1 1 0,-1-1 0,1 0 0,-1 0 0,1 0 0,-1 2 0,11 37 0,-9-30 0,33 131 0,-35-139-80,-1-8 280,-3-10-1685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36.3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24575,'2'-1'0,"1"1"0,-1-1 0,1 1 0,-1-1 0,1 0 0,-1 0 0,0 0 0,1 0 0,2-3 0,-3 3 0,1-1 0,0 1 0,-1-1 0,1 1 0,0 0 0,0 0 0,0 0 0,4 0 0,-2 1 0,0 1 0,-1-1 0,1 1 0,0 0 0,-1 0 0,1 1 0,-1-1 0,1 1 0,-1 0 0,6 4 0,38 28 0,-46-31 0,-1-1 0,1 1 0,-1 0 0,1-1 0,-1 1 0,0 0 0,0 0 0,-1 0 0,1 0 0,-1 0 0,1 0 0,-1 0 0,0 0 0,0 0 0,-1 4 0,-5 48 0,5-48 0,0 0 0,-1 0 0,0 0 0,-1 0 0,1 0 0,-6 8 0,6-12 0,0-1 0,0 0 0,0 0 0,0 0 0,0 0 0,0 0 0,-1-1 0,1 1 0,-1-1 0,1 1 0,-1-1 0,0 0 0,0 0 0,1 0 0,-1 0 0,0-1 0,0 1 0,-3 0 0,-20 9 0,9-2 0,14-7-1365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37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24575,'6'0'0,"-3"0"0,0 0 0,0 0 0,0 0 0,0 0 0,0 0 0,0 1 0,0-1 0,0 1 0,3 1 0,-5-1 0,0 0 0,0 0 0,0 0 0,0 0 0,0 0 0,0 0 0,0 1 0,-1-1 0,1 0 0,-1 0 0,1 0 0,-1 1 0,1-1 0,-1 0 0,1 1 0,-1-1 0,0 0 0,0 1 0,0-1 0,0 1 0,0-1 0,0 0 0,-1 3 0,1 12 0,0-3 0,0 0 0,-1 0 0,-5 18 0,7-30 0,-1-1 0,1 1 0,-1-1 0,1 1 0,-1-1 0,1 0 0,0 1 0,-1-1 0,1 0 0,-1 1 0,1-1 0,0 0 0,-1 1 0,1-1 0,0 0 0,-1 0 0,1 0 0,0 0 0,-1 0 0,1 0 0,0 0 0,-1 0 0,2 0 0,0 0 0,-1 0 0,1 0 0,-1 0 0,1 0 0,-1 1 0,0-1 0,1 0 0,-1 1 0,1-1 0,-1 1 0,0 0 0,0-1 0,1 1 0,-1 0 0,2 1 0,-2 2 0,0 1 0,1-1 0,-1 0 0,-1 1 0,1-1 0,-1 1 0,0-1 0,0 1 0,0-1 0,0 1 0,-1-1 0,-2 9 0,3-12 0,0 1 0,-1-1 0,1 1 0,-1-1 0,1 1 0,-1-1 0,1 1 0,-1-1 0,0 0 0,0 1 0,0-1 0,0 0 0,0 0 0,0 1 0,0-1 0,0 0 0,0 0 0,-1 0 0,1-1 0,0 1 0,-1 0 0,1 0 0,0-1 0,-1 1 0,1-1 0,-1 1 0,1-1 0,-1 1 0,1-1 0,-1 0 0,0 0 0,1 0 0,-1 0 0,1 0 0,-1 0 0,1 0 0,-1-1 0,-2 0 0,-14-3-1365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38.8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24575,'1'6'0,"0"1"0,0-1 0,1 0 0,0 1 0,0-1 0,0 0 0,1 0 0,4 6 0,10 28 0,-9-16 0,21 44 0,3 9 0,-25-48 0,-7-26 0,-4-18 0,1 3-1365,0 1-5461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39.7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40 24575,'0'-2'0,"1"1"0,0-1 0,-1 1 0,1-1 0,0 1 0,0 0 0,0-1 0,0 1 0,0 0 0,0 0 0,1-1 0,-1 1 0,0 0 0,0 0 0,1 0 0,-1 1 0,1-1 0,-1 0 0,2 0 0,30-14 0,-31 15 0,0 0 0,0-1 0,0 1 0,-1 0 0,1 0 0,0 0 0,0 0 0,0 1 0,0-1 0,-1 0 0,1 1 0,0-1 0,0 1 0,-1 0 0,1 0 0,0-1 0,-1 1 0,1 0 0,-1 0 0,1 1 0,-1-1 0,0 0 0,1 0 0,-1 1 0,2 2 0,5 6 0,0 0 0,10 22 0,-5-11 0,-5-9 0,-1 0 0,0 0 0,0 0 0,-2 1 0,1 0 0,-2 0 0,4 14 0,1 2 0,-7-25 0,0 1 0,0-1 0,-1 1 0,1 0 0,-1 0 0,0 0 0,-1-1 0,1 1 0,-1 0 0,0 0 0,0 0 0,-1 0 0,1 0 0,-3 7 0,2-11 5,0 0 1,0 0-1,0 0 0,0 0 0,0 0 0,0-1 1,0 1-1,0 0 0,-1-1 0,1 1 1,0-1-1,0 1 0,-1-1 0,1 1 0,0-1 1,-1 0-1,1 0 0,-1 0 0,1 0 0,0 0 1,-1 0-1,-1 0 0,-32-4-1490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2:59:41.0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24575,'1'6'0,"0"1"0,0 0 0,0-1 0,1 1 0,4 9 0,5 21 0,-9-3 0,-2-26 0,0-1 0,1 0 0,-1 0 0,4 12 0,-3-18 0,-1 0 0,1 0 0,-1 0 0,1 0 0,0-1 0,0 1 0,-1 0 0,1-1 0,0 1 0,0-1 0,0 1 0,-1-1 0,1 1 0,0-1 0,0 1 0,0-1 0,0 0 0,0 1 0,0-1 0,0 0 0,0 0 0,0 0 0,0 0 0,0 0 0,0 0 0,0 0 0,0 0 0,0 0 0,0-1 0,0 1 0,0 0 0,0-1 0,0 1 0,0 0 0,0-1 0,-1 1 0,1-1 0,1 0 0,1 0 0,-1 0 0,0-1 0,1 1 0,-1 0 0,0-1 0,1 0 0,-1 1 0,0-1 0,0 0 0,0 0 0,-1 0 0,1 0 0,2-4 0,-1-5 0,0 0 0,-1-1 0,-1 1 0,0 0 0,0-1 0,-1 1 0,0-1 0,-1 1 0,-3-14 0,25 124 0,15 62 0,-28-136-1365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2:51.054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18 891,'-5'-25,"0"-1,1 0,2-1,0 1,2 0,5-38,-5 58,2 0,-1 0,0 0,1 1,0-1,1 0,-1 1,1-1,4-6,38-46,-12 17,80-106,-106 139,0 2,1-1,15-10,15-13,-28 20,1 1,24-14,4-4,88-57,-99 68,0 3,32-12,92-20,-129 39,84-21,-90 24,0 1,0 0,0 1,25 2,-11 0,-19-1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2:53.573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767 1,'-22'-1,"1"1,-41 4,55-3,-1 1,1 0,0 0,0 0,1 1,-1 0,1 0,-1 1,-8 6,-5 4,-35 18,36-22,-83 54,1-6,85-50,0 1,-22 16,24-14,-1-2,-26 14,38-21,-1-1,1 1,0 0,0 0,0 0,0 1,0-1,1 1,-1-1,1 1,0 0,-1 0,1 0,0 0,-1 5,-1 2,0 0,1 1,-3 18,5-18,-2 1,0-1,-5 15,3-14,1 0,0 0,2 0,-3 14,-3 14,-3-7,8-27,1-1,0 1,0 0,0 0,1 0,0 0,0 7,1 31,2-32,-2-1,0 1,0-1,-1 0,0 1,-1-1,-1 0,1 0,-6 12,4-16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2:54.691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0,'0'3,"0"0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2:55.585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03.309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82 766,'1'-10,"0"1,0-1,1 0,0 1,1 0,0 0,0 0,1 0,8-14,6-5,29-37,-47 64,30-39,-17 21,1 0,1 1,0 1,1 0,34-25,61-28,-73 45,-15 10,32-17,-47 28,1 0,-1 1,1 0,-1 1,1 0,0 0,0 1,10-1,-8 1,1 0,-1-1,0-1,0 0,21-9,-18 7,0 0,25-5,71-16,-95 22,156-42,-153 43,-1-2,31-12,-46 16,0-1,0 1,0-1,-1 0,1 0,-1 0,1 0,-1 0,1 0,-1 0,0 0,0 0,0 0,-1-1,1 1,0 0,-1-1,1-4,-1 6,0 0,1-1,-1 1,0-1,0 1,0 0,0-1,0 1,-1-1,1 1,0 0,-1-1,1 1,-1 0,1-1,-1 1,1 0,-1 0,0 0,0-1,0 1,0 0,0 0,0 0,0 0,0 0,0 1,0-1,0 0,-1 0,1 1,-2-2,-11 1,0 0,0 0,0 2,0 0,0 0,0 1,0 1,0 0,-20 8,18-6,-4 1,2 2,-1 0,1 1,-26 17,36-21,-18 13,1 1,-32 31,-2 2,-6-5,59-41,0 0,0 0,1 1,0 0,0 0,1 1,-8 14,6-9,-4 7,2 2,0-1,-8 34,13-38,-2 1,0-2,-1 1,-1 0,0-1,-1-1,-13 19,15-25,0 0,1 1,0 0,1 0,0 0,-4 12,-12 71,1-8,13-64,1 0,0 1,-1 23,0-14,2-26,1-21,3-2,1-155,1 165,0 0,0 0,1 0,0 0,0 1,1-1,-1 1,9-12,-5 9,0-2,8-19,-15 29,0 1,0 0,1 0,-1 0,0 0,1 0,-1 0,1 0,-1 0,1 0,0 0,-1 0,1 0,0 1,0-1,0 0,-1 0,1 1,0-1,2 0,-3 1,1 1,-1 0,0 0,0-1,1 1,-1 0,0 0,0 0,0-1,0 1,0 0,0 0,0 0,0 0,0-1,0 1,0 0,-1 0,1 0,0-1,-1 1,1 0,0-1,-1 1,1 0,-1-1,0 2,-13 23,-1 0,-26 34,17-26,-72 79,85-100,0 0,0-1,-1 0,-24 15,11-7,24-18,0 0,1-1,-1 1,0 0,0-1,0 1,0 0,0-1,0 1,0-1,0 1,0-1,0 0,0 0,0 1,0-1,0 0,0 0,-1 0,1 0,0 0,0 0,0 0,0-1,0 1,0 0,0-1,0 1,0 0,0-1,0 1,0-1,0 0,0 1,0-1,0 0,1 1,-1-1,0 0,0 0,1 0,-1 0,0-1,-4-7,1 0,1 0,-1 0,-2-15,4 18,0-1,0 0,0 1,-6-11,5 14,0 1,0-1,0 1,0 0,0 0,-7-4,-15-9,23 13,0 1,0-1,0 0,0 0,1 0,-1 0,1 0,-1 0,1 0,0-1,0 1,0 0,0-1,0 1,1-1,-1 1,1-1,-1 1,1-1,0 0,0 1,0-1,1-3,0 2,1 0,0 0,0 0,0 0,0 1,0-1,1 0,0 1,0 0,0-1,0 1,0 1,5-5,5-3,-1-2,-1 1,0-2,11-14,-20 24,0 1,0 0,1-1,-1 1,1 1,0-1,-1 0,1 0,0 1,0 0,0 0,0-1,0 2,4-2,48-3,-11 1,-17 0,-13 2,1 0,-1-1,0-1,0 0,27-12,-28 7,1 0,-2-1,14-13,-14 12,0 0,27-17,-14 12,45-38,3-3,-57 47,-12 8,0 0,-1-1,1 1,0-1,-1 1,0-1,0 0,0-1,0 1,0 0,-1-1,1 0,-1 1,3-7,1-2,0 0,2 0,-1 1,1 0,15-15,-4 4,3-8,-18 24,0 0,0 0,1 0,-1 1,1 0,0 0,0 1,9-7,42-31,-38 28,30-19,-40 29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06.469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975 2,'-69'-2,"-75"4,125 1,1 0,-28 10,2-1,-154 30,182-36,0 0,0 2,0-1,1 2,0 0,1 1,0 0,-16 16,-13 7,22-16,2 0,0 1,0 1,2 0,1 2,0 0,-13 23,11-15,8-14,0 1,1 0,-11 29,4 1,14-36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07.555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1098 1,'-22'0,"7"-1,-1 1,1 1,-1 0,1 1,0 0,0 1,-21 8,-23 5,5-3,-23 11,52-18,-1 2,-35 16,58-22,-24 10,1 2,-31 22,44-28,0-1,0 0,0-1,-1-1,0 0,-27 5,25-6,1 0,-1 1,1 0,0 1,-20 12,12-4,1 1,0 1,1 1,1 1,0 1,2 0,0 2,-20 29,8-5,-18 31,44-67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10.949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1769 18,'-42'-13,"-31"8,-86 6,51 2,-216-3,315 1,1 0,-1 1,1 0,0 0,0 1,0 1,0-1,1 1,-1 0,1 1,0-1,-8 9,-35 19,-10 7,32-26,0-2,0-1,-32 7,24-7,-44 18,56-14,0 0,0 2,2 1,0 0,-32 34,12-12,34-31,-1 0,2 1,-1-1,2 2,-1-1,1 1,-6 11,5-9,-2 0,1 0,-2-1,-11 11,12-12,0 0,0 0,1 1,-13 22,10-1,10-28,0 1,0-1,0 0,-1 0,0 0,0 0,0 0,0 0,-1-1,-2 5,-19 21,-30 48,43-60,5-7,0 1,1 0,0 1,0-1,1 1,1 0,0 0,1 0,-2 13,2 16,3 57,1-27,-3-61,0-1,0 1,-1-1,-1 1,1-1,-2 0,1 0,-8 12,6-12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13.825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912 16,'0'-1,"-1"1,1-1,-1 0,1 0,-1 1,1-1,-1 0,1 1,-1-1,0 0,1 1,-1-1,0 1,1-1,-1 1,0 0,0-1,1 1,-1 0,0-1,0 1,0 0,0 0,0 0,1 0,-1 0,-1 0,-29-2,27 2,-362-1,179 2,181-1,1 1,0-1,-1 1,1 1,0-1,0 1,0 0,0 0,0 0,-7 5,-44 35,8-5,16-15,-54 51,80-67,-6 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19.06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87,'3'0,"0"-1,-1 0,1-1,0 1,-1 0,1-1,-1 1,4-4,10-5,10-3,18-6,-14 11,-12 3,1 0,-1 1,1 1,32-1,59 3,89 3,-78 13,-95-12,43 12,-12-3,11 7,-50-13,-1 0,34 4,-30-6,1 0,24 10,5 0,-39-11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20.54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49,'34'1,"1"-2,-1-2,1-1,66-17,-68 14,1 2,1 1,-1 1,0 2,48 5,4-2,452-2,-387 14,-137-13,-1 1,1 0,-1 0,18 7,5 0,-26-7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22.94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1,'525'0,"-444"7,5 0,-51-7,-16-2,-1 2,1 0,-1 1,1 1,0 1,31 9,-30-7,0-1,0 0,0-2,0-1,0 0,38-4,4 1,-40 1,0 2,-1 0,1 1,0 2,-1 0,27 9,-33-8,0-1,29 5,-30-8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25.00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88,'0'-2,"0"-1,0 0,1 1,0-1,-1 1,1-1,0 1,0-1,0 1,1-1,-1 1,0 0,1 0,0-1,-1 1,1 0,0 1,0-1,0 0,0 0,1 1,-1 0,0-1,1 1,3-2,6-1,1-1,0 1,24-3,-21 3,13 0,-1 2,1 0,43 4,-9 0,-40-1,-1 2,0 0,42 12,-35-7,38 5,-38-9,35 12,-38-9,52 7,-55-11,0 1,0 1,-1 1,27 11,-40-13,0 1,-1 0,0 0,13 11,21 14,-23-18,0 1,-1 0,17 17,-17-15,-10-8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26.10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1551 146,'-19'-1,"1"-1,0-1,0-1,0-1,0 0,-21-10,22 7,-1 2,1 0,-1 2,0 0,0 0,-28 0,33 3,0-1,0 0,0-1,0 0,1-1,-1 0,1-1,-12-7,9 5,0 1,-1 0,0 1,-20-4,-2 5,-1 2,-54 5,11-1,30-2,0 3,-68 11,79-9,-75 1,-13 1,112-5,1 1,0 0,0 2,0 0,-27 12,-18 5,19-9,16-6,15-6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27.26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939 63,'0'1,"-1"0,1 0,-1-1,1 1,-1 0,1-1,-1 1,1 0,-1-1,1 1,-1-1,0 1,0 0,1-1,-1 0,0 1,0-1,1 0,-1 1,0-1,0 0,0 0,0 0,1 1,-1-1,0 0,-1 0,-29 2,27-2,-2 0,-256-1,127-14,-10 1,55 1,64 7,1 2,-37-1,41 5,0-2,0 0,-40-10,52 9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28.92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2082 157,'-29'-1,"-1"-2,1-1,-31-8,-119-42,147 46,17 3,-2 1,1 1,0 1,-28-1,-522 3,524-2,-65-12,86 10,-53-13,56 12,0 0,-1 2,1 0,-30-1,-56 3,-74 3,162 1,0 0,-25 8,0 0,36-10,0 1,1 0,-1 1,1-1,-1 1,1 0,-6 4,-20 13,14-11,-1 0,-20 16,15-10,-31 15,38-22,0 0,-18 14,25-16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35.405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16,'3'-2,"-1"1,1-1,-1 0,1 1,0 0,0 0,-1 0,1 0,0 0,0 0,0 1,0-1,4 1,45 0,-34 1,-1 0,0 0,0 2,0 0,0 1,27 11,-11-5,-20-6,0 1,0 0,0 0,0 2,-1-1,0 2,11 8,13 12,58 40,42 23,56 33,7 9,-39 2,64 89,-210-210,10 9,-1 1,-1 1,28 43,11 17,-47-69,-1 1,0 0,-2 1,0 1,-1 0,9 25,40 117,-36-54,5-24,-24-75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37.332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0,'1'6,"0"0,0 0,1-1,0 1,0 0,0-1,0 0,1 1,0-1,0 0,1 0,7 8,12 21,-13-17,1-1,16 17,-18-23,0 1,0 0,-2 1,1 0,10 24,-12-22,1 0,1 0,16 22,10 20,-29-49,0 1,1-1,0-1,0 1,1-1,13 11,14 14,1 3,72 55,13 11,-111-92,0-1,1 0,13 7,17 13,-3-3,9 10,-31-21,34 21,-35-25,-1 0,0 1,23 22,5 8,-28-28,0 0,15 21,-26-31,0 1,-1-1,1 0,0 0,0 0,0 0,1-1,-1 1,0 0,1-1,-1 0,1 1,-1-1,1 0,0 0,-1 0,1-1,0 1,0-1,-1 0,1 1,0-1,4-1,2-1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38.769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1437 1173,'-6'-8,"1"0,-1 0,1 0,-4-11,1 4,-123-229,115 219,-1 1,-2 1,0 1,-39-34,50 49,-7-9,0 0,1-1,-15-23,18 24,-1 1,-1 1,-1 0,0 1,-26-19,-86-47,37 20,64 41,-1 1,-51-26,43 28,1-1,1-2,-54-40,44 21,33 27,-1 1,1 1,-1 0,-1 0,1 1,-1 0,-1 1,-23-10,-91-14,111 27,6 1,1-1,-1 0,-14-8,16 7,1 1,-1 0,0 1,0-1,0 1,0 1,-9-2,4 3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40.254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412 223,'-1'-2,"-1"0,1 0,-1 0,0 0,0 0,0 0,0 0,0 1,0-1,0 1,-1-1,1 1,0 0,-1 0,1 0,-4-1,-5-3,-31-16,-48-17,62 27,13 5,0 2,0-1,0 2,0 0,-24-1,36 3,-5 1,0-1,0 0,0 0,1-1,-10-3,15 4,0 0,0 0,1 1,-1-2,0 1,1 0,-1 0,1 0,-1-1,1 1,0-1,-1 1,1-1,0 0,0 1,0-1,0 0,1 0,-1 0,0 0,1 1,-1-1,1 0,0 0,-1-4,2-22,-1 16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03:42.118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41,'3'-4,"0"0,0 1,1 0,-1 0,1 0,0 0,0 0,5-2,-8 5,2-2,1 1,-1-1,1 1,-1 0,1 0,0 1,-1-1,1 1,0-1,-1 1,1 0,0 1,0-1,-1 1,1 0,0-1,-1 2,1-1,-1 0,1 1,-1-1,0 1,5 3,8 6,0 0,0 2,15 14,-26-22,47 48,-33-33,0 0,27 19,-42-35,1 1,-1-1,0 1,0 0,-1 0,1 0,3 8,-3-6,0 0,0-1,0 1,8 7,61 59,50 47,-25-21,1-1,86 69,-175-157,1 1,-2 0,1 1,13 23,17 22,37 52,4-15,-66-76,-1 1,0 1,-2 1,15 30,-22-40,1 2,-1 1,6 21,-7-21,0 0,11 22,0-11,-10-18,-1 1,1-1,-1 1,3 12,-4-11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3:57.32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24575,'0'0'-8191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6:23.0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373 2 24575,'-77'-1'0,"-79"2"0,146 3 0,0-1 0,0 1 0,1 1 0,0 0 0,0 0 0,0 1 0,-15 13 0,20-14 0,-1 1 0,0-1 0,1 1 0,0 0 0,1 0 0,-1 0 0,1 1 0,0-1 0,1 1 0,-1 0 0,1-1 0,1 1 0,-1 0 0,0 13 0,0 8 0,1 0 0,4 37 0,-2-58 0,0 1 0,1-1 0,0 1 0,0-1 0,1 0 0,0 0 0,0 0 0,1 0 0,0-1 0,0 1 0,0-1 0,1 0 0,0 0 0,0 0 0,0-1 0,9 7 0,8 5 0,0-1 0,2-1 0,26 13 0,-39-23 0,0 0 0,0-1 0,0 0 0,1-1 0,-1 0 0,1-1 0,14 1 0,86-2 0,-59-2 0,-43 0-1365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6:24.1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24575,'86'-1'0,"90"2"0,-175-1 0,0 1 0,0-1 0,0 0 0,0 1 0,-1-1 0,1 1 0,0-1 0,0 1 0,-1 0 0,1-1 0,0 1 0,0 0 0,-1-1 0,1 1 0,-1 0 0,1 0 0,-1-1 0,1 1 0,-1 0 0,1 0 0,-1 0 0,0 0 0,0 0 0,1 0 0,-1 0 0,0-1 0,0 1 0,0 0 0,0 0 0,0 0 0,0 0 0,0 0 0,0 0 0,-1 1 0,-5 44 0,4-32 0,-10 56 14,7-43-473,1 1-1,-1 42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6:33.8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140 31 24575,'0'-1'0,"-1"0"0,1 1 0,-1-1 0,1 1 0,-1-1 0,0 1 0,1 0 0,-1-1 0,1 1 0,-1 0 0,0-1 0,1 1 0,-1 0 0,0 0 0,1-1 0,-1 1 0,0 0 0,0 0 0,1 0 0,-1 0 0,0 0 0,1 0 0,-1 0 0,0 0 0,0 0 0,1 1 0,-2-1 0,-21 3 0,17-1 0,0 0 0,1 0 0,0 1 0,0-1 0,0 1 0,0 0 0,0 0 0,0 1 0,1-1 0,-1 1 0,1 0 0,0 0 0,0 1 0,1-1 0,-1 1 0,1 0 0,0 0 0,1 0 0,-4 7 0,4-4 0,0 1 0,0-1 0,1 1 0,0 0 0,1-1 0,0 1 0,0 0 0,1 0 0,0-1 0,0 1 0,1-1 0,0 1 0,1-1 0,0 0 0,0 0 0,1 0 0,0 0 0,0 0 0,1-1 0,0 0 0,0 0 0,10 10 0,-14-16 0,0 0 0,1 0 0,-1 0 0,0-1 0,1 1 0,-1 0 0,1 0 0,0-1 0,-1 1 0,1-1 0,0 0 0,-1 1 0,1-1 0,0 0 0,-1 0 0,1 0 0,0 0 0,-1 0 0,1 0 0,0-1 0,-1 1 0,1 0 0,-1-1 0,1 1 0,0-1 0,-1 0 0,1 0 0,-1 1 0,1-1 0,-1 0 0,0 0 0,1 0 0,-1-1 0,0 1 0,1-1 0,1-2 0,0 1 0,0 0 0,0-1 0,0 0 0,-1 1 0,0-1 0,0 0 0,0 0 0,0 0 0,-1-1 0,1 1 0,0-5 0,1-29 0,-2-53 0,2-17 0,0 100 0,2 15 0,2 16 0,-4 33 0,-4-39 0,2 0 0,0 0 0,1-1 0,0 1 0,2-1 0,0 1 0,7 18 0,-2-5 0,-9-27 0,1-1 0,-1 1 0,0-1 0,1 1 0,0-1 0,-1 1 0,1-1 0,0 0 0,1 1 0,-1-1 0,0 0 0,0 0 0,1 0 0,-1 0 0,1 0 0,0 0 0,0 0 0,0 0 0,0-1 0,0 1 0,0-1 0,0 1 0,0-1 0,0 0 0,1 0 0,-1 0 0,1 0 0,-1 0 0,0-1 0,4 1 0,19 1 120,-24-2-170,0 0 1,-1 0-1,1-1 1,0 1-1,0 0 1,-1 0-1,1-1 1,0 1-1,-1 0 1,1-1-1,0 1 1,-1 0-1,1-1 1,-1 1-1,1-1 1,0 1-1,-1-1 1,1 0-1,-1 1 1,0-1-1,1 1 1,-1-1-1,1 0 1,-1 0-1,0 1 1,1-1-1,-1 0 1,0 1-1,0-2 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6:35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 24575,'2'15'0,"0"0"0,1 0 0,0 0 0,1-1 0,11 25 0,5 22 0,-18-54 0,1-1 0,-1 1 0,1-1 0,1 0 0,-1 0 0,1 0 0,0 0 0,5 6 0,-8-11 0,0 0 0,0 0 0,0 0 0,1 0 0,-1 0 0,0 0 0,0 0 0,0-1 0,1 1 0,-1 0 0,0-1 0,1 1 0,-1-1 0,1 1 0,-1-1 0,1 0 0,-1 0 0,2 1 0,-2-2 0,1 1 0,-1-1 0,1 1 0,-1-1 0,0 0 0,0 1 0,1-1 0,-1 0 0,0 0 0,0 0 0,0 0 0,0 0 0,0 0 0,0 0 0,0 0 0,0-1 0,0 1 0,-1 0 0,1 0 0,0-1 0,-1 1 0,1-3 0,2-5 0,-1-1 0,0 0 0,-1-1 0,0 1 0,-1 0 0,0 0 0,-2-20 0,0-6 0,2 26 0,0 0 0,1-1 0,0 1 0,1 0 0,0 0 0,0 0 0,6-13 0,-8 23 0,0 0 0,0 0 0,0 0 0,0 0 0,0 0 0,0 0 0,0 0 0,0-1 0,0 1 0,0 0 0,0 0 0,0 0 0,0 0 0,1 0 0,-1 0 0,0 0 0,0 0 0,0 0 0,0-1 0,0 1 0,0 0 0,0 0 0,0 0 0,0 0 0,0 0 0,0 0 0,1 0 0,-1 0 0,0 0 0,0 0 0,0 0 0,0 0 0,0 0 0,0 0 0,0 0 0,0 0 0,1 0 0,-1 0 0,0 0 0,0 0 0,0 0 0,0 0 0,0 0 0,0 0 0,0 0 0,1 0 0,-1 0 0,0 0 0,0 0 0,0 0 0,0 0 0,0 0 0,0 0 0,0 0 0,0 0 0,0 0 0,0 1 0,1-1 0,-1 0 0,0 0 0,0 0 0,0 0 0,0 0 0,0 0 0,0 0 0,0 1 0,5 11 0,1 16 0,0 11 0,1 0 0,25 74 0,-30-109 17,0 1 0,0 0 1,0-1-1,1 0 0,-1 1 0,6 5 0,-8-9-47,1 0-1,-1-1 1,1 1 0,-1-1-1,1 1 1,0 0 0,-1-1 0,1 1-1,0-1 1,-1 1 0,1-1-1,0 0 1,-1 1 0,1-1-1,0 0 1,0 0 0,-1 1-1,1-1 1,0 0 0,0 0 0,0 0-1,-1 0 1,1 0 0,0 0-1,0 0 1,0 0 0,0 0-1,-1 0 1,1-1 0,0 1 0,0 0-1,-1 0 1,1-1 0,0 1-1,0-1 1,-1 1 0,1 0-1,0-1 1,-1 1 0,1-1-1,-1 0 1,1 1 0,-1-1 0,1 1-1,-1-1 1,1 0 0,-1 0-1,1 0 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6:37.4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0 24575,'-1'0'0,"0"1"0,-1-1 0,1 1 0,0-1 0,0 1 0,0-1 0,0 1 0,0-1 0,1 1 0,-1 0 0,0 0 0,0-1 0,0 1 0,1 0 0,-1 0 0,0 0 0,1 0 0,-1 0 0,0 0 0,1 0 0,-1 0 0,1 0 0,0 0 0,-1 0 0,1 0 0,0 0 0,0 0 0,0 1 0,0-1 0,0 2 0,-2 42 0,2-38 0,0 5 0,0-1 0,1 0 0,0 1 0,1-1 0,0 0 0,0 0 0,2 0 0,-1 0 0,1 0 0,10 18 0,-14-28 0,1-1 0,-1 1 0,0 0 0,1-1 0,-1 1 0,0-1 0,1 1 0,-1 0 0,1-1 0,-1 1 0,1-1 0,-1 0 0,1 1 0,0-1 0,-1 1 0,1-1 0,0 0 0,-1 1 0,1-1 0,0 0 0,-1 0 0,1 1 0,0-1 0,-1 0 0,1 0 0,0 0 0,-1 0 0,1 0 0,0 0 0,0 0 0,-1 0 0,1 0 0,0-1 0,-1 1 0,1 0 0,0 0 0,-1-1 0,1 1 0,0 0 0,-1-1 0,1 1 0,-1 0 0,1-1 0,0 0 0,2-3 0,1 0 0,-2 0 0,1 0 0,0-1 0,2-6 0,5-8 0,-8 14 0,0 0 0,-1 0 0,1 0 0,-2 0 0,1 0 0,0 0 0,-1-1 0,0 1 0,0 0 0,-1 0 0,1-1 0,-1 1 0,-2-7 0,-1-22 0,4 9 0,1 46 0,13 205 0,-12-211 0,0 1 0,-1-1 0,-1 0 0,-1 1 0,-3 19 0,3-34 0,0 1 0,0 0 0,0 0 0,0-1 0,0 1 0,-1-1 0,1 1 0,-1-1 0,1 0 0,-1 1 0,0-1 0,1 0 0,-1 0 0,0 0 0,0 0 0,0-1 0,0 1 0,0 0 0,1-1 0,-1 1 0,0-1 0,0 0 0,-1 1 0,1-1 0,0 0 0,0-1 0,0 1 0,0 0 0,-2-1 0,-2 1 0,1-1 0,0 1 0,-1-1 0,1-1 0,0 1 0,0-1 0,0 0 0,0 0 0,0 0 0,-5-4 0,8 5 0,1 0 0,-1 0 0,1-1 0,0 1 0,0 0 0,-1 0 0,1-1 0,0 1 0,0-1 0,0 1 0,1-1 0,-1 1 0,0-1 0,1 0 0,-1 1 0,1-1 0,-1 0 0,1 1 0,0-1 0,0 0 0,-1 0 0,2-2 0,-1 2 0,1-1 0,0 1 0,0 0 0,0-1 0,0 1 0,0 0 0,0-1 0,1 1 0,-1 0 0,1 0 0,-1 0 0,1 0 0,3-2 0,2-2 0,1 1 0,-1-1 0,1 2 0,0-1 0,0 1 0,1 0 0,11-3 0,-2 2 0,-1 1 0,35-3 0,155-9-1365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6:38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92 24575,'48'-16'0,"-27"12"0,35-10 0,-51 12 0,-1 1 0,0-1 0,0 0 0,0 1 0,-1-2 0,1 1 0,0 0 0,-1-1 0,1 0 0,2-3 0,-5 5 0,-1 1 0,1 0 0,-1-1 0,1 1 0,-1-1 0,1 1 0,-1-1 0,1 0 0,-1 1 0,0-1 0,1 1 0,-1-1 0,0 0 0,0 1 0,1-1 0,-1 0 0,0 1 0,0-1 0,0 0 0,0 1 0,0-1 0,0 0 0,0 1 0,0-1 0,0 0 0,0 1 0,0-1 0,0 0 0,-1 1 0,1-1 0,0 0 0,0 1 0,-1-2 0,-1 1 0,1 0 0,0 1 0,-1-1 0,1 0 0,-1 0 0,0 1 0,1-1 0,-1 1 0,1-1 0,-1 1 0,0 0 0,1-1 0,-3 1 0,-3 0 0,1 0 0,-1 0 0,0 0 0,1 1 0,-1 0 0,-8 2 0,10 0 0,0-1 0,0 1 0,1 0 0,0 0 0,-1 0 0,1 0 0,0 1 0,0-1 0,1 1 0,-1 0 0,1 1 0,0-1 0,0 0 0,0 1 0,1 0 0,-4 8 0,4-5 0,-1 1 0,1-1 0,1 1 0,0-1 0,0 1 0,0 0 0,1-1 0,1 1 0,1 14 0,-1-20 0,-1 0 0,1-1 0,0 1 0,0-1 0,0 1 0,0-1 0,0 1 0,1-1 0,-1 0 0,1 1 0,-1-1 0,1 0 0,0 0 0,0 0 0,0 0 0,0-1 0,0 1 0,0 0 0,1-1 0,-1 0 0,0 1 0,1-1 0,-1 0 0,1 0 0,-1 0 0,1-1 0,0 1 0,2 0 0,10 1 0,0-1 0,0 0 0,0-1 0,16-2 0,4 0 0,-25 2-87,-7 1-19,-1-1-1,1 0 1,-1 0-1,1 0 1,-1 0-1,1 0 1,-1 0-1,1-1 0,-1 1 1,1-1-1,3-1 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6:41.3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152 2 24575,'-21'0'0,"12"-1"0,0 1 0,-1 0 0,1 1 0,-1 0 0,-14 4 0,21-4 0,0 0 0,0 0 0,0 1 0,0-1 0,1 1 0,-1 0 0,1 0 0,-1 0 0,1 0 0,0 0 0,-1 1 0,1-1 0,0 1 0,1-1 0,-1 1 0,0 0 0,1-1 0,0 1 0,-1 0 0,-1 6 0,1 0 0,-1 0 0,1 0 0,1 1 0,-1-1 0,1 0 0,1 1 0,0-1 0,0 0 0,1 1 0,4 17 0,-4-25 0,0 1 0,1-1 0,-1 0 0,0 0 0,1 0 0,0 0 0,-1 0 0,1 0 0,0 0 0,0-1 0,0 1 0,0-1 0,1 1 0,-1-1 0,0 0 0,1 0 0,-1 0 0,0 0 0,1 0 0,-1 0 0,1-1 0,-1 1 0,5-1 0,8 2 0,0-2 0,31-1 0,-19-1 0,5 3 0,-18 0 0,0 0 0,0-2 0,16-2 0,-19-2-1365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6:42.5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24575,'1'14'0,"0"0"0,2-1 0,0 1 0,5 14 0,4 20 0,-7-17 0,-1 1 0,1 49 0,3-18 0,-6-54 0,-4-27 0,1-1 0,1 1 0,2-20 0,0-9 0,-2 45 0,1 0 0,-1 0 0,1 0 0,0-1 0,0 1 0,0 0 0,0 1 0,1-1 0,-1 0 0,0 0 0,1 0 0,-1 1 0,1-1 0,0 1 0,-1-1 0,1 1 0,0 0 0,0-1 0,4-1 0,-4 2 0,1-1 0,-1 1 0,1 0 0,0 0 0,-1 0 0,1 0 0,0 0 0,0 0 0,0 1 0,0-1 0,0 1 0,0 0 0,0 0 0,-1 0 0,5 1 0,-4 1 0,-1 0 0,0 1 0,1 0 0,-1-1 0,0 1 0,-1 0 0,1 0 0,0 0 0,-1 0 0,0 0 0,1 0 0,-1 0 0,-1 1 0,1-1 0,0 4 0,7 16 0,24 67 0,-32-90 1,0 0 0,1 0 0,-1 0 0,0 0-1,1 1 1,-1-1 0,0 0 0,1 0 0,-1 0 0,0 0 0,1 0-1,-1 0 1,1 0 0,-1 0 0,0 0 0,1 0 0,-1 0 0,0 0-1,1 0 1,-1 0 0,0 0 0,1 0 0,-1 0 0,0-1-1,1 1 1,-1 0 0,0 0 0,1 0 0,-1-1 0,0 1 0,1 0-1,-1 0 1,0-1 0,0 1 0,0 0 0,1 0 0,-1-1-1,0 1 1,0 0 0,0-1 0,1 1 0,-1-1 0,16-19-174,-10 13-1056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6:46.8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158 7 24575,'-10'0'0,"0"0"0,0 0 0,0 0 0,0 1 0,-16 4 0,22-4 0,0 1 0,0-1 0,0 1 0,0 0 0,1 0 0,-1 1 0,1-1 0,-1 1 0,1 0 0,0 0 0,0 0 0,0 0 0,1 0 0,-4 5 0,3-2 0,-1-1 0,1 1 0,0 0 0,0 0 0,1 1 0,-1-1 0,1 1 0,1-1 0,-1 1 0,1-1 0,0 13 0,1-17 0,0 0 0,0 1 0,1-1 0,-1 0 0,0 1 0,1-1 0,0 0 0,0 1 0,-1-1 0,1 0 0,1 0 0,-1 0 0,0 0 0,0 0 0,1 0 0,-1 0 0,1 0 0,0 0 0,-1-1 0,1 1 0,0-1 0,0 1 0,0-1 0,0 0 0,0 0 0,0 0 0,0 0 0,1 0 0,-1 0 0,0 0 0,1-1 0,-1 1 0,0-1 0,1 0 0,3 0 0,5 1 0,-4 0 0,0 0 0,0-1 0,0 0 0,1 0 0,-1 0 0,13-4 0,-19 4 0,-1-1 0,1 0 0,0 0 0,0 0 0,-1 0 0,1 0 0,-1 0 0,1 0 0,-1 0 0,1 0 0,-1 0 0,0 0 0,1 0 0,-1 0 0,0 0 0,0 0 0,0 0 0,0 0 0,0-1 0,0 0 0,-2-32 0,2 23 0,-1-53 0,2 39 0,-1 24 0,0 11 0,0 2 0,0 0 0,1 0 0,1 0 0,0 0 0,6 18 0,-8-27 0,1 0 0,0 0 0,0-1 0,0 1 0,1-1 0,-1 1 0,0-1 0,1 1 0,0-1 0,0 0 0,-1 0 0,1 1 0,1-1 0,-1-1 0,0 1 0,0 0 0,1-1 0,3 3 0,0-2 0,1 0 0,-1-1 0,0 1 0,1-1 0,-1-1 0,1 1 0,8-2 0,-13 2 0,1-1 0,-1 0 0,1 0 0,0 0 0,-1 0 0,1-1 0,-1 1 0,1-1 0,-1 1 0,1-1 0,2-2 0,-4 2 0,0 0 0,0-1 0,0 1 0,0 0 0,-1-1 0,1 1 0,-1-1 0,1 0 0,-1 1 0,1-1 0,-1 1 0,0-1 0,0 0 0,0 1 0,0-1 0,0 1 0,0-1 0,-1-3 0,1-138 0,0 143 0,0 0 0,0-1 0,0 1 0,0-1 0,0 1 0,0-1 0,-1 1 0,1-1 0,0 1 0,0-1 0,0 1 0,0 0 0,0-1 0,-1 1 0,1-1 0,0 1 0,0 0 0,-1-1 0,1 1 0,0-1 0,-1 1 0,1 0 0,0 0 0,-1-1 0,1 1 0,-1 0 0,1 0 0,0-1 0,-1 1 0,1 0 0,-1 0 0,1 0 0,-1 0 0,1-1 0,0 1 0,-2 0 0,1 0 0,0 1 0,0-1 0,0 0 0,0 1 0,0-1 0,0 0 0,-1 1 0,1-1 0,0 1 0,1 0 0,-1-1 0,0 1 0,0 0 0,-1 1 0,1-2 0,1 0 0,-1 1 0,1-1 0,-1 0 0,1 1 0,0-1 0,-1 1 0,1-1 0,-1 0 0,1 1 0,0-1 0,-1 1 0,1-1 0,0 1 0,-1 0 0,1-1 0,0 1 0,0-1 0,0 1 0,0-1 0,-1 1 0,1 0 0,0-1 0,0 1 0,0-1 0,0 1 0,0 0 0,1-1 0,-1 1 0,0-1 0,0 1 0,0 0 0,0-1 0,1 1 0,-1-1 0,0 1 0,0-1 0,1 1 0,-1-1 0,0 1 0,1-1 0,-1 1 0,1-1 0,-1 0 0,1 1 0,-1-1 0,1 1 0,-1-1 0,1 0 0,-1 0 0,1 1 0,-1-1 0,1 0 0,-1 0 0,1 0 0,0 1 0,-1-1 0,1 0 0,-1 0 0,1 0 0,0 0 0,-1 0 0,1 0 0,-1 0 0,2-1 0,6 1 0,0 0 0,0-1 0,0 0 0,13-4 0,-16 3 0,1 1 0,-1-1 0,1 1 0,-1 1 0,1-1 0,-1 1 0,1 0 0,-1 0 0,1 0 0,-1 1 0,9 2 0,-12-1 0,-1 0 0,1 0 0,-1 1 0,0-1 0,0 0 0,0 1 0,0-1 0,0 1 0,-1-1 0,1 1 0,-1-1 0,0 1 0,0 0 0,0-1 0,0 4 0,2 10 0,2 1 0,-1-9 0,-1 1 0,0 0 0,-1-1 0,1 1 0,-2 0 0,1 0 0,-1 0 0,-2 12 0,-4-38-1365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6:47.9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24575,'1'21'0,"1"0"0,2 0 0,0-1 0,1 1 0,11 29 0,-6-21 0,10 53 0,-19-79 0,-1 3 0,1 0 0,0 0 0,1-1 0,-1 1 0,1-1 0,3 8 0,-4-12 0,0 1 0,0-1 0,1 0 0,-1 1 0,0-1 0,0 0 0,1 0 0,-1 0 0,1 0 0,-1 0 0,1 0 0,-1 0 0,1 0 0,-1-1 0,1 1 0,0-1 0,-1 1 0,1-1 0,0 1 0,0-1 0,-1 0 0,1 0 0,0 0 0,3-1 0,9 2 0,29-2 0,-42 1 0,0 0 0,1 0 0,-1 0 0,0-1 0,0 1 0,1 0 0,-1-1 0,0 1 0,0-1 0,1 1 0,-1-1 0,0 1 0,0-1 0,0 0 0,0 0 0,0 1 0,0-1 0,0 0 0,0 0 0,0 0 0,0 0 0,-1 0 0,2-2 0,-1 2-65,-1 0 0,0 0 0,0 0 0,0 0 0,0 0 0,0 0 0,-1 0 0,1 1 0,0-1 0,0 0 0,0 0 0,-1 0 0,1 0 0,0 1 0,-1-1 0,1 0 0,-1 0 0,1 1 0,-1-1 0,0-1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06:51.8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66 24575,'10'-2'0,"0"1"0,0-1 0,0 0 0,0-1 0,13-6 0,13-3 0,7 1-8,-23 7-444,-1 0-1,26-12 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22.189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2,'77'-2,"84"4,-110 5,-1 2,72 23,-92-23,3 2,0-2,0-1,1-2,0-1,36 1,25-5,81-3,-161-1,-1 0,0 0,0-1,-1-1,1 0,-1-1,0-1,-1 0,1-1,14-12,-16 13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23.018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471 11,'-135'2,"-144"-5,239-3,23 3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26.323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0,'8'1,"0"0,0 1,0-1,0 2,0-1,9 5,-8-3,0-1,1 0,17 3,78 9,-55-6,99 2,106-11,-241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27.940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1,'627'0,"-612"0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28.404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18,'0'-3,"3"-1,4 0,3 1,4 1,1 1,-1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32.287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1,'1'1,"-1"1,1-1,0 1,-1-1,1 1,0-1,0 1,0-1,0 0,0 1,1-1,-1 0,0 0,0 0,1 0,-1 0,2 1,26 14,-11-10,0 0,0-1,0-1,1 0,31 1,99-5,-63-3,-48 2,57-11,-93 12,75-5,-57 5,0-1,-1-1,21-4,-18 2,-1 2,1 0,40 2,-41 1,1-1,0-1,40-8,-43 6,0 1,1 0,33 2,-36 0,-2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33.821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38.37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2,'83'-2,"89"4,-158 0,-1 1,1 0,16 6,-18-5,0 0,0-1,0-1,21 3,249-5,-124-1,-143 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41.07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36,'47'-2,"68"-13,-94 12,86-8,206 6,-169 7,-132-1,-1 0,1 1,0 0,-1 1,1 0,-1 1,15 6,19 7,20-4,-51-11,-1 0,0 0,0 2,14 5,-16-5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42.09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11,'509'0,"-502"-1,-1 1,0-1,0 0,0 0,7-2,-2-1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45.03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1,'881'0,"-866"0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46.94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57,'20'-1,"37"-6,19-2,-57 9,0 0,0-1,0-1,0-1,0-1,23-7,-20 5,1 2,0 0,1 2,-1 0,0 2,37 3,10 0,218-3,-273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48.160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51,'50'-15,"-5"7,0 2,87 1,-112 4,-1 0,19-5,34-3,287 9,-345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49.70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52,'728'0,"-718"0,0-1,0-1,0 0,-1 0,19-8,-18 6,0 1,0 0,0 1,1 0,14-1,37 1,63-9,-75 7,-35 4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51.63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1083 1,'-1068'0,"1053"0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53.95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863 87,'-45'-3,"1"-1,-1-3,1-2,-80-26,100 29,0 2,-42-3,6 1,-2 1,-113 4,74 3,67-2,20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0:54.750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710 37,'0'0,"-1"-1,1 0,-1 0,1 0,-1 0,1 0,-1 0,0 1,1-1,-1 0,0 1,0-1,0 0,0 1,0-1,1 1,-1 0,0-1,0 1,0-1,0 1,0 0,0 0,0 0,0 0,0 0,-2 0,-34-3,33 3,-76 0,39 1,-1-2,-52-9,41 4,0 2,-96 5,46 2,87-3,2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00.686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38,'9'-1,"0"0,0 0,-1-1,1-1,16-6,-15 5,-1 1,1 0,0 1,18-3,28 2,0 2,69 8,-79 2,57 16,-67-12,-26-9,1-1,-1 0,1 0,0-1,22 2,-9-2,1 1,36 9,-37-7,0 0,38 1,19 3,-56-5,39 0,37-4,-87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01.676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693 0,'-11'1,"0"1,0 0,1 0,-1 1,1 0,-1 1,-9 5,9-4,0-1,-1 0,1 0,-1-1,-23 3,-290-5,159-3,151 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03.463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1,'47'0,"0"1,0 3,49 11,-39-7,0-2,0-2,88-6,-36 0,195 2,-290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05.681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1,'356'0,"-341"0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06.544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0,'288'0,"-273"0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08.888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811 0,'-23'1,"0"2,0 0,-24 7,24-4,0-2,0 0,-29 0,-507-5,544 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14.972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53,'54'0,"-12"1,1-1,73-12,-85 8,1 1,0 2,39 3,51-3,-109-1,1 0,0-1,15-7,-17 6,0 1,0-1,1 2,20-2,68 5,-86-1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16.807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659 35,'-391'0,"369"-2,-40-6,12 0,3 0,-25-1,58 9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25.200"/>
    </inkml:context>
    <inkml:brush xml:id="br0">
      <inkml:brushProperty name="width" value="0.4" units="cm"/>
      <inkml:brushProperty name="height" value="0.8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40,'4'-1,"-1"0,0 1,0-2,0 1,0 0,0 0,0-1,0 0,3-2,16-8,-3 8,1 1,-1 0,1 1,-1 2,1 0,20 3,19-1,314-2,-357 1,0 1,-1 0,1 1,16 6,25 5,-43-12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26.679"/>
    </inkml:context>
    <inkml:brush xml:id="br0">
      <inkml:brushProperty name="width" value="0.4" units="cm"/>
      <inkml:brushProperty name="height" value="0.8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14,'966'0,"-954"-1,0 0,23-6,-27 5,7-1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28.226"/>
    </inkml:context>
    <inkml:brush xml:id="br0">
      <inkml:brushProperty name="width" value="0.4" units="cm"/>
      <inkml:brushProperty name="height" value="0.8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1,'762'0,"-747"0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29.998"/>
    </inkml:context>
    <inkml:brush xml:id="br0">
      <inkml:brushProperty name="width" value="0.4" units="cm"/>
      <inkml:brushProperty name="height" value="0.8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983 91,'-238'-14,"195"11,26 2,1-1,-1 0,1-1,-30-9,31 7,1 2,-1 0,0 0,1 2,-29-1,27 2,1 0,0-1,0-1,0-1,-24-6,16 3,0 1,0 1,0 1,-1 1,1 1,-45 4,1-1,63-2,1-1,0 1,0 0,-1 1,1-1,0 1,-1-1,1 1,0 0,0 0,0 0,0 1,0-1,0 1,0-1,0 1,0 0,1 0,-1 0,1 1,0-1,0 1,-1-1,1 1,1 0,-1 0,0-1,1 1,-3 6,2 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30.637"/>
    </inkml:context>
    <inkml:brush xml:id="br0">
      <inkml:brushProperty name="width" value="0.4" units="cm"/>
      <inkml:brushProperty name="height" value="0.8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0,'350'0,"-332"0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41.576"/>
    </inkml:context>
    <inkml:brush xml:id="br0">
      <inkml:brushProperty name="width" value="0.4" units="cm"/>
      <inkml:brushProperty name="height" value="0.8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69,'449'0,"-435"-2,0 1,0-2,0 0,0 0,0-2,-1 1,16-9,-14 6,-1 1,2 1,-1 0,1 1,20-2,93 4,-80 3,-35-1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43.188"/>
    </inkml:context>
    <inkml:brush xml:id="br0">
      <inkml:brushProperty name="width" value="0.4" units="cm"/>
      <inkml:brushProperty name="height" value="0.8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1,'526'0,"-512"0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44.844"/>
    </inkml:context>
    <inkml:brush xml:id="br0">
      <inkml:brushProperty name="width" value="0.4" units="cm"/>
      <inkml:brushProperty name="height" value="0.8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1,'607'0,"-587"1,0 1,-1 1,30 8,11 2,-42-10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46.344"/>
    </inkml:context>
    <inkml:brush xml:id="br0">
      <inkml:brushProperty name="width" value="0.4" units="cm"/>
      <inkml:brushProperty name="height" value="0.8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18,'881'0,"-861"-1,37-7,19-1,143 10,-204-1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49.434"/>
    </inkml:context>
    <inkml:brush xml:id="br0">
      <inkml:brushProperty name="width" value="0.4" units="cm"/>
      <inkml:brushProperty name="height" value="0.8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38,'132'-9,"7"0,-103 10,2 0,1-2,69-9,-71 5,0 2,0 1,38 4,-8-1,-52-1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50.392"/>
    </inkml:context>
    <inkml:brush xml:id="br0">
      <inkml:brushProperty name="width" value="0.4" units="cm"/>
      <inkml:brushProperty name="height" value="0.8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2,'114'-2,"125"4,-124 15,-84-10,1-2,45 1,145-7,-207 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52.081"/>
    </inkml:context>
    <inkml:brush xml:id="br0">
      <inkml:brushProperty name="width" value="0.4" units="cm"/>
      <inkml:brushProperty name="height" value="0.8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1103 3,'-214'-2,"-229"4,335 6,-65 1,160-8,0 0,-1 1,1 1,-20 6,-26 5,39-11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1T13:11:57.410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1,'1000'0,"-986"0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35.3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24575,'0'350'0,"4"-327"120,0-21-321,-2-14-1083,-1 3-5542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36.3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 24575,'1'-1'0,"-1"0"0,0-1 0,1 1 0,-1-1 0,0 1 0,1 0 0,0-1 0,-1 1 0,1 0 0,0 0 0,0 0 0,0-1 0,0 1 0,0 0 0,0 0 0,0 0 0,0 0 0,0 0 0,0 1 0,0-1 0,1 0 0,-1 1 0,0-1 0,1 0 0,-1 1 0,0-1 0,1 1 0,-1 0 0,1 0 0,1-1 0,0 1 0,0-1 0,0 1 0,0 0 0,0-1 0,0 2 0,0-1 0,0 0 0,0 0 0,0 1 0,0 0 0,0-1 0,0 1 0,4 2 0,-5 0 0,1-1 0,-1 1 0,0-1 0,0 1 0,-1-1 0,1 1 0,0 0 0,-1 0 0,0 0 0,1 0 0,-1 0 0,-1 0 0,1 0 0,0 1 0,0 3 0,3 53 0,-4-56 0,0 16-90,-1-17 19,0 1 0,1-1 0,0 1 1,0-1-1,0 1 0,0-1 0,0 1 0,1-1 0,-1 0 1,1 1-1,0-1 0,0 0 0,0 1 0,1-1 0,-1 0 1,1 0-1,3 5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37.2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24575,'0'2'0,"0"2"0,0 3 0,0 1 0,0 2 0,0 2 0,0 1 0,0 0 0,0 0 0,0 0 0,0-2 0,0 0 0,0 0 0,2-2 0,0-1 0,0 0 0,0 1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37.8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39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1 24575,'-2'0'0,"-1"-1"0,0 1 0,1 1 0,-1-1 0,0 0 0,1 1 0,-1-1 0,1 1 0,-1 0 0,1 0 0,-1 0 0,1 0 0,-1 0 0,-3 3 0,5-3 0,0 1 0,-1 0 0,1 0 0,0 0 0,0 0 0,0 0 0,0 0 0,0 0 0,0 1 0,1-1 0,-1 0 0,1 0 0,0 1 0,-1-1 0,1 0 0,0 0 0,1 4 0,-7 33 0,5-34 0,0 0 0,-1 0 0,2 0 0,-1 0 0,1 0 0,0 0 0,0 0 0,0 1 0,1-1 0,2 10 0,-3-14 0,0-1 0,0 1 0,1 0 0,-1 0 0,0 0 0,1 0 0,-1-1 0,1 1 0,-1 0 0,1 0 0,-1-1 0,1 1 0,0-1 0,-1 1 0,1 0 0,0-1 0,-1 1 0,1-1 0,0 1 0,0-1 0,-1 0 0,1 1 0,0-1 0,0 0 0,0 1 0,0-1 0,0 0 0,0 0 0,-1 0 0,1 0 0,0 0 0,0 0 0,0 0 0,0 0 0,0 0 0,0 0 0,0-1 0,-1 1 0,1 0 0,0-1 0,0 1 0,0 0 0,-1-1 0,1 1 0,1-2 0,2 0 0,-1-1 0,1 0 0,-1 0 0,0 0 0,1 0 0,-1-1 0,3-4 0,-2-2 0,0 0 0,-1 0 0,0 0 0,-1 0 0,0 0 0,-1-1 0,0 1 0,0-14 0,-1 18 0,6 54 0,-2 1 0,-4 73 0,-1-51 0,1-69 0,0 0 0,0 1 0,0-1 0,-1 0 0,1 0 0,0 0 0,-1 0 0,0 0 0,1 0 0,-1 0 0,0 0 0,0 0 0,0 0 0,0 0 0,-1 0 0,1-1 0,0 1 0,-1 0 0,1-1 0,-1 1 0,1-1 0,-1 0 0,0 1 0,0-1 0,0 0 0,0 0 0,1 0 0,-1 0 0,-1-1 0,1 1 0,0-1 0,0 1 0,0-1 0,0 1 0,0-1 0,0 0 0,-1 0 0,1 0 0,0 0 0,0-1 0,0 1 0,0 0 0,0-1 0,0 0 0,0 1 0,0-1 0,0 0 0,0 0 0,0 0 0,0 0 0,0-1 0,1 1 0,-1 0 0,0-1 0,1 1 0,-1-1 0,1 0 0,0 1 0,-1-1 0,1 0 0,0 0 0,0 0 0,-1-2 0,-1-3 0,-1 0 0,1-1 0,0 1 0,-2-15 0,4 20 0,1-1 0,0 1 0,0 0 0,0-1 0,0 1 0,0 0 0,0-1 0,1 1 0,-1 0 0,1 0 0,-1-1 0,1 1 0,0 0 0,0 0 0,0 0 0,0 0 0,1 0 0,-1 0 0,0 0 0,4-3 0,4-7-1365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41.0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24575,'-2'111'0,"4"118"0,1-213 0,1-26 0,0-29 0,-4 36 0,0-7 0,0-1 0,1 1 0,2-14 0,-2 22 0,-1 0 0,1 0 0,0 0 0,-1 0 0,1 0 0,0 0 0,0 1 0,0-1 0,0 0 0,3-2 0,-3 3 0,-1 1 0,1-1 0,0 1 0,0-1 0,-1 1 0,1-1 0,0 1 0,0 0 0,0-1 0,0 1 0,-1 0 0,1 0 0,0 0 0,0-1 0,0 1 0,0 0 0,0 0 0,0 1 0,0-1 0,0 0 0,-1 0 0,1 0 0,0 0 0,2 1 0,-2 0 0,0 0 0,0 0 0,0-1 0,0 1 0,0 0 0,0 0 0,0 0 0,0 0 0,0 0 0,0 1 0,-1-1 0,1 0 0,0 0 0,-1 0 0,1 1 0,-1-1 0,1 0 0,-1 1 0,0-1 0,0 0 0,1 1 0,-1-1 0,0 2 0,-1 42 0,0-23 0,10 12-1365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42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24575,'-2'94'0,"4"98"0,-1-183 0,1 0 0,0 0 0,0 0 0,1 0 0,5 11 0,-7-18 0,0 1 0,0-1 0,0 0 0,0 1 0,1-1 0,-1 0 0,1 0 0,-1 0 0,1 0 0,0 0 0,0 0 0,0 0 0,0 0 0,0-1 0,0 1 0,1-1 0,-1 0 0,0 0 0,1 0 0,-1 0 0,1 0 0,2 1 0,-3-2-49,-1-1 1,1 1-1,-1-1 0,1 1 0,-1-1 1,0 1-1,1-1 0,-1 0 0,0 1 1,0-1-1,1 0 0,-1 0 0,0 0 1,0 0-1,0 0 0,0 0 0,0-1 1,0 1-1,-1 0 0,1 0 0,0-1 1,0 1-1,-1 0 0,1-1 0,-1 1 0,1-1 1,-1-2-1,3-5-6777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43.2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24575,'0'1'0,"0"4"0,0 1 0,0 2 0,0 2 0,0 1 0,0-1 0,0 1 0,0 0 0,0 0 0,0 0 0,0 0 0,0 0 0,0-1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43.6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45.1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1 24575,'-2'0'0,"1"0"0,-1 0 0,0 1 0,1-1 0,-1 1 0,1-1 0,-1 1 0,1 0 0,-1-1 0,1 1 0,0 0 0,-1 0 0,1 0 0,0 0 0,0 0 0,0 0 0,0 1 0,0-1 0,0 0 0,0 0 0,0 1 0,0-1 0,0 1 0,1-1 0,-1 1 0,1-1 0,-1 1 0,1-1 0,-1 1 0,1-1 0,0 1 0,0 0 0,0 2 0,-1 10 0,0 1 0,1-1 0,2 15 0,0-2 0,-2-21 0,0 0 0,1 0 0,0 0 0,0 0 0,2 8 0,-3-13 0,0 0 0,1 0 0,-1 0 0,1 0 0,-1 0 0,0 0 0,1 0 0,-1 0 0,1 0 0,0 0 0,-1-1 0,1 1 0,0 0 0,0 0 0,-1-1 0,1 1 0,0 0 0,0-1 0,0 1 0,0-1 0,0 1 0,0-1 0,0 1 0,0-1 0,0 0 0,0 1 0,0-1 0,0 0 0,0 0 0,0 0 0,0 0 0,0 0 0,0 0 0,0 0 0,0 0 0,0 0 0,0-1 0,2 0 0,-2 1 0,1-1 0,-1 0 0,0 0 0,0 0 0,0 0 0,0 0 0,0 0 0,0 0 0,0-1 0,0 1 0,0 0 0,-1-1 0,1 1 0,-1 0 0,1-1 0,-1 1 0,1 0 0,-1-1 0,0 1 0,1-1 0,-1 1 0,0-1 0,0-2 0,-1-43 0,0 32 0,-2-18 0,3 33 0,4 21 0,7 32 0,-3 0 0,-1 1 0,-4 0 0,-3 72 0,0-125 0,0 1 0,0-1 0,0 1 0,0-1 0,0 0 0,-1 1 0,1-1 0,-1 1 0,1-1 0,-1 0 0,0 1 0,1-1 0,-1 0 0,0 0 0,0 0 0,0 0 0,1 0 0,-1 1 0,-1-2 0,1 1 0,0 0 0,0 0 0,0 0 0,0 0 0,-1-1 0,1 1 0,0 0 0,-1-1 0,1 0 0,0 1 0,-1-1 0,1 0 0,-1 1 0,1-1 0,0 0 0,-1 0 0,1 0 0,-1 0 0,1 0 0,0-1 0,-1 1 0,-2-1 0,1 0 0,0 0 0,0 0 0,1 0 0,-1 0 0,0 0 0,1-1 0,-1 1 0,0-1 0,1 0 0,0 0 0,-1 0 0,1 0 0,0 0 0,0 0 0,0-1 0,0 1 0,1-1 0,-1 1 0,-2-6 0,1-8 0,1 1 0,1 0 0,0-1 0,1 0 0,4-30 0,-2 30 0,-1 11-47,0 0 0,1 1 0,-1-1 0,1 0-1,0 1 1,1-1 0,-1 1 0,1-1 0,0 1 0,0 0-1,0 0 1,4-3 0,-2 0-705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46.3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24575,'8'124'0,"-4"-78"0,-3-35-1365,1-2-5461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48.2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62 24575,'0'80'0,"0"-46"0,0-27 0,0-8 0,-2-37 0,1 28 0,0-1 0,0 1 0,1-1 0,1 1 0,0-1 0,0 1 0,1-1 0,0 1 0,4-11 0,-5 19 0,0 1 0,0-1 0,0 0 0,0 1 0,0-1 0,0 0 0,0 1 0,0 0 0,1-1 0,-1 1 0,0 0 0,1-1 0,-1 1 0,1 0 0,0 0 0,-1 0 0,1 0 0,0 1 0,0-1 0,-1 0 0,1 1 0,0-1 0,0 1 0,0 0 0,0 0 0,0-1 0,0 1 0,0 0 0,-1 1 0,1-1 0,3 1 0,-3 0 0,0-1 0,0 1 0,1 1 0,-1-1 0,0 0 0,-1 0 0,1 1 0,0-1 0,0 1 0,-1 0 0,1-1 0,-1 1 0,1 0 0,-1 0 0,0 0 0,1 0 0,-1 0 0,0 0 0,-1 1 0,1-1 0,0 0 0,-1 0 0,1 1 0,-1-1 0,1 3 0,1 29-33,-2-24-189,1 1 0,0-1 0,0 1 0,1-1 0,4 11 0,-3-11-6604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49.2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0 24575,'-2'74'0,"0"-39"0,2 0 0,1 0 0,6 39 0,-5-64 30,0-1 0,1 1 0,6 15 0,-9-23-85,1 0 0,0-1 0,0 1 0,-1-1 0,1 1 0,1 0 0,-1-1 0,0 1 0,0-1 0,0 0 0,1 1 0,-1-1 0,1 0 0,-1 0 0,1 0 0,-1 0 0,1 0 0,0 0 0,-1-1 0,1 1 0,0 0 0,0-1 0,-1 1 0,1-1 0,0 0 0,3 1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49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 24575,'0'-2'0,"2"-1"0,2 1 0,3 0 0,1 1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3:59.7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24575,'2'0'0,"2"0"0,2 0 0,3 0 0,0 0 0,2 0 0,-2-2 0,-1 0 0,1-1 0,0 0 0,1-1 0,0 1 0,0 1 0,1 0 0,-1 1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00.3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24575,'0'2'0,"0"2"0,0 3 0,0 1 0,0 1 0,0 2 0,0 0 0,0 0 0,0 0 0,0 0 0,0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00.7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01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45 24575,'-1'16'0,"1"-11"0,-1 0 0,1-1 0,0 1 0,0 0 0,0-1 0,0 1 0,1 0 0,0-1 0,0 1 0,0 0 0,1-1 0,-1 0 0,1 1 0,4 5 0,-6-10 0,0 1 0,0-1 0,0 0 0,1 0 0,-1 0 0,0 1 0,0-1 0,1 0 0,-1 0 0,0 0 0,0 0 0,1 0 0,-1 0 0,0 0 0,1 0 0,-1 1 0,0-1 0,0 0 0,1 0 0,-1 0 0,0 0 0,1 0 0,-1 0 0,0-1 0,0 1 0,1 0 0,-1 0 0,0 0 0,1 0 0,-1 0 0,0 0 0,0 0 0,1-1 0,-1 1 0,0 0 0,1 0 0,7-13 0,2-15 0,-8 19 0,0 0 0,0 1 0,1-1 0,0 1 0,1 0 0,5-9 0,-8 14 0,1 1 0,-1 0 0,1 0 0,0-1 0,0 1 0,0 0 0,0 1 0,0-1 0,0 0 0,5-2 0,-6 3 0,0 1 0,0 0 0,0-1 0,1 1 0,-1 0 0,0-1 0,0 1 0,1 0 0,-1 0 0,0 0 0,0 0 0,1 1 0,-1-1 0,0 0 0,0 0 0,0 1 0,1-1 0,-1 0 0,0 1 0,0 0 0,0-1 0,0 1 0,0 0 0,2 0 0,-1 1 0,0 1 0,0-1 0,0 0 0,0 0 0,-1 1 0,1-1 0,0 1 0,-1 0 0,0-1 0,0 1 0,0 0 0,0 0 0,0 0 0,0-1 0,-1 1 0,0 0 0,1 3 0,5 22 0,4-17-1365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03.1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1 24575,'-2'0'0,"1"0"0,-1 0 0,1 1 0,0-1 0,-1 1 0,1-1 0,-1 1 0,1 0 0,0-1 0,-1 1 0,1 0 0,0 0 0,0 0 0,0 0 0,0 0 0,0 0 0,0 0 0,0 0 0,0 0 0,0 1 0,0-1 0,1 0 0,-1 1 0,0-1 0,1 0 0,-1 1 0,1-1 0,0 1 0,-1-1 0,1 1 0,0-1 0,0 2 0,-2 9 0,2 0 0,-1-1 0,2 14 0,0-13 0,-2-10 0,1 0 0,0 0 0,0 0 0,0 0 0,1 0 0,-1 1 0,0-1 0,1 0 0,-1 0 0,1 0 0,0 0 0,0-1 0,0 1 0,0 0 0,0 0 0,0 0 0,0-1 0,0 1 0,1-1 0,-1 1 0,1-1 0,-1 1 0,1-1 0,-1 0 0,1 1 0,0-1 0,0 0 0,0 0 0,0-1 0,-1 1 0,1 0 0,0-1 0,0 1 0,1-1 0,-1 1 0,0-1 0,0 0 0,0 0 0,0 0 0,0 0 0,0 0 0,0-1 0,0 1 0,4-2 0,-5 2 0,1-1 0,-1 0 0,1 1 0,-1-1 0,0 0 0,1 0 0,-1 0 0,0 0 0,0 0 0,0-1 0,1 1 0,-1 0 0,0-1 0,-1 1 0,1 0 0,0-1 0,0 1 0,-1-1 0,1 1 0,0-1 0,-1 1 0,0-1 0,1 0 0,-1 1 0,0-4 0,-1-47 0,0 38 0,3 29 0,1 0 0,0 0 0,10 24 0,-7-20 0,0-1 0,4 33 0,-7-26 0,1 5 0,-1 1 0,-3 58 0,0-88 0,0 0 0,0 0 0,-1-1 0,1 1 0,0 0 0,0 0 0,0 0 0,0 0 0,-1 0 0,1 0 0,0-1 0,-1 1 0,1 0 0,-1 0 0,1-1 0,-1 1 0,1 0 0,-1-1 0,1 1 0,-1 0 0,0-1 0,1 1 0,-1-1 0,0 1 0,0-1 0,0 1 0,-1 0 0,0-1 0,1 0 0,-1 0 0,0 0 0,1 0 0,-1 0 0,0-1 0,1 1 0,-1 0 0,1-1 0,-1 1 0,0-1 0,1 0 0,-3-1 0,-2-1 0,1 0 0,-1-1 0,1 0 0,0 0 0,0-1 0,-7-7 0,9 7 0,1 0 0,-1 0 0,1 0 0,0 0 0,1 0 0,-1 0 0,1-1 0,0 1 0,0 0 0,0-1 0,1 1 0,0-1 0,0 1 0,1-1 0,-1 1 0,1 0 0,0-1 0,2-5 0,1-1 0,0 0 0,1 0 0,0 1 0,0-1 0,1 1 0,14-18 0,2 1-682,32-33-1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04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24575,'-1'44'0,"2"50"0,0-91 5,0 0-1,0-1 1,0 1 0,0 0-1,0 0 1,1-1-1,-1 1 1,1-1 0,0 0-1,0 1 1,0-1 0,0 0-1,0 0 1,0 0-1,1 0 1,-1 0 0,0-1-1,1 1 1,0-1-1,-1 0 1,1 1 0,0-1-1,0 0 1,0-1-1,3 2 1,6 1-302,1 0 0,0-1 0,-1 0 0,21 0 0,-24-2-6529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09.8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 24575,'38'-2'0,"1"-2"0,52-11 0,-68 10-455,1 2 0,31-1 0,-42 4-6371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11.3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140 23 24575,'-7'-1'0,"0"0"0,-1 0 0,1 0 0,-13-6 0,-27-3 0,46 9 0,-1 1 0,0 0 0,1 0 0,-1 0 0,0 0 0,0 0 0,1 0 0,-1 1 0,0-1 0,1 1 0,-1-1 0,1 1 0,-1-1 0,1 1 0,-1 0 0,1 0 0,-1 0 0,1 0 0,-1 0 0,1 0 0,0 0 0,0 0 0,0 0 0,-2 3 0,2-1 0,0-1 0,0 0 0,1 1 0,-1-1 0,1 1 0,0-1 0,-1 1 0,1-1 0,1 0 0,-1 1 0,0-1 0,0 1 0,1-1 0,-1 1 0,1-1 0,0 0 0,1 3 0,0-1 0,1-1 0,0 0 0,-1 0 0,1 0 0,0 0 0,1 0 0,-1 0 0,1-1 0,-1 0 0,1 1 0,0-1 0,-1-1 0,1 1 0,0-1 0,0 1 0,0-1 0,1 0 0,-1 0 0,0-1 0,0 1 0,0-1 0,1 0 0,-1 0 0,0-1 0,6 0 0,-9 0 0,0 0 0,0 0 0,1-1 0,-1 1 0,0 0 0,0-1 0,0 1 0,0 0 0,0-1 0,0 1 0,-1-1 0,1 0 0,0 1 0,-1-1 0,1 0 0,-1 1 0,0-1 0,1 0 0,-1 1 0,0-1 0,0 0 0,0 1 0,0-1 0,-1 0 0,1 0 0,-1-2 0,2-20 0,25 62 0,-22-32-114,-3-4 62,0 0-1,0-1 1,0 1 0,1 0 0,-1-1 0,0 1 0,1-1 0,-1 1 0,0-1 0,1 0-1,0 0 1,-1 0 0,1 1 0,0-2 0,0 1 0,-1 0 0,1 0 0,0 0 0,0-1-1,0 1 1,0-1 0,0 0 0,3 1 0,3-1-6774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12.6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24575,'1'0'0,"0"1"0,0 0 0,-1-1 0,1 1 0,0 0 0,0 0 0,-1-1 0,1 1 0,-1 0 0,1 0 0,-1 0 0,1 0 0,-1 0 0,1 0 0,-1 0 0,0 0 0,0 0 0,0 0 0,1 1 0,5 27 0,-5-25 0,1 23 0,-1 34 0,-1-47 0,1-16 0,-1-3 0,1 0 0,0 1 0,1-1 0,-1 0 0,1 1 0,0-1 0,0 1 0,0 0 0,1 0 0,-1-1 0,1 2 0,0-1 0,0 0 0,5-3 0,-7 5 0,0 1 0,1 0 0,-1 0 0,1 0 0,-1 0 0,1 0 0,-1 1 0,1-1 0,0 0 0,-1 1 0,1-1 0,0 1 0,-1-1 0,1 1 0,0 0 0,0 0 0,-1 0 0,1 0 0,0 0 0,0 0 0,-1 1 0,1-1 0,0 0 0,0 1 0,-1-1 0,1 1 0,-1 0 0,1 0 0,0-1 0,-1 1 0,1 0 0,-1 0 0,0 1 0,1-1 0,-1 0 0,0 0 0,0 1 0,0-1 0,0 0 0,0 1 0,1 1 0,4 5 0,0 1 0,-1-1 0,-1 1 0,1 0 0,-1 0 0,-1 0 0,4 16 0,-7-24 4,0 0-1,0 0 1,0 0-1,0 0 0,0 0 1,0 0-1,0 0 1,-1-1-1,1 1 0,0 0 1,-1 0-1,1 0 1,-1-1-1,1 1 1,-1 0-1,1 0 0,-1-1 1,0 1-1,1 0 1,-1-1-1,0 1 1,1-1-1,-1 1 0,0-1 1,0 1-1,1-1 1,-1 1-1,0-1 0,0 0 1,0 0-1,0 1 1,0-1-1,0 0 1,-1 0-1,-1 1-189,-1-1 1,0 0-1,1 1 0,-1-1 1,0-1-1,1 1 1,-5-1-1,-2-2-6640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13.6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0 24575,'-1'0'0,"1"1"0,-1-1 0,0 1 0,1-1 0,-1 1 0,1-1 0,-1 1 0,1 0 0,-1-1 0,1 1 0,-1-1 0,1 1 0,-1 0 0,1 0 0,0-1 0,-1 1 0,1 0 0,0 0 0,0-1 0,-1 1 0,1 0 0,0 0 0,0 0 0,0-1 0,0 1 0,0 1 0,-1 27 0,1-25 0,6 80-13,-2-51-1339,-3-23-5474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15.6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24575,'2'1'0,"0"4"0,0 1 0,2 2 0,0 2 0,-1 1 0,-1-1 0,0 1 0,0-1 0,1-2 0,1 1 0,0 0 0,2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16.6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0 113 24575,'1'-4'0,"0"-1"0,0 1 0,0 0 0,0 0 0,1 0 0,0 0 0,0 0 0,0 0 0,0 0 0,0 1 0,6-6 0,-6 6 0,1 0 0,-1-1 0,0 1 0,1 0 0,-2-1 0,1 1 0,0-1 0,-1 0 0,1 0 0,-1 1 0,0-1 0,0-5 0,-4 1 0,-2 14 0,-3 14 0,6 14 0,1 0 0,4 37 0,-3-70 5,0 0-1,0 0 1,1 0 0,-1 0-1,0 0 1,0 0-1,1 0 1,-1 0 0,0-1-1,1 1 1,-1 0 0,1 0-1,-1 0 1,1-1-1,0 1 1,-1 0 0,1-1-1,0 1 1,-1 0-1,1-1 1,0 1 0,0-1-1,-1 1 1,1-1-1,2 1 1,22 2-1490,-15-3-5341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4:17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86 112 24575,'1'-26'0,"0"18"0,0 0 0,-1 1 0,0-1 0,0 0 0,-1 1 0,-3-15 0,4 21 0,-1 0 0,0 0 0,1 0 0,-1 0 0,0 0 0,1 0 0,-1 0 0,0 0 0,0 0 0,0 0 0,0 1 0,0-1 0,0 0 0,0 0 0,0 1 0,0-1 0,0 1 0,-1-1 0,1 1 0,0 0 0,0-1 0,0 1 0,-1 0 0,1 0 0,0 0 0,0 0 0,-1 0 0,1 0 0,0 0 0,0 0 0,-1 0 0,1 0 0,0 1 0,0-1 0,0 1 0,-1-1 0,1 1 0,-2 0 0,1 1 0,-1-1 0,0 0 0,1 1 0,-1-1 0,1 1 0,0 0 0,-1 0 0,1 0 0,0 0 0,0 0 0,0 0 0,0 0 0,1 1 0,-1-1 0,-2 6 0,1 20-1365,3-19-5461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08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09.1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24575,'3'33'0,"1"-1"0,1 1 0,2-1 0,1-1 0,23 57 0,-14-43 0,17 80 0,-2-2 0,-31-120-1365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10.0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0 24575,'0'23'0,"-1"1"0,-1-1 0,-8 41 0,6-43 0,1 0 0,0 33 0,-4 26 0,5-61-1365,2-11-5461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10.5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24575,'1'0'0,"0"1"0,0-1 0,0 1 0,0-1 0,0 1 0,0-1 0,-1 1 0,1 0 0,0-1 0,0 1 0,-1 0 0,1 0 0,0 0 0,-1 0 0,1-1 0,-1 1 0,1 0 0,-1 0 0,1 0 0,-1 0 0,1 0 0,-1 0 0,0 2 0,8 28 0,-7-26 0,34 118 0,-34-120 0,5 16 0,1-1 0,0 0 0,2 0 0,0-1 0,19 29 0,-28-46-39,1 1 0,-1-1 0,0 0 0,0 1 0,1-1 0,-1 1 0,0-1 0,1 0 0,-1 1 0,1-1 0,-1 0 0,1 0 0,-1 1 0,0-1 0,1 0 0,-1 0 0,1 0 0,-1 0 0,1 1 0,-1-1 0,1 0 0,-1 0 0,1 0 0,-1 0 0,1 0 0,-1 0 0,1 0 0,-1 0 0,1 0 0,-1-1 0,1 1 0,-1 0 0,1 0 0,0-1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11.2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24575,'0'26'0,"1"0"0,1 0 0,1 0 0,1-1 0,9 29 0,-1-10 0,-3 0 0,-1 0 0,-2 1 0,-2 0 0,-2 50 0,0-40 0,-1-34 0,0 1 0,-2-1 0,-3 28 0,4-49-2,0 1-1,0-1 1,0 1 0,0-1-1,0 1 1,0-1-1,0 0 1,0 1-1,0-1 1,-1 1-1,1-1 1,0 0 0,0 1-1,0-1 1,-1 1-1,1-1 1,0 0-1,0 1 1,-1-1 0,1 0-1,0 1 1,-1-1-1,1 0 1,0 0-1,-1 1 1,1-1-1,-1 0 1,1 0 0,0 0-1,-1 1 1,1-1-1,-1 0 1,-11-8 202,-6-21-1685,15 18-5341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12.4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24575,'0'2'0,"0"2"0,0 3 0,0 1 0,0 1 0,0 2 0,0 0 0,0 0 0,0 0 0,0 0 0,0 0 0,0-1 0,0 1 0,0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12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13.7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24575,'1'0'0,"0"0"0,0 1 0,1-1 0,-1 1 0,0-1 0,0 1 0,0-1 0,-1 1 0,1 0 0,0-1 0,0 1 0,0 0 0,0 0 0,-1 0 0,1 0 0,0-1 0,-1 1 0,1 0 0,0 0 0,-1 0 0,0 1 0,1-1 0,-1 0 0,1 0 0,-1 0 0,0 0 0,0 0 0,0 0 0,0 1 0,0 0 0,2 40 0,-2-38 0,-2 76 0,4 117 0,-2-194 7,0 0 0,1-1-1,-1 1 1,1 0 0,0 0-1,0 0 1,0-1-1,0 1 1,1-1 0,-1 1-1,1-1 1,-1 1 0,1-1-1,0 0 1,0 0 0,0 0-1,3 3 1,-4-4-49,1-1-1,-1 1 1,0 0-1,0-1 1,1 1-1,-1-1 1,1 1 0,-1-1-1,0 1 1,1-1-1,-1 0 1,1 0-1,-1 0 1,1 0 0,-1 0-1,1 0 1,-1 0-1,0-1 1,1 1-1,-1 0 1,1-1 0,-1 1-1,0-1 1,1 1-1,-1-1 1,0 0-1,0 0 1,1 1 0,-1-1-1,0 0 1,0 0-1,0 0 1,0 0-1,1-2 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14.8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 24575,'2'0'0,"2"0"0,2 0 0,3 0 0,0-2 0,2 0 0,0 0 0,0 0 0,0 1 0,0 0 0,-2-2 0,-1 1 0,1 0 0,-2-2 0,-1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15.7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24575,'10'30'0,"-1"-8"0,-2 7 0,-1-1 0,-1 1 0,1 56 0,-7-65 0,2 0 0,0-1 0,1 1 0,1 0 0,0-1 0,11 30 0,-7-32 0,-7-17 0,0 0 0,1 0 0,-1 0 0,0 0 0,0 0 0,0 0 0,0 0 0,0 0 0,0 0 0,0 0 0,1 0 0,-1 0 0,0 0 0,0 0 0,0 0 0,0 0 0,0 0 0,0 0 0,0 0 0,0 0 0,1 0 0,-1 0 0,0 0 0,0-1 0,0 1 0,0 0 0,0 0 0,0 0 0,0 0 0,0 0 0,0 0 0,0 0 0,1 0 0,-1 0 0,0-1 0,0 1 0,0 0 0,0 0 0,0 0 0,0 0 0,0 0 0,0 0 0,0 0 0,0 0 0,0-1 0,0 1 0,0 0 0,0 0 0,0 0 0,0 0 0,0 0 0,0 0 0,0 0 0,0-1 0,0 1 0,0 0 0,-1 0 0,1 0 0,0 0 0,-1-36 0,0 20 0,1 4 0,0 0 0,1 0 0,0 0 0,1 0 0,4-16 0,-5 25 0,0 0 0,0 0 0,0 1 0,0-1 0,0 0 0,1 1 0,-1 0 0,1-1 0,0 1 0,-1 0 0,1-1 0,0 1 0,1 0 0,-1 1 0,0-1 0,0 0 0,1 0 0,-1 1 0,1 0 0,0-1 0,-1 1 0,1 0 0,0 0 0,0 1 0,-1-1 0,1 0 0,0 1 0,4 0 0,-6 0 0,1 0 0,-1 0 0,1 0 0,-1 0 0,1 0 0,-1 1 0,1-1 0,-1 1 0,1-1 0,-1 1 0,1 0-1,-1-1 1,0 1 0,0 0 0,1 0 0,-1 0 0,0 0 0,0 0 0,0 0 0,0 0 0,0 0 0,0 1 0,0-1 0,0 0 0,0 0 0,-1 1-1,1-1 1,-1 1 0,1 1 0,2 6 12,-1 0 0,0 1 0,1 18-1,5 15-1421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0.3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180 13 24575,'0'-1'0,"-1"0"0,1 1 0,-1-1 0,1 0 0,-1 1 0,1-1 0,-1 1 0,1-1 0,-1 1 0,0-1 0,1 1 0,-1-1 0,0 1 0,1 0 0,-1-1 0,0 1 0,0 0 0,1-1 0,-1 1 0,0 0 0,0 0 0,0 0 0,1 0 0,-1 0 0,0 0 0,-1 0 0,-27-1 0,25 1 0,2 0 0,-2-1 0,1 1 0,-1 0 0,0 0 0,0 0 0,0 0 0,1 0 0,-1 1 0,0 0 0,0 0 0,1 0 0,-1 0 0,0 0 0,1 1 0,0 0 0,-1-1 0,1 1 0,0 1 0,0-1 0,0 0 0,-3 3 0,0 1 0,0 0 0,1 0 0,-1 0 0,1 0 0,1 1 0,-8 14 0,11-19 0,0 1 0,0 0 0,1-1 0,-1 1 0,1 0 0,0-1 0,0 1 0,0 0 0,0-1 0,0 1 0,1 0 0,-1-1 0,1 1 0,0 0 0,0-1 0,-1 1 0,2-1 0,-1 1 0,0-1 0,0 0 0,1 0 0,0 1 0,-1-1 0,5 4 0,-6-6 0,43 44 0,-42-43 0,1 1 0,-1-1 0,1 0 0,-1 1 0,1-1 0,-1 0 0,1 0 0,0 0 0,0 0 0,0 0 0,-1 0 0,1-1 0,0 1 0,0-1 0,0 1 0,0-1 0,0 0 0,0 0 0,0 1 0,0-2 0,0 1 0,0 0 0,0 0 0,0 0 0,4-2 0,-4 0 0,0-1 0,-1 1 0,1-1 0,0 1 0,-1-1 0,0 0 0,1 0 0,-1 1 0,0-1 0,0 0 0,-1 0 0,1 0 0,-1 0 0,1 0 0,-1 0 0,0 0 0,0 0 0,-1-4 0,1 2 0,0 0 0,0 1 0,1-1 0,-1 0 0,1 1 0,0-1 0,1 1 0,1-6 0,13-25 0,6-9 0,-22 44 0,0-1 0,0 1 0,0 0 0,0-1 0,1 1 0,-1 0 0,0-1 0,0 1 0,1 0 0,-1 0 0,0-1 0,1 1 0,-1 0 0,0 0 0,1 0 0,-1-1 0,0 1 0,1 0 0,-1 0 0,0 0 0,1 0 0,-1 0 0,0 0 0,1 0 0,-1 0 0,0 0 0,1 0 0,-1 0 0,1 0 0,-1 0 0,0 0 0,1 0 0,-1 0 0,0 0 0,1 0 0,0 1 0,9 13 0,0 20 0,-10-34-10,2 14 54,1 0 0,9 27-1,-12-39-92,1 1-1,0-1 1,-1 0-1,1 0 1,0 0-1,0 0 0,0 0 1,0-1-1,1 1 1,-1 0-1,0 0 1,1-1-1,-1 1 1,1-1-1,0 1 1,-1-1-1,1 1 0,0-1 1,0 0-1,0 0 1,0 0-1,0 0 1,0-1-1,0 1 1,0 0-1,0-1 1,0 1-1,1-1 1,1 0-1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1.0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24575,'2'4'0,"0"0"0,0 0 0,-1 1 0,1-1 0,-1 0 0,0 1 0,-1-1 0,1 1 0,-1-1 0,1 1 0,-2-1 0,0 9 0,1 0 0,0 7 0,1 0 0,1 0 0,1 0 0,1 0 0,6 21 0,-5-22 0,-1 0 0,2 28 0,-4-29 0,1 0 0,8 31 0,-9-102-1365,-2 38-5461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1.6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24575,'1'5'0,"0"0"0,0 0 0,0-1 0,0 1 0,4 8 0,4 16 0,-1 75 0,-5-41 0,-1-35-455,1-1 0,9 35 0,-9-53-6371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2.2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24575,'0'2'0,"0"2"0,0 2 0,0 3 0,0 0 0,0 2 0,0 0 0,2 0 0,0 0 0,0 0 0,0-1 0,-1 1 0,0 0 0,0-4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2.7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4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0 101 24575,'1'20'0,"1"0"0,1 0 0,0 0 0,1 0 0,11 28 0,-22-66 0,3 8 0,0-1 0,0 0 0,-3-21 0,6 29 0,0-1 0,1 0 0,0 0 0,0 1 0,0-1 0,1 0 0,-1 1 0,1-1 0,0 0 0,0 1 0,0-1 0,0 1 0,1-1 0,-1 1 0,1-1 0,0 1 0,4-5 0,-4 6 0,0-1 0,-1 1 0,1 0 0,1 0 0,-1 0 0,0 0 0,0 1 0,1-1 0,-1 1 0,1-1 0,4-1 0,-6 3 0,-1 0 0,1 0 0,0 0 0,-1 0 0,1 0 0,-1 0 0,1 0 0,0 0 0,-1 0 0,1 0 0,-1 0 0,1 1 0,0-1 0,-1 0 0,1 0 0,-1 1 0,1-1 0,-1 0 0,1 1 0,-1-1 0,1 1 0,0 0 0,0 0 0,0 1 0,0-1 0,0 1 0,0 0 0,0 0 0,0-1 0,-1 1 0,1 0 0,-1 0 0,1 3 0,2 8 0,-2 0 0,1-1 0,1 1 0,0-1 0,1 0 0,0 0 0,0-1 0,2 1 0,-1-1 0,11 15 0,-15-29 0,0-1 0,0 1 0,0 0 0,0 0 0,-1-1 0,1 1 0,-1-1 0,0-3 0,0 1 0,2-9 0,0-1 0,1 0 0,1 1 0,0 0 0,1-1 0,0 2 0,1-1 0,1 1 0,1 0 0,0 0 0,18-23 0,-26 36 0,1 1 0,-1-1 0,1 1 0,-1-1 0,1 1 0,-1-1 0,1 1 0,-1 0 0,1-1 0,-1 1 0,1 0 0,-1-1 0,1 1 0,0 0 0,-1 0 0,1 0 0,0 0 0,-1 0 0,1-1 0,-1 1 0,1 0 0,0 0 0,-1 0 0,1 1 0,0-1 0,-1 0 0,1 0 0,-1 0 0,1 0 0,0 1 0,-1-1 0,1 0 0,-1 0 0,1 1 0,-1-1 0,1 0 0,-1 1 0,1-1 0,-1 1 0,1-1 0,-1 1 0,0-1 0,1 1 0,-1-1 0,1 1 0,-1-1 0,0 1 0,0-1 0,1 1 0,-1 0 0,0-1 0,0 1 0,0-1 0,0 2 0,14 44 0,-11-35 0,5 38 0,-7-40 0,1 1 0,-1-1 0,1 0 0,1 0 0,0 0 0,3 9 0,-5-17-76,0 0 1,-1 0-1,1 0 0,0 0 0,0 0 0,-1 0 0,1 0 0,0-1 1,0 1-1,0 0 0,0-1 0,0 1 0,0 0 0,0-1 1,0 1-1,1-1 0,1 1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4.8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24575,'2'0'0,"1"1"0,-1 0 0,1-1 0,-1 1 0,0 0 0,1 0 0,-1 0 0,0 1 0,0-1 0,1 0 0,-1 1 0,0-1 0,0 1 0,-1 0 0,1 0 0,0 0 0,-1 0 0,1 0 0,-1 0 0,1 0 0,-1 0 0,0 1 0,1 2 0,5 10 0,-2-1 0,7 25 0,-9-29 0,91 262 0,-98-293-1365,-1 8-5461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5.6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24575,'44'-1'0,"50"2"0,-92 0 0,0-1 0,1 1 0,-1 0 0,0 0 0,0 0 0,1 0 0,-1 0 0,0 1 0,0-1 0,0 1 0,-1-1 0,1 1 0,0 0 0,-1-1 0,1 1 0,-1 0 0,1 0 0,-1 0 0,0 0 0,0 1 0,0-1 0,0 0 0,0 0 0,0 1 0,-1-1 0,1 0 0,-1 1 0,0-1 0,1 5 0,0 3 0,-1 0 0,1 0 0,-2 0 0,1 0 0,-5 19 0,4-25 6,0-1-1,-1 0 1,1 0-1,-1 0 0,0 0 1,0-1-1,0 1 1,0 0-1,-1-1 1,1 0-1,-1 1 1,1-1-1,-1 0 0,0 0 1,0 0-1,0-1 1,0 1-1,0-1 1,0 0-1,0 1 1,-5 0-1,-6 2-376,-1-1-1,0 0 1,-20 1 0,26-3-6455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6.4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35 24575,'0'0'0,"-1"0"0,0 1 0,1-1 0,-1 1 0,0-1 0,1 1 0,-1 0 0,1-1 0,-1 1 0,1-1 0,-1 1 0,1 0 0,-1-1 0,1 1 0,0 0 0,-1 0 0,1-1 0,0 1 0,0 0 0,-1 0 0,1 0 0,0-1 0,0 1 0,0 0 0,0 0 0,0 1 0,-1 27 0,1-26 0,0 1 0,1 0 0,-1-1 0,1 1 0,-1-1 0,1 0 0,0 1 0,1-1 0,-1 1 0,0-1 0,1 0 0,0 0 0,0 0 0,0 0 0,0 0 0,0 0 0,1-1 0,-1 1 0,1-1 0,-1 0 0,1 1 0,0-1 0,0 0 0,0-1 0,4 3 0,-3-2 0,-1-1 0,1 1 0,0-1 0,0 0 0,0 0 0,-1 0 0,1-1 0,0 1 0,0-1 0,0 0 0,0 0 0,0 0 0,0-1 0,0 0 0,0 1 0,0-1 0,0 0 0,0-1 0,-1 1 0,1-1 0,5-3 0,-5 3 0,-1-1 0,1 0 0,-1 0 0,0-1 0,0 1 0,0-1 0,0 1 0,0-1 0,-1 0 0,0 0 0,0 0 0,0 0 0,0 0 0,-1-1 0,1 1 0,-1-1 0,0 1 0,0-1 0,-1 1 0,1-1 0,-1 1 0,0-1 0,-1 0 0,1 1 0,-1-1 0,0 1 0,0-1 0,0 1 0,0 0 0,-4-7 0,4 9-72,0 1 1,0-1-1,0 0 0,-1 1 0,1-1 0,-1 1 0,1 0 0,-1 0 1,0-1-1,1 1 0,-1 0 0,0 0 0,0 1 0,0-1 0,0 0 1,0 1-1,1-1 0,-5 0 0,-3 0-6754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6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1 24575,'-2'0'0,"-2"0"0,-1 2 0,0 0 0,-3 0 0,1 2 0,2 2 0,1 1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7.3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 24575,'2'1'0,"1"0"0,-1 0 0,0 0 0,0 0 0,0 0 0,0 0 0,0 1 0,0-1 0,-1 1 0,1-1 0,0 1 0,-1 0 0,1-1 0,-1 1 0,1 0 0,-1 0 0,0 0 0,0 0 0,0 0 0,1 3 0,1 1 0,0 1 0,0 0 0,-1 0 0,0 0 0,2 10 0,-4-17 0,0 5 0,0 0 0,1-1 0,0 1 0,0-1 0,0 1 0,0-1 0,0 0 0,1 1 0,0-1 0,3 5 0,-10-15 0,0-1 0,1 0 0,0 0 0,0-1 0,1 1 0,-4-14 0,6 19 0,0 1 0,1-1 0,-1 1 0,1-1 0,-1 0 0,1 1 0,0-1 0,0 0 0,0 1 0,0-1 0,0 0 0,0 1 0,0-1 0,0 0 0,1 1 0,-1-1 0,1 0 0,-1 1 0,1-1 0,0 1 0,-1-1 0,1 1 0,0-1 0,0 1 0,0 0 0,0-1 0,0 1 0,1 0 0,-1 0 0,0 0 0,1 0 0,-1 0 0,0 0 0,1 0 0,2-1 0,10-8 0,3-12-1365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8.7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24575,'1'18'0,"1"0"0,0 0 0,2 1 0,0-2 0,13 36 0,-5-23 0,2-1 0,26 44 0,-39-72-50,0 1-1,0 0 1,0-1-1,1 1 0,-1-1 1,1 0-1,-1 1 1,1-1-1,-1 0 1,1 0-1,0 0 0,0 0 1,-1 0-1,1 0 1,0 0-1,0-1 1,0 1-1,0-1 0,0 1 1,0-1-1,0 0 1,0 0-1,0 0 1,0 0-1,0 0 1,3-1-1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29.2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35 24575,'2'0'0,"2"0"0,2 0 0,3 0 0,0-2 0,2-2 0,0-1 0,0 1 0,0-1 0,0 1 0,1 0 0,1 2 0,0 0 0,0 1 0,-1 1 0,-1 0 0,0-1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31.1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0 121 24575,'4'0'0,"1"-1"0,-1 0 0,0 0 0,0 0 0,0 0 0,0-1 0,0 1 0,0-1 0,0 0 0,-1-1 0,1 1 0,-1 0 0,1-1 0,-1 0 0,5-5 0,-5 6 0,-1-1 0,-1 1 0,1 0 0,0 0 0,0-1 0,-1 1 0,0-1 0,1 0 0,-1 1 0,0-1 0,0 0 0,0 1 0,-1-1 0,1 0 0,-1 0 0,1 0 0,-1 0 0,0 0 0,0 0 0,-1 0 0,1 0 0,0 1 0,-1-1 0,-1-4 0,2 6 0,0 0 0,-1 1 0,1-1 0,0 0 0,-1 0 0,1 0 0,0 1 0,-1-1 0,1 0 0,-1 1 0,1-1 0,-1 0 0,0 1 0,1-1 0,-1 1 0,0-1 0,1 1 0,-1-1 0,0 1 0,1-1 0,-1 1 0,0 0 0,0-1 0,0 1 0,1 0 0,-1 0 0,0-1 0,0 1 0,0 0 0,0 0 0,0 0 0,1 0 0,-1 0 0,0 0 0,0 1 0,0-1 0,0 0 0,1 0 0,-1 1 0,0-1 0,0 0 0,0 1 0,1-1 0,-1 1 0,0-1 0,1 1 0,-1-1 0,0 1 0,0 0 0,-2 2 0,0-1 0,1 1 0,-1-1 0,1 1 0,0 0 0,0 0 0,0 0 0,0 0 0,1 0 0,-3 7 0,3-3 0,-1 1 0,1 0 0,1 0 0,0-1 0,0 1 0,0 0 0,1 0 0,0 0 0,1-1 0,2 11 0,-3-15 0,0 0 0,0 0 0,0 0 0,1 0 0,-1 0 0,1-1 0,0 1 0,-1 0 0,1-1 0,0 1 0,1-1 0,-1 0 0,0 0 0,1 1 0,-1-2 0,1 1 0,0 0 0,-1 0 0,1-1 0,0 0 0,0 1 0,0-1 0,0 0 0,0 0 0,0-1 0,1 1 0,2-1 0,-4 1 0,0-1 0,0 0 0,0 0 0,0 0 0,0-1 0,0 1 0,0 0 0,0-1 0,0 0 0,0 1 0,0-1 0,0 0 0,-1 0 0,1 0 0,0 0 0,0 0 0,-1 0 0,1 0 0,-1-1 0,1 1 0,-1-1 0,0 1 0,1-1 0,-1 1 0,0-1 0,0 0 0,0 0 0,0 0 0,0 1 0,0-5 0,13-17 0,-10 18 0,0 0 0,1 1 0,-1-1 0,1 1 0,0 0 0,8-5 0,-9 8 0,-1-1 0,-1 0 0,1 1 0,0-1 0,0 0 0,-1-1 0,1 1 0,-1 0 0,0-1 0,1 1 0,-1-1 0,0 0 0,-1 0 0,1 0 0,0 0 0,-1 0 0,0 0 0,0 0 0,0 0 0,0-1 0,0 1 0,0-7 0,-1 10 0,1 10 0,-1 0 0,1 0 0,1 0 0,3 12 0,11 39 0,-12-75 0,-2-8 0,-4-9 0,1 23 0,0-1 0,1 1 0,0-1 0,0 1 0,1 0 0,0-1 0,3-8 0,-4 15 0,1 1 0,1 0 0,-1 0 0,0-1 0,0 1 0,0 0 0,1 0 0,-1 1 0,0-1 0,1 0 0,-1 0 0,1 1 0,-1-1 0,1 0 0,-1 1 0,1 0 0,-1-1 0,1 1 0,0 0 0,-1 0 0,1 0 0,2 0 0,43 2 0,-40-1 0,-4-1 0,0 1 0,-1-1 0,1 0 0,0 1 0,-1 0 0,1-1 0,-1 1 0,1 0 0,-1 0 0,0 1 0,1-1 0,-1 0 0,0 1 0,0-1 0,0 1 0,0 0 0,0 0 0,0 0 0,-1 0 0,1 0 0,0 0 0,1 4 0,0 1 0,0 2 0,0-1 0,-1 0 0,0 0 0,1 15 0,-3-22 4,0 0 1,0 0-1,1 0 0,-1 0 0,1 1 0,-1-1 0,1 0 0,-1 0 0,1 0 1,0 0-1,-1 0 0,1-1 0,0 1 0,0 0 0,-1 0 0,1 0 0,0-1 1,0 1-1,0 0 0,0-1 0,0 1 0,0-1 0,0 1 0,1-1 0,-1 0 1,0 1-1,0-1 0,2 0 0,0 1-110,-1-1 0,0 0 0,1 0 0,-1 0 0,1 0 0,-1 0-1,0-1 1,1 1 0,-1-1 0,0 0 0,1 0 0,-1 1 0,3-3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31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24575,'1'6'0,"-1"-1"0,1 0 0,1 0 0,-1 0 0,4 8 0,4 18 0,-3 1 0,2 0 0,12 33 0,-14-47 0,1 17 0,-6-30 0,0 1 0,0-1 0,0 0 0,1 1 0,0-1 0,4 9 0,-4-12 0,-1 0 0,1 0 0,-1-1 0,1 1 0,-1-1 0,1 1 0,0-1 0,0 0 0,0 0 0,-1 0 0,1 0 0,0 0 0,0 0 0,1 0 0,-1-1 0,0 1 0,0-1 0,0 0 0,0 1 0,1-1 0,3 0 0,-4 0 0,0 0 0,-1 0 0,1 0 0,0 0 0,-1 0 0,1 0 0,0 0 0,0 0 0,-1-1 0,1 1 0,0-1 0,-1 1 0,1-1 0,-1 0 0,1 0 0,-1 0 0,1 1 0,-1-1 0,1-1 0,-1 1 0,0 0 0,1 0 0,-1 0 0,0-1 0,0 1 0,0 0 0,0-1 0,0 1 0,0-1 0,-1 0 0,1 1 0,-1-1 0,1 1 0,-1-1 0,1 0 0,-1 0 0,0 1 0,0-1 0,1 0 0,-1 0 0,-1 1 0,1-1 0,0 0 0,0 1 0,-1-1 0,1 0 0,-1 1 0,1-1 0,-1 0 0,0 1 0,1-1 0,-1 1 0,0-1 0,-2-1 0,-3-8-1365,-1 2-5461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32.3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 24575,'4'0'0,"1"-1"0,0 0 0,0 0 0,0 0 0,-1-1 0,7-2 0,23-6 0,-29 9 11,-1 0 0,0 0 0,1 0-1,-1-1 1,0 0 0,0 1 0,5-4-1,11-5-1461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33.4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24575,'0'247'-1365,"0"-256"-5461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33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24575,'1'2'0,"4"2"0,-1 2 0,2 3 0,0 0 0,0 0 0,1-1 0,0 1 0,0-2 0,0 1 0,2-2 0,0-2 0,1-1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34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1 24575,'-11'74'0,"10"-56"0,0-1 0,-1 1 0,-1 0 0,0-1 0,-6 18 0,16-83-1365,-6 39-5461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35.0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24575,'2'4'0,"0"-1"0,0 1 0,-1-1 0,1 1 0,-1 0 0,0-1 0,0 1 0,0 0 0,0 0 0,0 6 0,5 20 0,25 72 133,-6-18-1631,-22-73-5328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36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87 24575,'2'-3'0,"0"0"0,1 1 0,-1-1 0,1 1 0,-1 0 0,1 0 0,0 0 0,-1 0 0,1 0 0,0 1 0,4-2 0,2-2 0,-8 4 0,0 1 0,1-1 0,-1 1 0,0-1 0,0 0 0,0 1 0,0-1 0,0 0 0,-1 0 0,1 0 0,0 0 0,0 0 0,0 0 0,-1 0 0,1 0 0,0 0 0,-1 0 0,1 0 0,-1 0 0,0-1 0,1 1 0,-1 0 0,0 0 0,0 0 0,1-1 0,-1 1 0,0 0 0,0 0 0,0-1 0,-1 1 0,1 0 0,0 0 0,-1-2 0,0 1 0,0 1 0,0-1 0,0 1 0,-1 0 0,1-1 0,0 1 0,-1 0 0,1 0 0,-1 0 0,1 0 0,-1 0 0,0 1 0,1-1 0,-1 0 0,0 1 0,0-1 0,1 1 0,-1 0 0,0-1 0,0 1 0,1 0 0,-4 0 0,3 0 0,-1 1 0,1-1 0,-1 0 0,1 1 0,-1 0 0,1-1 0,0 1 0,-1 0 0,1 0 0,0 1 0,0-1 0,-1 0 0,1 1 0,0-1 0,0 1 0,1 0 0,-1 0 0,0-1 0,1 1 0,-1 0 0,1 1 0,-1-1 0,1 0 0,0 0 0,0 0 0,0 1 0,0-1 0,0 1 0,1-1 0,-1 1 0,1-1 0,-1 1 0,1 3 0,-1-1 0,1 0 0,0 0 0,0 0 0,0 0 0,1 0 0,-1 0 0,1 0 0,0 0 0,1 0 0,-1 0 0,1-1 0,0 1 0,0-1 0,0 1 0,1-1 0,4 7 0,3-1 0,-2-1 0,0-1 0,0 0 0,1 0 0,13 8 0,-19-15 0,-1 1 0,1-1 0,0 1 0,0-1 0,1 0 0,-1 0 0,0 0 0,0 0 0,0-1 0,1 1 0,-1-1 0,0 0 0,0 0 0,1 0 0,-1-1 0,0 1 0,1-1 0,-1 0 0,0 1 0,4-3 0,-6 2 6,0 1-1,0-1 0,0 0 1,0 1-1,0-1 0,0 0 1,0 0-1,-1 0 0,1 0 1,0 0-1,-1 0 0,1 0 0,0 0 1,-1 0-1,1 0 0,-1 0 1,0 0-1,1 0 0,-1 0 1,0 0-1,0-1 0,1 1 1,-1-1-1,0 0-84,0 1 1,0 0-1,0-1 1,0 1-1,1 0 1,-1-1-1,1 1 0,-1 0 1,1 0-1,-1-1 1,1 1-1,0 0 0,0 0 1,-1 0-1,1 0 1,0 0-1,0 0 1,2-1-1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37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1 24575,'-5'0'0,"0"0"0,0 0 0,0 0 0,0 1 0,0 0 0,0 0 0,0 0 0,-8 3 0,12-3 0,-1 0 0,0 1 0,1-1 0,-1 1 0,1-1 0,-1 1 0,1 0 0,0-1 0,-1 1 0,1 0 0,0 0 0,0 0 0,1 0 0,-1 0 0,0 0 0,1 0 0,-1 0 0,1 0 0,-1 0 0,1 1 0,0-1 0,0 4 0,-1 6 0,1 0 0,0 1 0,0-1 0,1 0 0,4 18 0,-4-28 0,-1 0 0,1 0 0,-1 0 0,1 0 0,0 0 0,0 0 0,0-1 0,0 1 0,0 0 0,0-1 0,0 1 0,0 0 0,1-1 0,-1 0 0,1 1 0,-1-1 0,1 0 0,0 0 0,-1 0 0,1 0 0,0 0 0,0 0 0,0 0 0,0-1 0,0 1 0,0-1 0,0 1 0,0-1 0,0 0 0,0 1 0,0-1 0,0 0 0,0-1 0,0 1 0,0 0 0,0 0 0,0-1 0,-1 1 0,1-1 0,0 0 0,0 0 0,2-1 0,-2 1 0,0 0 0,0-1 0,0 1 0,0-1 0,-1 0 0,1 0 0,0 0 0,-1 1 0,1-1 0,-1-1 0,0 1 0,0 0 0,0 0 0,0 0 0,0-1 0,0 1 0,-1 0 0,1-1 0,-1 1 0,1 0 0,-1-1 0,0 1 0,0-1 0,-1-4 0,1 0 0,0 1 0,0-1 0,-1 0 0,0 0 0,-1 1 0,0-1 0,0 1 0,-2-7 0,3 51 0,2-32 0,0 0 0,1 0 0,-1 0 0,1 0 0,1 0 0,-1 0 0,1-1 0,7 11 0,-8-14 0,0 1 0,0-1 0,1 0 0,-1 0 0,1 0 0,-1 0 0,1-1 0,0 1 0,-1-1 0,1 0 0,0 1 0,0-1 0,0 0 0,0-1 0,0 1 0,0-1 0,0 1 0,0-1 0,6 0 0,-5 0-52,6 0 88,0 0-1,0-1 1,1 0 0,9-3 0,-17 4-107,-1-1 0,1 0 0,-1 0 0,1 0 0,-1 0 0,1-1-1,-1 1 1,0 0 0,0-1 0,0 0 0,1 0 0,-2 1 0,1-1 0,0 0 0,0-1 0,-1 1 0,1 0 0,-1 0 0,1-1 0,0-2 0,1-4-6755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46.3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118 0 24575,'-1'0'0,"0"0"0,-1 0 0,1 1 0,0-1 0,0 0 0,-1 1 0,1-1 0,0 1 0,0-1 0,0 1 0,0-1 0,-1 1 0,1 0 0,0 0 0,0-1 0,0 1 0,0 0 0,1 0 0,-1 0 0,0 0 0,0 0 0,1 0 0,-1 1 0,0-1 0,1 0 0,-1 0 0,1 0 0,-1 1 0,1-1 0,0 0 0,0 0 0,-1 1 0,1-1 0,0 2 0,0-1 0,0 0 0,0 0 0,0 0 0,0 0 0,0 0 0,1-1 0,-1 1 0,1 0 0,-1 0 0,1 0 0,-1-1 0,1 1 0,0 0 0,0-1 0,0 1 0,0 0 0,0-1 0,0 1 0,1-1 0,-1 0 0,0 1 0,1-1 0,2 2 0,-2-2 0,0 1 0,0 0 0,-1 0 0,1 0 0,0 0 0,-1 0 0,1 0 0,-1 0 0,1 0 0,-1 1 0,0-1 0,0 0 0,0 1 0,-1-1 0,1 1 0,0-1 0,-1 1 0,0-1 0,1 1 0,-1 5 0,-3 59 0,2-57 0,0-9 0,1 1 0,-1 0 0,1 0 0,-1 0 0,0-1 0,0 1 0,0 0 0,0 0 0,0-1 0,0 1 0,0-1 0,-1 1 0,1-1 0,0 0 0,-1 1 0,1-1 0,-1 0 0,0 0 0,1 0 0,-1 0 0,0 0 0,1-1 0,-1 1 0,0 0 0,0-1 0,0 1 0,0-1 0,0 0 0,0 0 0,1 1 0,-1-1 0,0 0 0,0-1 0,0 1 0,0 0 0,-2-1 0,0 1 0,1-1 0,-1 1 0,0-1 0,1 0 0,-1 0 0,0 0 0,1 0 0,-1-1 0,1 1 0,0-1 0,0 0 0,-1 0 0,1 0 0,0 0 0,1-1 0,-1 1 0,0-1 0,-2-4 0,0-3-1365,3 1-5461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47.7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8 24575,'-1'44'0,"2"50"0,0-92 0,-1 0 0,1 0 0,-1 0 0,1 0 0,0-1 0,0 1 0,0 0 0,0 0 0,1 0 0,-1-1 0,0 1 0,1-1 0,-1 1 0,1-1 0,-1 1 0,1-1 0,0 0 0,-1 0 0,1 0 0,0 0 0,0 0 0,0 0 0,2 0 0,-2 0 0,-1-1 0,0 1 0,1-1 0,-1 1 0,0-1 0,1 0 0,-1 0 0,1 0 0,-1 0 0,1 0 0,-1 0 0,1 0 0,-1 0 0,0 0 0,1-1 0,-1 1 0,1 0 0,-1-1 0,0 1 0,0-1 0,1 0 0,-1 1 0,0-1 0,0 0 0,1 0 0,-1 0 0,0 0 0,0 0 0,0 0 0,0 0 0,-1 0 0,1 0 0,1-3 0,1-4 0,0-1 0,-1 1 0,0-1 0,0 0 0,-1 0 0,0 1 0,-1-16 0,5-31 0,-5 54 0,0-1 0,1 0 0,-1 0 0,0 1 0,1-1 0,0 0 0,-1 1 0,1-1 0,0 1 0,0-1 0,-1 1 0,1-1 0,1 1 0,-1 0 0,0-1 0,2 0 0,-2 2 0,-1-1 0,1 1 0,0 0 0,0 1 0,0-1 0,-1 0 0,1 0 0,0 0 0,0 0 0,0 1 0,-1-1 0,1 0 0,0 1 0,0-1 0,-1 0 0,1 1 0,0-1 0,-1 1 0,1-1 0,0 1 0,-1 0 0,1-1 0,-1 1 0,1 0 0,-1-1 0,0 1 0,1 0 0,-1-1 0,1 1 0,-1 0 0,0 0 0,0 0 0,1-1 0,-1 3 0,5 10 0,0 0 0,-1 0 0,0 1 0,1 16 0,12 36 0,-17-65 3,0-1 0,0 1 0,0 0 0,0 0 0,1-1 0,-1 1 0,0 0 0,1 0 0,-1-1-1,0 1 1,1 0 0,-1-1 0,1 1 0,-1 0 0,1-1 0,-1 1 0,1-1 0,0 1 0,-1-1 0,1 1 0,0-1-1,-1 0 1,1 1 0,0-1 0,-1 0 0,1 1 0,0-1 0,0 0 0,0 0 0,-1 0 0,1 0 0,0 0 0,0 1 0,0-2-1,-1 1 1,1 0 0,0 0 0,0 0 0,-1 0 0,2-1 0,1 0-152,-1-1 1,1 1-1,-1-1 1,0 0-1,1 1 1,-1-1-1,0 0 1,0-1-1,3-3 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48.4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24575,'1'0'0,"0"0"0,-1 1 0,1-1 0,-1 1 0,1-1 0,0 1 0,-1-1 0,1 1 0,-1 0 0,1-1 0,-1 1 0,0 0 0,1-1 0,-1 1 0,0 0 0,1-1 0,-1 1 0,0 0 0,0 0 0,0-1 0,0 1 0,0 1 0,5 25 0,-3-18 0,3 21 0,-4-22 0,0 1 0,1-1 0,0 0 0,1 0 0,-1-1 0,1 1 0,1 0 0,-1-1 0,8 11 0,32 37-1365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48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1 114 24575,'1'0'0,"0"-1"0,0 1 0,0-1 0,0 1 0,0-1 0,0 0 0,0 0 0,0 1 0,0-1 0,0 0 0,0 0 0,0 0 0,-1 0 0,1 0 0,0 0 0,-1 0 0,1 0 0,0 0 0,-1-1 0,1 0 0,10-28 0,-10 28 0,-1-1 0,1 0 0,0 0 0,0 0 0,1 0 0,-1 0 0,1 1 0,-1-1 0,1 0 0,0 1 0,0-1 0,0 1 0,0 0 0,0 0 0,1 0 0,-1 0 0,1 0 0,-1 0 0,6-2 0,0-1 0,-4 2-118,5-3 367,-8 6-287,-1 1 0,0-1-1,1 0 1,-1 0 0,0 0-1,0 0 1,1 0-1,-1 0 1,0 0 0,0 0-1,1 1 1,-1-1 0,0 0-1,0 0 1,0 0-1,1 0 1,-1 1 0,0-1-1,0 0 1,0 0 0,0 1-1,1-1 1,-1 0 0,0 0-1,0 1 1,0-1-1,0 0 1,0 0 0,0 1-1,0-1 1,0 0 0,0 1-1,0-1 1,0 0-1,0 0 1,0 1 0,0-1-1,0 1 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50.1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4 116 24575,'2'1'0,"-1"-1"0,1 0 0,0 0 0,-1 0 0,1 0 0,0 0 0,-1-1 0,1 1 0,0 0 0,-1-1 0,1 1 0,-1-1 0,1 0 0,-1 1 0,1-1 0,-1 0 0,1 0 0,-1 0 0,0 0 0,0 0 0,1 0 0,-1 0 0,0-1 0,2-2 0,-2 0 0,0 0 0,0 0 0,0 0 0,0-1 0,-1 1 0,0-1 0,1 1 0,-2-7 0,-6-28 0,7 39 0,0-1 0,0 0 0,0 1 0,0-1 0,0 0 0,-1 1 0,1-1 0,0 0 0,0 1 0,-1-1 0,1 1 0,0-1 0,-1 1 0,1-1 0,-1 1 0,1-1 0,-1 1 0,1-1 0,0 1 0,-1-1 0,0 1 0,1 0 0,-1-1 0,1 1 0,-1 0 0,1-1 0,-1 1 0,0 0 0,1 0 0,-1 0 0,0 0 0,1 0 0,-1-1 0,0 1 0,1 0 0,-1 0 0,0 1 0,1-1 0,-1 0 0,0 0 0,1 0 0,-1 0 0,1 1 0,-1-1 0,0 0 0,1 0 0,-1 1 0,1-1 0,-1 0 0,1 1 0,-1-1 0,1 1 0,-1-1 0,1 1 0,-1 0 0,-1 1 0,1 0 0,-1 0 0,1 0 0,0 0 0,0 0 0,0 1 0,0-1 0,0 0 0,1 0 0,-1 1 0,1-1 0,-1 1 0,1-1 0,0 5 0,2 42 0,-1-26 0,-1-19 0,0 4 0,0-1 0,1 1 0,-1-1 0,2 0 0,1 9 0,-3-15 0,1 0 0,-1 0 0,0 0 0,1 0 0,-1 0 0,1-1 0,-1 1 0,1 0 0,-1 0 0,1-1 0,0 1 0,-1 0 0,1-1 0,0 1 0,0 0 0,-1-1 0,1 1 0,0-1 0,1 1 0,0-1 0,-1 1 0,1-1 0,-1 0 0,0-1 0,1 1 0,-1 0 0,1 0 0,-1 0 0,0-1 0,1 1 0,-1-1 0,0 1 0,0-1 0,1 0 0,-1 1 0,0-1 0,0 0 0,1-1 0,61-40-1365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51.3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24575,'0'2'0,"0"2"0,0 3 0,0 1 0,0 1 0,0 2 0,0 0 0,0 0 0,0 0 0,0 0 0,0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6:53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72 0 24575,'-11'37'0,"5"-22"0,2-4 0,2-7 0,1-1 0,0 0 0,0 1 0,0-1 0,0 1 0,1-1 0,-1 1 0,1 3 0,0-6 0,1 1 0,-1-1 0,1 0 0,-1 0 0,1 0 0,-1 0 0,1 0 0,-1 0 0,1 0 0,0 0 0,0-1 0,0 1 0,-1 0 0,1 0 0,0-1 0,0 1 0,0 0 0,0-1 0,0 1 0,0-1 0,0 1 0,0-1 0,0 0 0,1 1 0,-1-1 0,0 0 0,0 0 0,0 0 0,2 0 0,-1 1 0,0 0 0,0 0 0,-1 0 0,1 0 0,0 0 0,-1 1 0,1-1 0,-1 0 0,0 1 0,1-1 0,-1 1 0,0-1 0,0 1 0,0 0 0,0-1 0,0 1 0,0 0 0,0 0 0,-1 0 0,1 0 0,-1-1 0,1 1 0,-1 0 0,0 0 0,0 0 0,0 0 0,0 0 0,0 3 0,0 5 0,0 1 0,-1-1 0,0 0 0,-3 14 0,3-22 0,1 0 0,0-1 0,-1 1 0,1 0 0,-1 0 0,0 0 0,1-1 0,-1 1 0,0 0 0,0-1 0,0 1 0,-1 0 0,1-1 0,0 0 0,0 1 0,-1-1 0,1 0 0,-1 1 0,1-1 0,-1 0 0,1 0 0,-4 1 0,1-1 0,1-1 0,0 0 0,0 0 0,-1 0 0,1 0 0,0-1 0,-1 1 0,1-1 0,0 0 0,0 0 0,-6-2 0,-1 0-1365,0 0-5461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7:55.7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171 1 24575,'-7'0'0,"-1"0"0,0 1 0,1 0 0,-1 1 0,1-1 0,-1 1 0,1 1 0,0 0 0,0 0 0,0 0 0,0 1 0,0-1 0,1 2 0,0-1 0,0 1 0,0 0 0,0 0 0,-4 6 0,6-7 0,1-1 0,0 0 0,0 1 0,0-1 0,1 1 0,-1 0 0,1 0 0,0 0 0,0 0 0,0 1 0,1-1 0,-1 0 0,1 1 0,0-1 0,0 1 0,1-1 0,-1 1 0,1 0 0,0-1 0,1 1 0,-1-1 0,1 1 0,-1-1 0,1 1 0,1-1 0,-1 1 0,3 4 0,-2-4 0,1 0 0,-1-1 0,1 1 0,0-1 0,0 0 0,1 0 0,-1 0 0,1 0 0,0-1 0,0 1 0,0-1 0,0 0 0,1 0 0,-1-1 0,1 1 0,0-1 0,0 0 0,0 0 0,0 0 0,0-1 0,0 0 0,0 0 0,8 0 0,-5 0-195,0-1 0,1 0 0,-1-1 0,0 1 0,0-2 0,9-1 0,-4-2-6631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7:56.6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0 24575,'2'62'0,"0"-39"0,-1-1 0,-1 1 0,-1 0 0,-1-1 0,-1 1 0,-1-1 0,-9 30 0,4-35 120,9-17-147,0 1 1,0-1-1,0 0 1,0 1-1,-1-1 1,1 0-1,0 0 1,0 1-1,0-1 1,0 0-1,0 1 1,0-1-1,-1 0 1,1 0-1,0 0 1,0 1-1,0-1 1,0 0-1,-1 0 1,1 1-1,0-1 1,0 0-1,-1 0 1,1 0-1,0 0 1,0 0-1,-1 0 0,1 1 1,0-1-1,-1 0 1,1 0-1,0 0 1,0 0-1,-1 0 1,1 0-1,0 0 1,-1 0-1,1 0 1,0 0-1,0 0 1,-1 0-1,1 0 1,0-1-1,-1 1 1,1 0-1,0 0 1,0 0-1,-1 0 1,1 0-1,0 0 1,0-1-1,-1 1 1,1 0-1,0 0 0,0-1 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7:57.2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61 24575,'3'0'0,"8"0"0,2 0 0,5 0 0,4 0 0,2-3 0,0-4 0,-3-2 0,-3-1 0,-3-1 0,-4 0 0,-3 1-8191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7:58.6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63 24575,'3'0'0,"-1"0"0,1 0 0,0-1 0,-1 1 0,1-1 0,-1 1 0,1-1 0,-1 0 0,1 0 0,-1 0 0,0 0 0,4-3 0,-5 4 0,-1-1 0,1 0 0,0 0 0,0 1 0,-1-1 0,1 0 0,-1 0 0,1 0 0,-1 0 0,1 0 0,-1 0 0,1 0 0,-1 0 0,0 0 0,1 0 0,-1 0 0,0 0 0,0 0 0,0 0 0,0 0 0,0 0 0,0 0 0,0 0 0,0 0 0,-1 0 0,1 0 0,0 0 0,0 0 0,-1 0 0,1 0 0,-1 0 0,1 0 0,-1 0 0,-1-1 0,2 1 0,-1 0 0,1-1 0,-1 1 0,0 0 0,0 0 0,0 0 0,0 0 0,1 1 0,-1-1 0,0 0 0,-1 0 0,1 0 0,0 1 0,0-1 0,0 0 0,0 1 0,0-1 0,-1 1 0,1 0 0,0-1 0,0 1 0,-1 0 0,1 0 0,0 0 0,-1 0 0,1 0 0,0 0 0,-1 0 0,1 0 0,0 0 0,0 1 0,-1-1 0,1 1 0,0-1 0,0 1 0,0-1 0,-2 2 0,1-1 0,0 0 0,0 1 0,0-1 0,0 1 0,0 0 0,0-1 0,1 1 0,-1 0 0,0 0 0,1 0 0,0 0 0,0 1 0,-1-1 0,1 0 0,0 1 0,1-1 0,-1 0 0,-1 5 0,-1 56 0,3-57 0,0 0 0,0 0 0,1 0 0,0 0 0,0-1 0,0 1 0,1 0 0,3 7 0,-4-11 0,1 0 0,0 0 0,0 0 0,0 0 0,0-1 0,0 1 0,0-1 0,0 1 0,0-1 0,0 0 0,1 0 0,-1 0 0,1 0 0,-1 0 0,1-1 0,-1 1 0,1-1 0,-1 1 0,5-1 0,58-1 0,-43-1 0,0 2-109,-14 1-17,1-1 0,-1 0 1,0-1-1,0 0 1,0 0-1,0 0 1,0-1-1,0-1 1,8-3-1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00.5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89 294 24575,'0'-1'0,"0"1"0,-1-1 0,1 1 0,0-1 0,-1 0 0,1 1 0,-1-1 0,1 1 0,-1 0 0,1-1 0,-1 1 0,1-1 0,-1 1 0,1 0 0,-1-1 0,1 1 0,-1 0 0,0 0 0,1-1 0,-1 1 0,0 0 0,1 0 0,-1 0 0,0 0 0,1 0 0,-1 0 0,0 0 0,1 0 0,-1 0 0,-1 0 0,-20 3 0,18-1 0,1 0 0,0 0 0,0 0 0,1 0 0,-1 1 0,0-1 0,1 1 0,-1 0 0,1 0 0,0 0 0,0 0 0,0 0 0,0 0 0,1 1 0,-1-1 0,1 0 0,0 1 0,-1 3 0,1-1 0,-1-1 0,1 1 0,0-1 0,1 1 0,-1 0 0,1-1 0,0 1 0,1 0 0,-1-1 0,1 1 0,2 7 0,-2-12 0,0 1 0,0 0 0,0 0 0,1-1 0,-1 1 0,1-1 0,-1 1 0,1-1 0,-1 0 0,1 1 0,0-1 0,0 0 0,0 0 0,0 0 0,-1 0 0,1-1 0,0 1 0,0 0 0,0-1 0,1 0 0,-1 1 0,2-1 0,1 1 0,0-1 0,-1 0 0,1 0 0,0 0 0,-1 0 0,1-1 0,0 0 0,9-2 0,-13 2 0,0 0 0,0 0 0,1 0 0,-1 0 0,0 0 0,0 0 0,0-1 0,0 1 0,0 0 0,-1-1 0,1 1 0,0 0 0,-1-1 0,1 1 0,0-1 0,-1 1 0,0-1 0,1 1 0,-1-1 0,0 1 0,0-1 0,0-2 0,-2-44 0,1 30 0,1 15 0,0 0 0,0 0 0,0 0 0,0 0 0,1 0 0,-1 0 0,1 0 0,0 0 0,2-5 0,-3 8 0,0-1 0,1 1 0,-1 0 0,0-1 0,0 1 0,1 0 0,-1 0 0,0-1 0,0 1 0,1 0 0,-1 0 0,0 0 0,1-1 0,-1 1 0,0 0 0,1 0 0,-1 0 0,0 0 0,1 0 0,-1 0 0,0 0 0,1-1 0,-1 1 0,1 0 0,-1 0 0,0 0 0,1 1 0,-1-1 0,1 0 0,15 13 0,8 26 0,-21-33 0,0 1 0,0-1 0,1 0 0,0 0 0,0-1 0,1 1 0,0-1 0,9 9 0,-12-13 0,0 0 0,-1 0 0,1 0 0,0 0 0,0 0 0,0 0 0,0-1 0,0 1 0,0-1 0,1 1 0,-1-1 0,0 0 0,0 1 0,0-1 0,0-1 0,1 1 0,-1 0 0,0 0 0,0-1 0,0 1 0,0-1 0,0 0 0,0 1 0,0-1 0,0 0 0,0 0 0,0-1 0,-1 1 0,1 0 0,0 0 0,-1-1 0,1 1 0,-1-1 0,1 0 0,-1 1 0,0-1 0,1 0 0,-1 0 0,0 0 0,0 0 0,-1 0 0,1 0 0,0 0 0,0 0 0,-1 0 0,0 0 0,1-4 0,1-219 0,-5 107 0,3 86 0,0 29 0,0 5 0,0 17 0,0 27 0,1 0 0,2 0 0,17 86 0,-13-103 0,-5-20 0,0 1 0,1 0 0,-1-1 0,2 1 0,-1-1 0,2 0 0,-1 0 0,1 0 0,0-1 0,9 11 0,-11-15 0,1 0 0,-1-1 0,1 0 0,-1 0 0,1 0 0,0 0 0,0 0 0,1-1 0,-1 0 0,0 0 0,9 3 0,-2-3 0,0 0 0,0-1 0,19 1 0,-10-2 0,-14 1-1365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01.2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42 24575,'6'0'0,"6"-2"0,17-4 0,4-1 0,6 0 0,2 2 0,-5 0 0,-6 1 0,-7 0 0,-5 2 0,-4 3 0,-2 2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02.3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79 123 24575,'2'-31'0,"-1"20"0,-1 1 0,0-1 0,0 0 0,-1 1 0,-3-14 0,4 23 0,0 0 0,0 1 0,0-1 0,0 0 0,-1 1 0,1-1 0,0 0 0,0 1 0,-1-1 0,1 1 0,0-1 0,-1 1 0,1-1 0,-1 1 0,1-1 0,-1 1 0,1-1 0,-1 1 0,1-1 0,-1 1 0,1 0 0,-1-1 0,1 1 0,-1 0 0,0-1 0,1 1 0,-1 0 0,0 0 0,1 0 0,-1-1 0,-1 1 0,1 1 0,-1-1 0,1 1 0,-1-1 0,1 1 0,-1 0 0,1-1 0,-1 1 0,1 0 0,-1 0 0,1 0 0,0 0 0,-2 2 0,-2 2 0,1-1 0,0 1 0,0 1 0,0-1 0,-5 11 0,6-7 0,0 0 0,1 0 0,1 0 0,0 1 0,0-1 0,0 0 0,2 1 0,-1-1 0,1 0 0,0 1 0,3 10 0,-3-19 0,0 1 0,0-1 0,0 1 0,0-1 0,1 1 0,-1-1 0,0 0 0,0 0 0,1 0 0,-1 0 0,1 0 0,-1 0 0,1 0 0,0 0 0,-1 0 0,1-1 0,0 1 0,0-1 0,-1 1 0,1-1 0,3 1 0,44 1 0,-37-3 0,110 0-1365,-105 1-5461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03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170 12 24575,'-71'-11'0,"62"11"0,3-1 0,0 1 0,0 0 0,0 0 0,1 1 0,-12 2 0,15-2 0,0 0 0,0 0 0,0 0 0,0 0 0,0 0 0,0 1 0,0-1 0,1 1 0,-1-1 0,0 1 0,1-1 0,0 1 0,-1 0 0,1 0 0,0 0 0,0 0 0,0 0 0,0 0 0,-1 3 0,0 0 0,0 1 0,0-1 0,0 1 0,1 0 0,0 0 0,0 0 0,0 0 0,1 0 0,0 0 0,0 0 0,1 0 0,1 8 0,-1-11 0,0 0 0,0 0 0,1 0 0,-1 0 0,1 0 0,0-1 0,0 1 0,0 0 0,0-1 0,0 0 0,1 1 0,-1-1 0,1 0 0,-1 0 0,1 0 0,0 0 0,0-1 0,0 1 0,0-1 0,0 0 0,0 0 0,0 0 0,6 1 0,64 9 0,-67-10 0,0-1 0,-1 0 0,1 0 0,0 0 0,0-1 0,0 0 0,-1 0 0,1-1 0,0 1 0,7-4 0,-11 3 0,-1 1 0,1-1 0,0 0 0,0 0 0,-1 0 0,1 0 0,-1 0 0,1 0 0,-1 0 0,0 0 0,0-1 0,0 1 0,0 0 0,-1-1 0,1 1 0,0-1 0,-1 1 0,0 0 0,1-1 0,-1 1 0,0-4 0,-6-51 0,7 85 0,-2-24 0,0 0 0,1 1 0,0-1 0,0 0 0,0 0 0,0 1 0,1-1 0,-1 0 0,1 0 0,0 0 0,1 0 0,-1 0 0,1 0 0,-1 0 0,1 0 0,0 0 0,1-1 0,-1 1 0,1-1 0,5 6 0,-3-5 9,0-1-1,1 0 0,-1 0 1,1-1-1,0 1 1,0-1-1,0-1 0,0 1 1,11 1-1,60 1-681,-60-3-103,19-1-6050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05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1 24575,'1'97'0,"-2"105"0,1-201-21,0 0-1,0 0 0,0 0 1,0 0-1,0 0 0,0 0 1,0 0-1,-1 0 0,1-1 1,0 1-1,0 0 0,-1 0 1,1 0-1,0 0 0,-1 0 1,1 0-1,-1 0 0,0 0 0,1-1 1,-1 1-1,0 0 0,1 0 1,-1-1-1,0 1 0,0-1 1,1 1-1,-1 0 0,0-1 1,0 1-1,0-1 0,0 0 1,0 1-1,0-1 0,0 0 1,0 0-1,0 1 0,0-1 1,0 0-1,0 0 0,0 0 1,0 0-1,0 0 0,0 0 1,0-1-1,0 1 0,0 0 1,0 0-1,1-1 0,-1 1 1,0-1-1,0 1 0,0-1 1,0 1-1,0-1 0,0 1 1,1-1-1,-1 0 0,0 1 1,1-1-1,-1 0 0,0 0 1,0-1-1,-8-9-6804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06.1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24575,'15'-6'0,"0"1"0,1 0 0,24-3 0,-26 5 0,-6 1 0,0 0 0,0 1 0,0 0 0,0 1 0,0 0 0,0 0 0,1 1 0,11 2 0,-15-2 0,-1 1 0,0 0 0,1 0 0,-1 0 0,0 0 0,0 0 0,0 1 0,0 0 0,-1 0 0,1 0 0,-1 0 0,1 1 0,-1-1 0,0 1 0,-1 0 0,3 4 0,4 5 0,-2 0 0,0 1 0,-1 0 0,0 0 0,-1 1 0,-1-1 0,0 1 0,-1 0 0,2 25 0,-4-33 0,-1-1 0,-1 1 0,1 0 0,-1 0 0,0-1 0,-1 1 0,1-1 0,-1 1 0,-1-1 0,1 0 0,-1 1 0,0-1 0,0 0 0,-1-1 0,0 1 0,0-1 0,0 0 0,-1 0 0,0 0 0,0 0 0,0-1 0,0 0 0,-11 7 0,8-7 11,0 0 0,0-1-1,0 0 1,0 0 0,0 0-1,-1-1 1,1-1 0,-11 2-1,-7-2-448,-36-2 1,46 0-149,7 1-6240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10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46 153 24575,'3'-1'0,"1"1"0,-1-1 0,1 0 0,0 0 0,-1 0 0,0-1 0,1 1 0,-1-1 0,0 0 0,0 0 0,0 0 0,0 0 0,0 0 0,0-1 0,-1 1 0,1-1 0,-1 0 0,1 0 0,-1 0 0,0 0 0,0 0 0,-1 0 0,1-1 0,-1 1 0,1-1 0,-1 1 0,0-1 0,0-4 0,0 6 0,0-1 0,0 1 0,-1-1 0,0 1 0,1-1 0,-1 0 0,0 1 0,0-1 0,0 1 0,-1-1 0,1 1 0,-1-1 0,1 1 0,-1-1 0,0 1 0,0-1 0,0 1 0,0 0 0,0-1 0,0 1 0,-1 0 0,1 0 0,-1 0 0,0 0 0,1 0 0,-1 1 0,0-1 0,0 0 0,0 1 0,0-1 0,-1 1 0,1 0 0,0 0 0,-1 0 0,1 0 0,0 0 0,-1 0 0,1 1 0,-1-1 0,-3 0 0,2 1 0,1-1 0,-1 1 0,0 0 0,0 0 0,0 0 0,0 1 0,0-1 0,1 1 0,-1 0 0,-7 2 0,9-2 0,1 0 0,0 1 0,-1-1 0,1 0 0,-1 0 0,1 1 0,0-1 0,0 1 0,0-1 0,0 1 0,0-1 0,0 1 0,1 0 0,-1 0 0,0-1 0,1 1 0,-1 0 0,1 0 0,0 0 0,-1-1 0,1 1 0,0 0 0,0 0 0,1 2 0,-1 23 0,3 78 0,-3-103 0,1 1 0,-1-1 0,1 0 0,-1 0 0,1 0 0,0 0 0,0 0 0,0 0 0,0-1 0,0 1 0,0 0 0,0 0 0,1-1 0,-1 1 0,0-1 0,1 1 0,0-1 0,-1 0 0,3 2 0,0-1 0,0 0 0,0 0 0,0 0 0,0-1 0,0 0 0,0 0 0,0 0 0,1 0 0,5 0 0,-4-1 0,0 0 0,0 0 0,0 0 0,0-1 0,1 0 0,-1 0 0,0 0 0,-1-1 0,1 0 0,0 0 0,0-1 0,-1 1 0,10-7 0,-8 2-227,0 1-1,-1-1 1,0-1-1,0 1 1,7-14-1,-6 9-6598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10.9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24575,'2'1'0,"-1"-1"0,0 1 0,0-1 0,0 1 0,1-1 0,-1 1 0,0 0 0,0 0 0,0-1 0,0 1 0,0 0 0,0 0 0,0 0 0,-1 0 0,1 0 0,0 0 0,0 0 0,-1 1 0,1-1 0,-1 0 0,1 0 0,-1 1 0,1-1 0,-1 0 0,1 3 0,6 33 0,1 50 0,-3 96 0,-18-217-1365,6 12-5461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14.9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 24575,'38'-2'0,"-27"1"0,0 0 0,0 1 0,0 0 0,0 0 0,0 2 0,0-1 0,12 4 0,-21-3 0,1-1 0,0 1 0,-1 0 0,1 1 0,-1-1 0,0 0 0,1 1 0,-1-1 0,0 1 0,-1 0 0,1 0 0,0-1 0,-1 1 0,1 0 0,-1 0 0,0 1 0,0-1 0,0 0 0,-1 0 0,1 0 0,-1 1 0,0-1 0,0 0 0,0 1 0,0-1 0,-1 4 0,1 0 0,-1-1 0,1 1 0,-1-1 0,-1 1 0,1-1 0,-1 1 0,0-1 0,-1 0 0,0 0 0,0 0 0,0 0 0,-6 7 0,4-7-80,-1-1 0,1-1-1,-1 1 1,0-1 0,-1 0-1,1 0 1,-1-1 0,1 0-1,-1 0 1,0 0 0,0-1 0,0 0-1,-1-1 1,1 0 0,0 0-1,-14 0 1,8-1-6746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17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169 174 24575,'-12'-1'0,"0"1"0,1 1 0,-1 0 0,1 0 0,-1 1 0,1 1 0,-12 4 0,19-5 0,-1 0 0,1 1 0,0-1 0,0 1 0,1 0 0,-1 0 0,1 0 0,-1 0 0,1 1 0,0 0 0,0-1 0,0 1 0,1 0 0,-1 0 0,1 1 0,0-1 0,0 0 0,1 1 0,-1-1 0,0 6 0,2-9 0,-1 0 0,1 0 0,0 0 0,0 0 0,0 0 0,0 0 0,0 0 0,0 0 0,0 0 0,0 0 0,0 0 0,0 0 0,1 0 0,-1 0 0,0-1 0,0 1 0,1 0 0,-1 0 0,1 0 0,-1 0 0,1 0 0,-1-1 0,1 1 0,0 0 0,-1 0 0,1-1 0,1 2 0,0-1 0,1 1 0,0-1 0,-1 0 0,1 0 0,0 0 0,0 0 0,-1 0 0,1-1 0,4 1 0,9 0 0,-1-1 0,26-2 0,-38 2 0,0-1 0,1 0 0,0 0 0,-1-1 0,1 1 0,-1-1 0,0 1 0,1-1 0,-1 0 0,0 0 0,0-1 0,0 1 0,0-1 0,-1 1 0,1-1 0,-1 0 0,4-5 0,17-16 0,-22 24 0,-1 0 0,1 0 0,-1 0 0,1-1 0,-1 1 0,1 0 0,-1 0 0,1 0 0,-1 0 0,1 0 0,-1 1 0,1-1 0,-1 0 0,0 0 0,1 0 0,-1 0 0,1 0 0,-1 1 0,1-1 0,-1 0 0,0 0 0,1 1 0,-1-1 0,1 0 0,-1 1 0,0-1 0,1 0 0,-1 1 0,0-1 0,0 1 0,1-1 0,-1 1 0,15 21 0,-6-9 0,-6-11 0,-1 0 0,1 1 0,0-1 0,0 0 0,0 0 0,1 0 0,-1-1 0,0 1 0,1-1 0,-1 0 0,1 0 0,-1 0 0,1 0 0,-1-1 0,1 0 0,0 1 0,-1-1 0,6-1 0,-7 1 0,1 0 0,-1 0 0,0-1 0,0 1 0,0-1 0,0 0 0,0 1 0,1-1 0,-1 0 0,-1 0 0,1 0 0,0 0 0,0-1 0,0 1 0,-1-1 0,1 1 0,0-1 0,-1 1 0,1-1 0,-1 0 0,0 0 0,0 1 0,0-1 0,0 0 0,0 0 0,0 0 0,0 0 0,0-1 0,-1 1 0,1-3 0,1-26 0,-1 1 0,-6-46 0,4 70 0,0-1 0,0 1 0,-1 0 0,0 0 0,0 0 0,-1 0 0,0 0 0,0 0 0,0 1 0,0-1 0,-1 1 0,-4-5 0,5 6 0,-1 1 0,1-1 0,-1 1 0,1 0 0,-1 0 0,0 0 0,0 1 0,0-1 0,-1 1 0,1 0 0,0 0 0,-1 1 0,1-1 0,-1 1 0,0 0 0,-8-1 0,12 2 0,0 0 0,0 1 0,0-1 0,0 0 0,-1 0 0,1 1 0,0-1 0,0 1 0,0-1 0,0 1 0,0-1 0,0 1 0,0-1 0,0 1 0,1 0 0,-1 0 0,0-1 0,0 1 0,0 0 0,1 0 0,-1 0 0,0 0 0,1 0 0,-1 0 0,1 0 0,-1 0 0,1 0 0,0 0 0,-1 0 0,1 0 0,0 1 0,0-1 0,0 0 0,0 1 0,-1 0 0,1-1 0,0 1 0,0-1 0,0 1 0,0-1 0,0 1 0,1-1 0,-1 1 0,0-1 0,1 0 0,-1 1 0,1-1 0,-1 1 0,1-1 0,0 0 0,-1 1 0,1-1 0,0 0 0,0 0 0,0 0 0,0 0 0,0 0 0,0 0 0,0 0 0,1 0 0,0 1 0,7 1 0,-1-1 0,0 0 0,1-1 0,-1 1 0,1-1 0,0-1 0,8 0 0,61-7 0,-46-1 0,-26 6 0,-1 1 0,0-1 0,1 1 0,-1 0 0,1 1 0,0-1 0,9 1 0,-14 1 0,0-1 0,0 0 0,0 0 0,0 1 0,0-1 0,0 1 0,-1-1 0,1 1 0,0-1 0,0 1 0,0-1 0,0 1 0,-1 0 0,1-1 0,0 1 0,-1 0 0,1 0 0,-1 0 0,1 0 0,0 2 0,0-1 0,0 1 0,0-1 0,-1 0 0,0 1 0,1-1 0,-1 1 0,0-1 0,0 1 0,-1 4 0,0 13-111,1-13 7,0 0-1,0 0 1,-1 0-1,0 0 1,0 0-1,-1 0 1,0-1-1,0 1 1,0 0-1,-1-1 0,-5 10 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17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 24575,'0'24'0,"1"21"0,-2 1 0,-12 67 0,9-88 0,1-1 0,1 0 0,1 1 0,3 30 0,-1-53 0,-1 0 0,1-1 0,-1 1 0,1 0 0,0 0 0,0-1 0,0 1 0,0 0 0,0-1 0,0 1 0,0-1 0,1 1 0,-1-1 0,1 0 0,-1 1 0,1-1 0,-1 0 0,1 0 0,-1 0 0,1 0 0,0-1 0,0 1 0,0 0 0,-1-1 0,1 1 0,0-1 0,0 1 0,0-1 0,0 0 0,0 0 0,2 0 0,2 0 0,-1 1 0,0-2 0,1 1 0,-1 0 0,0-1 0,1 0 0,-1 0 0,0-1 0,0 1 0,8-5 0,-12 6-72,0-1 1,0 0-1,1-1 0,-1 1 0,0 0 0,0 0 0,0 0 0,-1 0 1,1-1-1,0 1 0,0-1 0,-1 1 0,1 0 0,0-1 0,-1 1 1,0-1-1,1 1 0,-1-4 0,2-6-6754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18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24575,'3'0'0,"8"0"0,4 0 0,6 0 0,4 0 0,0-4 0,1-1 0,-2 1 0,-3 0 0,-4 2 0,-1 0 0,-1 1 0,-4 2 0,-5 5 0,-3 3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22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4 176 24575,'-2'-38'0,"1"25"0,1-1 0,0 0 0,0 1 0,5-24 0,-5 36 0,0 0 0,1 0 0,-1 0 0,0 0 0,0 0 0,1 0 0,-1 1 0,1-1 0,-1 0 0,1 0 0,-1 0 0,1 1 0,-1-1 0,1 0 0,0 1 0,-1-1 0,1 0 0,0 1 0,0-1 0,-1 1 0,1-1 0,0 1 0,0-1 0,0 1 0,0 0 0,0-1 0,-1 1 0,1 0 0,0 0 0,0 0 0,0 0 0,0 0 0,0 0 0,0 0 0,0 0 0,0 0 0,0 0 0,0 0 0,0 0 0,0 1 0,-1-1 0,1 0 0,0 1 0,0-1 0,0 1 0,0-1 0,-1 1 0,1-1 0,0 1 0,0 0 0,-1-1 0,2 2 0,2 1 0,1 1 0,-1 0 0,1 0 0,-1 0 0,-1 1 0,1-1 0,3 6 0,2 15 0,-8-22 0,0 1 0,1 0 0,-1 0 0,1-1 0,0 1 0,3 5 0,1-35 0,-7 2 0,0 19 0,0 0 0,1 0 0,0 0 0,0 0 0,0 0 0,1 0 0,-1 0 0,1 0 0,0 0 0,1 0 0,2-8 0,-3 12 0,0 0 0,0 0 0,0 0 0,0 0 0,0 1 0,0-1 0,0 0 0,0 0 0,0 1 0,0-1 0,1 1 0,-1-1 0,0 1 0,0-1 0,1 1 0,-1 0 0,0 0 0,1 0 0,-1-1 0,0 1 0,1 0 0,-1 1 0,0-1 0,0 0 0,1 0 0,-1 1 0,0-1 0,1 0 0,-1 1 0,0-1 0,0 1 0,0 0 0,2 1 0,0-1 0,0 1 0,-1 0 0,1 0 0,-1 0 0,0 0 0,0 0 0,0 1 0,0-1 0,0 1 0,0-1 0,-1 1 0,3 6 0,32 132 0,-35-139-54,0 0-1,0 0 0,0 0 1,0 0-1,0 0 1,0 0-1,1 0 0,-1 0 1,0-1-1,1 1 1,0-1-1,-1 1 0,1-1 1,0 1-1,0-1 0,0 0 1,0 0-1,0 0 1,0 0-1,0 0 0,0 0 1,1-1-1,-1 1 1,3 0-1,11 1-6771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23.9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67 222 24575,'0'-10'0,"-2"-39"0,2 48 0,0 0 0,0 0 0,0 0 0,0 0 0,0 0 0,-1 0 0,1 0 0,0 0 0,-1 0 0,1 0 0,-1 0 0,1 0 0,-1 0 0,1 0 0,-1 0 0,0 1 0,1-1 0,-1 0 0,0 0 0,0 1 0,1-1 0,-1 0 0,0 1 0,0-1 0,0 1 0,0-1 0,0 1 0,0 0 0,0-1 0,0 1 0,0 0 0,0 0 0,0-1 0,0 1 0,0 0 0,0 0 0,-1 0 0,0 1 0,1 0 0,-1 0 0,1 0 0,0 0 0,-1 1 0,1-1 0,0 0 0,0 1 0,0-1 0,0 0 0,0 1 0,0-1 0,0 1 0,0 0 0,1-1 0,-1 1 0,1 0 0,-1 2 0,-9 36 0,10-38 0,-3 9 0,1 0 0,0 0 0,1 0 0,1 1 0,0-1 0,0 0 0,4 22 0,-3-31 0,0-1 0,1 1 0,-1 0 0,0-1 0,1 1 0,-1 0 0,1-1 0,0 0 0,-1 1 0,1-1 0,0 0 0,0 0 0,0 0 0,0 0 0,0 0 0,0 0 0,0-1 0,0 1 0,0-1 0,0 0 0,0 1 0,1-1 0,-1 0 0,0 0 0,0 0 0,0 0 0,3-1 0,-2 1 0,0 0 0,0-1 0,0 1 0,1 0 0,-1-1 0,0 0 0,0 0 0,-1 0 0,1 0 0,0 0 0,0-1 0,0 1 0,-1-1 0,1 0 0,-1 0 0,1 0 0,-1 0 0,4-4 0,-3-2 0,0 0 0,0-1 0,-1 1 0,0 0 0,0-1 0,0-8 0,-2 9 0,1 0 0,1 0 0,-1 0 0,2 0 0,-1 0 0,1 0 0,4-7 0,-7 15 0,0 0 0,0 0 0,0-1 0,0 1 0,0 0 0,0 0 0,0 0 0,0 0 0,0 0 0,0 0 0,0 0 0,0 0 0,0 0 0,0 0 0,0 0 0,1 0 0,-1-1 0,0 1 0,0 0 0,0 0 0,0 0 0,0 0 0,0 0 0,0 0 0,0 0 0,0 0 0,1 0 0,-1 0 0,0 0 0,0 0 0,0 0 0,0 0 0,0 0 0,0 0 0,0 0 0,0 0 0,0 0 0,1 0 0,-1 0 0,0 0 0,0 0 0,0 1 0,0-1 0,0 0 0,0 0 0,0 0 0,0 0 0,0 0 0,0 0 0,0 0 0,0 0 0,1 0 0,-1 0 0,0 0 0,0 0 0,0 1 0,0-1 0,0 0 0,0 0 0,0 0 0,0 0 0,0 0 0,0 0 0,0 0 0,0 0 0,4 13 0,0 19 0,-3-29 0,0 13 0,-1-11 0,0-1 0,0 1 0,1-1 0,-1 1 0,1-1 0,0 1 0,1-1 0,-1 0 0,1 0 0,-1 1 0,1-1 0,5 6 0,-7-10 0,0 1 0,0-1 0,1 0 0,-1 0 0,0 0 0,1 0 0,-1 0 0,1 0 0,-1 0 0,0-1 0,0 1 0,1 0 0,-1 0 0,0 0 0,1 0 0,-1 0 0,0 0 0,1-1 0,-1 1 0,0 0 0,0 0 0,1 0 0,-1-1 0,0 1 0,0 0 0,1 0 0,-1-1 0,0 1 0,0 0 0,0-1 0,0 1 0,1 0 0,-1 0 0,0-1 0,0 1 0,0 0 0,0-1 0,0 1 0,0-1 0,6-15 0,-6 15 0,9-32 0,-8 24 0,1 0 0,0 1 0,1-1 0,0 0 0,0 1 0,1-1 0,0 1 0,1 0 0,0 1 0,7-11 0,-11 17 0,0 0 0,0 0 0,1 0 0,-1 0 0,0 0 0,1 0 0,-1 0 0,1 0 0,-1 0 0,1 0 0,-1 1 0,1-1 0,-1 1 0,1-1 0,0 1 0,2 0 0,-3 0 0,0 0 0,0 0 0,0 0 0,0 1 0,0-1 0,0 0 0,0 1 0,0-1 0,0 1 0,0-1 0,0 1 0,0-1 0,0 1 0,0 0 0,-1 0 0,1-1 0,0 1 0,0 0 0,0 1 0,1 1 0,0 1 0,0 0 0,0-1 0,-1 1 0,0 0 0,1 0 0,-1 0 0,-1 0 0,1 0 0,0 0 0,-1 7 0,0-8 0,0 1 0,0-1 0,1 0 0,-1 0 0,1 1 0,0-1 0,-1 0 0,2 0 0,-1 0 0,0 0 0,1 0 0,-1 0 0,1 0 0,0-1 0,0 1 0,0 0 0,0-1 0,0 0 0,0 1 0,1-1 0,0 0 0,-1 0 0,1 0 0,0-1 0,0 1 0,0-1 0,0 0 0,0 1 0,0-1 0,0 0 0,0-1 0,0 1 0,0-1 0,1 1 0,-1-1 0,0 0 0,1 0 0,-1 0 0,0-1 0,0 1 0,1-1 0,-1 0 0,0 0 0,0 0 0,0 0 0,0 0 0,0-1 0,3-1 0,-2 0 0,-1 0 0,0-1 0,0 1 0,-1-1 0,1 1 0,-1-1 0,1 0 0,-1 0 0,0 0 0,0 0 0,-1 0 0,0 0 0,1 0 0,-1-1 0,0 1 0,-1 0 0,1-1 0,-1-7 0,0 1 0,0 0 0,0 0 0,-1 0 0,-1-1 0,1 1 0,-6-15 0,-23-55-1365,27 72-5461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24.7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24575,'11'34'0,"-3"-15"0,-1 14 0,6 53 0,-3-11 0,-6-52 0,-3-13 0,0 0 0,1 0 0,1-1 0,6 18 0,-8-24 0,0-1 0,0 0 0,1 0 0,-1 0 0,1 0 0,0 0 0,-1 0 0,1 0 0,0 0 0,0-1 0,0 1 0,0-1 0,0 1 0,0-1 0,1 0 0,-1 0 0,0 0 0,1 0 0,-1 0 0,1 0 0,-1-1 0,1 1 0,3-1 0,23 1 120,-29-1-130,0 0 1,0 0-1,0 0 1,0 0-1,0 0 1,0 0-1,0-1 0,0 1 1,0 0-1,0 0 1,0 0-1,0 0 1,0 0-1,0 0 0,0 0 1,0 0-1,0 0 1,0 0-1,0 0 1,0 0-1,-17-1-1274,2 1-5542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25.4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 24575,'0'-2'0,"4"0"0,6-1 0,5 1 0,4 1 0,0 0 0,1-1 0,-2-2 0,-1-3 0,-3-1 0,-3 2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28.8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 24575,'2'0'0,"0"3"0,1 4 0,-1 3 0,-1 3 0,0 2 0,-3 2 0,-4 6 0,-1 0 0,1-1 0,-1-4 0,-1-2 0,0 0 0,0-4-8191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30.4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5 24575,'0'-1'0,"-1"1"0,1-1 0,0 1 0,-1 0 0,1 0 0,0-1 0,-1 1 0,1 0 0,-1 0 0,1 0 0,-1-1 0,1 1 0,-1 0 0,1 0 0,0 0 0,-1 0 0,1 0 0,-1 0 0,1 0 0,-1 0 0,1 0 0,-1 0 0,1 0 0,-1 0 0,1 0 0,-1 0 0,1 1 0,-1-1 0,1 0 0,0 0 0,-1 0 0,1 1 0,-1-1 0,1 0 0,0 1 0,-1-1 0,1 0 0,0 1 0,-1-1 0,1 0 0,0 1 0,-1-1 0,1 0 0,0 1 0,0-1 0,0 1 0,-1-1 0,1 1 0,0-1 0,0 1 0,0-1 0,0 1 0,0-1 0,0 1 0,0-1 0,0 0 0,0 1 0,0 0 0,0 1 0,-1-1 0,1 1 0,0 0 0,0-1 0,0 1 0,0 0 0,0-1 0,0 1 0,0 0 0,0-1 0,1 1 0,-1 0 0,1-1 0,-1 1 0,1-1 0,-1 1 0,1-1 0,2 3 0,3 0 0,0-1 0,0 0 0,1-1 0,0 1 0,-1-1 0,1-1 0,0 1 0,9 0 0,2 1 0,-1 1 0,-12-4 0,0 1 0,-1 0 0,1 0 0,0 1 0,-1-1 0,1 1 0,6 4 0,-10-5 0,1 0 0,-1 1 0,1-1 0,-1 1 0,0-1 0,0 1 0,0-1 0,0 1 0,0 0 0,0-1 0,-1 1 0,1 0 0,0 0 0,-1 0 0,0 0 0,1 0 0,-1 0 0,0-1 0,0 1 0,0 0 0,0 0 0,0 0 0,-1 3 0,0-2 0,0 0 0,0 0 0,0 0 0,0 0 0,-1-1 0,0 1 0,1 0 0,-1-1 0,0 1 0,0-1 0,0 0 0,0 1 0,-1-1 0,1 0 0,-1 0 0,1-1 0,-1 1 0,0 0 0,0-1 0,1 0 0,-1 0 0,0 0 0,-5 2 0,-8 1 0,0 1 0,0-2 0,-17 2 0,5-3-682,-47-1-1,64-2-6143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35.1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235 1 24575,'-1'0'0,"-1"0"0,-1-1 0,1 1 0,-1 0 0,1 0 0,-1 1 0,1-1 0,0 1 0,-1-1 0,1 1 0,0 0 0,-1-1 0,1 1 0,0 0 0,0 1 0,0-1 0,0 0 0,0 1 0,0-1 0,0 1 0,0-1 0,0 1 0,1 0 0,-1 0 0,1 0 0,-1 0 0,1 0 0,0 0 0,-2 4 0,2-3 0,0 0 0,0 0 0,0 0 0,1 0 0,-1 0 0,1 0 0,0 0 0,0 0 0,0 0 0,0 0 0,0 0 0,1 0 0,-1 0 0,1 0 0,0 0 0,2 5 0,-1-6 0,-1 0 0,1 0 0,0-1 0,0 1 0,0 0 0,0-1 0,0 1 0,0-1 0,1 1 0,-1-1 0,0 0 0,1 0 0,-1 0 0,1 0 0,-1-1 0,1 1 0,0-1 0,4 1 0,36 0 0,-34-1 0,0 0 0,0 1 0,0-1 0,9 3 0,-16-2 0,0 0 0,0 0 0,-1 1 0,1-1 0,0 0 0,-1 1 0,1-1 0,-1 1 0,1 0 0,-1-1 0,1 1 0,-1 0 0,0 0 0,0 0 0,0 0 0,0 0 0,-1 0 0,1 0 0,0 0 0,-1 0 0,1 1 0,-1-1 0,0 0 0,0 0 0,0 0 0,0 1 0,0 2 0,0-1 0,0 0 0,-1 0 0,1 0 0,-1-1 0,1 1 0,-1 0 0,0 0 0,0-1 0,-1 1 0,1-1 0,-1 1 0,0-1 0,0 0 0,0 1 0,-4 4 0,-4-2 0,0 0 0,0 0 0,0-1 0,-1 0 0,0 0 0,0-2 0,0 1 0,-14 1 0,-4 1 0,-61 3 0,76-8-118,7 0 168,-1-1 1,1 0-1,0 0 0,-14-3 1,20 3-109,-1-1 1,0 1-1,1-1 0,-1 1 1,1-1-1,-1 0 0,1 0 1,-1 1-1,1-1 0,0 0 1,-1 0-1,1-1 0,0 1 1,0 0-1,0 0 0,0-1 1,0 1-1,0 0 1,0-1-1,0 1 0,1-1 1,-1 1-1,0-1 0,1 0 1,-1-2-1,-1-8-6768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40.5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35 24575,'0'0'0,"0"0"0,0 0 0,0 0 0,0 0 0,0 0 0,0 0 0,0 0 0,1 0 0,-1 1 0,0-1 0,0 0 0,0 0 0,0 0 0,0 0 0,0 0 0,0 0 0,0 0 0,1 0 0,-1 0 0,0 0 0,0 0 0,0 0 0,0 0 0,0 0 0,0 0 0,0 0 0,0 0 0,1-1 0,-1 1 0,0 0 0,0 0 0,0 0 0,0 0 0,0 0 0,0 0 0,0 0 0,0 0 0,0 0 0,0 0 0,0 0 0,1 0 0,-1-1 0,4 14 0,-2 43 0,1 14 0,-3-68 0,0-1 0,1 0 0,-1 1 0,0-1 0,1 0 0,-1 0 0,1 1 0,-1-1 0,1 0 0,0 0 0,0 0 0,-1 0 0,1 0 0,0 0 0,0 0 0,0 0 0,0 0 0,0 0 0,0 0 0,0-1 0,1 1 0,-1 0 0,2 0 0,1 0 0,-1 0 0,0-1 0,1 1 0,-1-1 0,1 0 0,-1 0 0,1 0 0,-1 0 0,5-1 0,8-3 0,0 0 0,0-1 0,15-8 0,-26 11 0,0 1 0,0-1 0,0-1 0,-1 1 0,1-1 0,0 0 0,-1 0 0,0 0 0,0 0 0,0-1 0,0 0 0,4-4 0,-7 5 0,1 0 0,-1 0 0,1 0 0,-1 0 0,0-1 0,0 1 0,0 0 0,-1-1 0,1 1 0,-1 0 0,0-1 0,0 1 0,0-1 0,0 1 0,-1 0 0,1-1 0,-1 1 0,-1-5 0,0 2 0,1 3 0,0 0 0,0 0 0,0-1 0,0 1 0,1 0 0,-1-1 0,1 1 0,0 0 0,0-1 0,0 1 0,0-1 0,1 1 0,-1 0 0,1-1 0,2-5 0,-3 9 0,0 0 0,0 0 0,0 0 0,0 0 0,0 0 0,1-1 0,-1 1 0,0 0 0,0 0 0,0 0 0,0 0 0,0 0 0,0 0 0,1 0 0,-1 0 0,0 0 0,0 0 0,0-1 0,0 1 0,0 0 0,1 0 0,-1 0 0,0 0 0,0 0 0,0 0 0,0 0 0,1 0 0,-1 0 0,0 0 0,0 0 0,0 1 0,0-1 0,1 0 0,-1 0 0,0 0 0,0 0 0,0 0 0,0 0 0,0 0 0,0 0 0,1 0 0,-1 0 0,0 1 0,0-1 0,7 10 0,4 19 0,-9-24 0,15 36-1365,-8-22-5461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41.9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96 24575,'1'0'0,"0"0"0,0 0 0,0 0 0,0 1 0,0-1 0,0 1 0,0-1 0,-1 0 0,1 1 0,0 0 0,0-1 0,0 1 0,0-1 0,-1 1 0,1 0 0,0 0 0,-1-1 0,1 1 0,-1 0 0,1 0 0,-1 0 0,1 0 0,-1 0 0,1 0 0,-1 0 0,0 0 0,1-1 0,-1 1 0,0 0 0,0 0 0,0 2 0,2 39 0,-2-28 0,0-12 0,0-1 0,0 1 0,0-1 0,0 1 0,0-1 0,0 1 0,0-1 0,1 1 0,-1-1 0,1 1 0,-1-1 0,1 1 0,-1-1 0,1 0 0,1 3 0,-1-4 0,0 0 0,-1-1 0,1 1 0,0-1 0,-1 1 0,1 0 0,-1-1 0,1 1 0,-1-1 0,1 1 0,-1-1 0,1 1 0,-1-1 0,0 0 0,1 1 0,-1-1 0,0 1 0,1-1 0,-1 0 0,0 1 0,0-1 0,1-1 0,15-54 0,-13 43 0,12-47 0,-15 58 0,1 0 0,0-1 0,0 1 0,0 0 0,0 0 0,0 0 0,0-1 0,1 1 0,-1 0 0,1 1 0,-1-1 0,1 0 0,0 0 0,0 1 0,-1-1 0,1 1 0,0-1 0,1 1 0,-1 0 0,2-1 0,-2 2 0,0 0 0,0 0 0,0 0 0,-1 0 0,1 0 0,0 0 0,0 0 0,0 1 0,0-1 0,-1 1 0,1 0 0,0-1 0,-1 1 0,1 0 0,0 0 0,-1 0 0,1 0 0,-1 0 0,0 0 0,1 1 0,-1-1 0,0 0 0,1 1 0,-1-1 0,0 1 0,0 0 0,0-1 0,-1 1 0,1-1 0,0 1 0,-1 0 0,2 2 0,1 7 0,1 0 0,-1 0 0,2 19 0,6 70 0,16-180 0,-21 57 0,14-39 0,-19 58 0,1 0 0,0 0 0,0 0 0,0 1 0,0-1 0,0 0 0,1 1 0,0 0 0,0-1 0,0 1 0,5-4 0,-7 7 0,0-1 0,0 1 0,0-1 0,0 1 0,0 0 0,0-1 0,0 1 0,0 0 0,0 0 0,0 0 0,0 0 0,0 0 0,0 0 0,0 0 0,0 0 0,0 0 0,0 0 0,0 0 0,0 1 0,1-1 0,-1 0 0,-1 1 0,1-1 0,0 1 0,0-1 0,0 1 0,0 0 0,0-1 0,0 1 0,0 0 0,-1 0 0,1-1 0,0 1 0,-1 0 0,1 0 0,-1 0 0,1 0 0,-1 0 0,1 0 0,-1 0 0,1 0 0,-1 0 0,0 2 0,4 7 0,0 0 0,-1 0 0,2 15 0,-3-16 0,21 130 0,-17-125-1365,0-4-5461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43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24575,'2'0'0,"-1"0"0,0 0 0,1 1 0,-1-1 0,1 1 0,-1-1 0,0 1 0,1-1 0,-1 1 0,0 0 0,0-1 0,0 1 0,1 0 0,-1 0 0,0 0 0,0 0 0,0 0 0,0 0 0,0 0 0,-1 0 0,1 0 0,0 1 0,-1-1 0,1 0 0,0 1 0,-1-1 0,1 0 0,-1 1 0,0-1 0,1 0 0,-1 4 0,1 6 0,0 0 0,0 0 0,-2 14 0,1-8 0,0 54 0,-1-56 0,1-48 0,-1-9 0,0 22 0,0 0 0,2 0 0,3-24 0,-4 42 0,1 1 0,-1-1 0,0 1 0,1-1 0,-1 1 0,1-1 0,-1 1 0,1 0 0,0-1 0,0 1 0,-1 0 0,1-1 0,2-1 0,-2 3 0,-1 0 0,0-1 0,1 1 0,-1 0 0,1 0 0,-1 0 0,1-1 0,-1 1 0,1 0 0,-1 0 0,1 0 0,-1 0 0,1 0 0,-1 0 0,1 0 0,-1 0 0,1 0 0,-1 0 0,1 0 0,-1 0 0,1 1 0,-1-1 0,1 0 0,-1 0 0,1 0 0,0 1 0,1 1 0,0 0 0,1 0 0,-1 0 0,0 0 0,0 0 0,-1 0 0,1 1 0,0-1 0,-1 1 0,0-1 0,1 1 0,0 3 0,9 43 0,-10-42 0,0 1 0,0-1 0,1 0 0,0 1 0,0-1 0,1 0 0,5 10 0,-8-17 0,0 1 0,0-1 0,0 0 0,0 0 0,0 0 0,1 0 0,-1 1 0,0-1 0,0 0 0,0 0 0,0 0 0,0 0 0,0 0 0,0 1 0,0-1 0,0 0 0,1 0 0,-1 0 0,0 0 0,0 0 0,0 0 0,0 1 0,0-1 0,1 0 0,-1 0 0,0 0 0,0 0 0,0 0 0,0 0 0,1 0 0,-1 0 0,0 0 0,0 0 0,0 0 0,0 0 0,1 0 0,-1 0 0,0 0 0,0 0 0,0 0 0,1 0 0,-1 0 0,0 0 0,0 0 0,0 0 0,0-1 0,0 1 0,1 0 0,-1 0 0,0 0 0,0 0 0,0 0 0,0 0 0,0 0 0,1-1 0,3-14 0,-1-19 0,-3 17 0,-1 6 0,1 0 0,1 0 0,0 0 0,3-15 0,-3 24 0,-1 1 0,0-1 0,1 1 0,-1-1 0,1 0 0,-1 1 0,1-1 0,0 1 0,0-1 0,0 1 0,0 0 0,0-1 0,0 1 0,0 0 0,0 0 0,0 0 0,1 0 0,-1 0 0,0 0 0,1 0 0,-1 0 0,1 0 0,-1 1 0,1-1 0,-1 0 0,1 1 0,-1-1 0,1 1 0,0 0 0,-1 0 0,1-1 0,0 1 0,-1 0 0,1 1 0,3-1 0,-3 1 0,0 0 0,0-1 0,-1 1 0,1 0 0,0 0 0,0 1 0,-1-1 0,1 0 0,-1 0 0,1 1 0,-1-1 0,1 1 0,-1-1 0,0 1 0,0 0 0,0-1 0,0 1 0,0 0 0,0 0 0,0 0 0,-1 0 0,1 2 0,12 53 0,-9-37 0,-2-13 20,-1 0 0,1 0 0,1 0 0,-1-1 0,6 11 0,-6-15-113,0 1 0,0-1 1,0 0-1,0 0 0,0 1 0,0-1 0,1 0 0,-1-1 1,0 1-1,1 0 0,0-1 0,-1 1 0,1-1 1,0 0-1,3 1 0,8 1-6733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45.4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13 24575,'0'0'0,"0"-1"0,0 1 0,0-1 0,0 1 0,0-1 0,0 1 0,0-1 0,0 1 0,-1-1 0,1 1 0,0-1 0,0 1 0,0-1 0,-1 1 0,1 0 0,0-1 0,-1 1 0,1-1 0,0 1 0,-1 0 0,1-1 0,0 1 0,-1 0 0,1-1 0,-1 1 0,1 0 0,-1 0 0,1-1 0,-1 1 0,1 0 0,-1 0 0,1 0 0,-1 0 0,1 0 0,-1 0 0,1 0 0,-1 0 0,1 0 0,-1 0 0,1 0 0,-1 0 0,1 0 0,-1 0 0,1 0 0,-1 0 0,1 0 0,-1 1 0,1-1 0,0 0 0,-1 0 0,1 1 0,-1-1 0,1 0 0,-1 1 0,1-1 0,0 0 0,-1 1 0,-25 19 0,23-16 0,-1 1 0,1 0 0,0 0 0,1 0 0,-1 0 0,1 0 0,0 0 0,0 1 0,1-1 0,0 0 0,0 1 0,-1 10 0,2-14 0,0 0 0,0 0 0,0 0 0,0 0 0,0 0 0,1 0 0,-1 0 0,1 0 0,-1 0 0,1 0 0,0 0 0,0 0 0,0-1 0,0 1 0,0 0 0,0 0 0,0-1 0,1 1 0,-1-1 0,1 1 0,-1-1 0,1 0 0,-1 0 0,1 1 0,0-1 0,0 0 0,-1 0 0,1-1 0,0 1 0,0 0 0,0-1 0,0 1 0,0-1 0,0 1 0,0-1 0,0 0 0,3 0 0,-1 0 0,11 1 0,0 0 0,0-2 0,0 0 0,17-3 0,-29 4 0,-1-1 0,1 0 0,0 0 0,-1 0 0,1 0 0,-1 0 0,1 0 0,-1-1 0,0 1 0,1-1 0,-1 0 0,4-3 0,-5 3 0,0 1 0,-1-1 0,1 1 0,0-1 0,0 0 0,-1 1 0,1-1 0,-1 0 0,1 1 0,-1-1 0,0 0 0,0 0 0,0 0 0,0 1 0,0-1 0,0 0 0,0 0 0,-1 0 0,1 1 0,-1-1 0,1 0 0,-2-1 0,1 0 0,-1 1 0,0-1 0,0 1 0,1-1 0,-2 1 0,1 0 0,0 0 0,0 0 0,-1 0 0,1 1 0,-1-1 0,0 0 0,1 1 0,-1 0 0,0 0 0,0 0 0,0 0 0,0 0 0,0 0 0,-3 0 0,2 0 0,1 1 0,-1-1 0,0 0 0,0 1 0,0 0 0,0 0 0,0 0 0,0 1 0,0-1 0,0 1 0,0 0 0,1 0 0,-1 0 0,0 1 0,-4 1 0,8-2-29,-1 0-1,1 0 0,-1-1 1,1 1-1,0 0 1,-1 0-1,1 0 1,0 0-1,0 0 0,0-1 1,0 1-1,0 0 1,0 0-1,0 0 0,0 0 1,0 0-1,0 0 1,0 0-1,0-1 0,1 1 1,-1 0-1,0 0 1,1 0-1,-1 0 0,1-1 1,-1 1-1,1 0 1,-1 0-1,1-1 1,-1 1-1,1 0 0,0-1 1,1 2-1,-2-1-329,9 9-6467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46.8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0 271 24575,'15'0'0,"-1"-1"0,1-1 0,0 0 0,-1-1 0,26-9 0,-33 10 0,-1 0 0,-1-1 0,1 0 0,0 0 0,-1 0 0,1 0 0,-1-1 0,0 0 0,0 0 0,0-1 0,-1 1 0,0-1 0,1 0 0,-2 0 0,7-10 0,-8 10 0,-1 0 0,0 0 0,-1 0 0,1 0 0,-1 0 0,0 0 0,0 0 0,0 0 0,0 0 0,-1 0 0,0 1 0,0-1 0,-1 0 0,-3-9 0,2 6 0,-1-1 0,0 1 0,-1-1 0,1 1 0,-2 1 0,1-1 0,-7-7 0,8 12 0,-1 0 0,1 1 0,0-1 0,-1 1 0,0-1 0,1 1 0,-1 1 0,0-1 0,-6 0 0,8 1 0,1 0 0,-1 1 0,0 0 0,0 0 0,1 0 0,-1 0 0,0 0 0,-4 2 0,6-2 0,0 0 0,0 0 0,0 1 0,0-1 0,0 1 0,0-1 0,0 1 0,1-1 0,-1 1 0,0 0 0,0-1 0,1 1 0,-1 0 0,1-1 0,-1 1 0,0 0 0,1 0 0,-1 0 0,1 0 0,0 0 0,-1-1 0,1 1 0,-1 2 0,1-2 0,0 0 0,0 0 0,-1 0 0,1 0 0,0 0 0,0 0 0,0 0 0,1 0 0,-1 0 0,0 0 0,0 0 0,0 0 0,1 0 0,-1 0 0,0-1 0,1 1 0,-1 0 0,1 0 0,-1 0 0,1 0 0,0-1 0,-1 1 0,1 0 0,0 0 0,1 0 0,0 1 0,1-1 0,-1 1 0,1-1 0,0 0 0,-1 0 0,1 0 0,0 0 0,5 1 0,3-1 0,-1 0 0,0-1 0,1 0 0,11-1 0,-16 0 0,0 1 0,0-1 0,0 0 0,-1-1 0,1 1 0,0-1 0,0 0 0,-1-1 0,1 1 0,-1-1 0,0 0 0,0 0 0,0-1 0,0 0 0,-1 0 0,1 0 0,4-6 0,-9 9 0,1 1 0,-1 0 0,0 0 0,0 0 0,0 0 0,0 0 0,0-1 0,0 1 0,0 0 0,1 0 0,-1 0 0,0 0 0,0 0 0,0 0 0,0-1 0,1 1 0,-1 0 0,0 0 0,0 0 0,0 0 0,0 0 0,1 0 0,-1 0 0,0 0 0,0 0 0,0 0 0,1 0 0,-1 0 0,0 0 0,0 0 0,0 0 0,1 0 0,-1 0 0,0 0 0,0 0 0,0 0 0,0 0 0,1 1 0,-1-1 0,0 0 0,0 0 0,0 0 0,0 0 0,1 0 0,-1 0 0,0 0 0,0 1 0,0-1 0,0 0 0,0 0 0,0 0 0,0 0 0,0 1 0,1-1 0,-1 0 0,0 0 0,6 20 0,2 22 0,-3-4 0,0-5 0,1 41 0,-11-54-1365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47.7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24575,'0'-2'0,"3"0"0,4 1 0,0 4 0,1 4 0,0 4 0,0 5 0,-2 1 0,-1 3 0,0 0 0,0-2 0,0-6 0,-2-6 0,0-8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48.3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360 1 24575,'1'0'0,"-1"1"0,1-1 0,0 1 0,-1-1 0,1 1 0,0-1 0,-1 1 0,1-1 0,-1 1 0,1 0 0,-1-1 0,0 1 0,1 0 0,-1 0 0,0-1 0,1 1 0,-1 0 0,0 0 0,0-1 0,1 1 0,-1 0 0,0 0 0,0 0 0,0-1 0,0 1 0,0 1 0,0 25 0,-2-9 0,0 0 0,-2 0 0,0-1 0,-12 32 0,-35 69 0,24-60 0,-25 63 0,6-12 0,-4-3 0,-66 104 0,178-294-1365,-50 68-5461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55.6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 24575,'-1'65'0,"0"53"0,2-104 0,0-1 0,1 0 0,1 1 0,0-1 0,1 0 0,7 17 0,-10-28 4,-1-1-1,1 1 1,1 0-1,-1 0 1,0 0-1,0-1 1,1 1-1,-1-1 1,1 1-1,-1-1 1,1 1 0,0-1-1,-1 0 1,1 0-1,0 0 1,0 0-1,0 0 1,0 0-1,0-1 1,0 1-1,0-1 1,0 1-1,0-1 1,0 0-1,0 1 1,0-1-1,1 0 1,-1-1-1,0 1 1,0 0-1,0-1 1,0 1-1,3-2 1,1 0-153,0 0 1,0-1-1,0 1 1,0-1-1,-1-1 1,1 1-1,-1-1 1,0 0-1,8-8 1,-3 1-6678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56.2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88 24575,'4'-2'0,"4"-1"0,9-2 0,2-4 0,8 1 0,8-4 0,2 0 0,1 2 0,2 2 0,-4 4 0,-5 0 0,-6-2 0,-7 1-8191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58.1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129 136 24575,'-33'-1'0,"22"0"0,1 0 0,-1 1 0,0 1 0,0 0 0,-15 3 0,25-4 0,1 0 0,-1 0 0,0 1 0,0-1 0,0 0 0,0 1 0,1-1 0,-1 1 0,0-1 0,1 1 0,-1-1 0,0 1 0,1 0 0,-1-1 0,0 1 0,1 0 0,-1-1 0,1 1 0,-1 0 0,1 0 0,0-1 0,-1 1 0,1 0 0,0 0 0,0 0 0,-1 0 0,1 0 0,0-1 0,0 1 0,0 0 0,0 0 0,0 0 0,0 0 0,0 0 0,0 0 0,1 0 0,-1-1 0,0 1 0,0 0 0,1 0 0,-1 0 0,1-1 0,-1 1 0,1 0 0,-1 0 0,1-1 0,-1 1 0,1 0 0,-1-1 0,2 2 0,0 1 0,1 0 0,-1 0 0,1 0 0,0 0 0,0-1 0,0 1 0,0-1 0,0 0 0,1 1 0,4 1 0,-4-3 0,0 1 0,0-1 0,0 0 0,0-1 0,0 1 0,0-1 0,0 0 0,0 0 0,0 0 0,1 0 0,-1-1 0,0 1 0,0-1 0,0 0 0,0 0 0,-1-1 0,1 1 0,0-1 0,-1 0 0,1 0 0,0 0 0,-1 0 0,0-1 0,0 0 0,4-3 0,-6 5 0,1 0 0,-1 0 0,0 0 0,0 0 0,1 1 0,-1-1 0,0 0 0,1 1 0,-1-1 0,1 1 0,-1-1 0,1 1 0,-1 0 0,1 0 0,-1 0 0,3 0 0,-2 0 0,-1 0 0,1 0 0,-1 0 0,1 0 0,-1-1 0,1 1 0,-1 0 0,0-1 0,1 1 0,-1-1 0,1 1 0,-1-1 0,0 0 0,1 0 0,-1 1 0,0-1 0,0 0 0,0 0 0,0 0 0,1 0 0,-2-1 0,3-1 0,3-7 0,-1 0 0,1 0 0,-2-1 0,0 1 0,0-1 0,-1 0 0,0-1 0,0 1 0,-2 0 0,1-1 0,-1-13 0,3 11 0,3 20 0,5 22 0,-3 4 0,-2 0 0,5 59 0,-22-123 0,9 24 0,1 1 0,-1-1 0,1 1 0,0-1 0,1 0 0,2-10 0,-2 16 0,0-1 0,0 1 0,0 0 0,0 0 0,0 0 0,1 0 0,-1 0 0,1 0 0,-1 0 0,1 0 0,0 0 0,0 1 0,0-1 0,0 1 0,0-1 0,0 1 0,0 0 0,1 0 0,-1 0 0,0 0 0,1 0 0,4-1 0,3 0 0,0-2 0,0 2 0,1-1 0,-1 1 0,1 1 0,15-1 0,-22 2 0,-1 1 0,1-1 0,-1 1 0,0 0 0,1 0 0,-1 0 0,0 0 0,0 1 0,0-1 0,0 1 0,0 0 0,0 0 0,0 0 0,-1 0 0,1 0 0,-1 1 0,1-1 0,-1 1 0,0 0 0,0-1 0,2 6 0,0-1 0,0 1 0,-1 0 0,0 1 0,-1-1 0,0 0 0,0 1 0,-1-1 0,0 1 0,0-1 0,-1 10 0,-1-15 0,1 0 0,0-1 0,0 1 0,-1 0 0,0 0 0,0 0 0,1 0 0,-2 0 0,1-1 0,0 1 0,0 0 0,-1-1 0,-3 5 0,3-5 0,1-1 0,-1 0 0,0 0 0,1 0 0,-1 0 0,0 0 0,0 0 0,0 0 0,0-1 0,1 1 0,-1-1 0,0 0 0,0 1 0,0-1 0,0 0 0,0 0 0,0 0 0,0 0 0,0 0 0,0-1 0,0 1 0,0-1 0,-2 0 0,2 1-52,1-1-1,0 0 1,-1 1-1,1-1 1,0 0-1,-1 0 1,1 1-1,0-1 1,0 0-1,0 0 1,-1 0-1,1-1 1,0 1-1,1 0 1,-1 0-1,0 0 1,0-1-1,0 1 1,1 0-1,-1-1 1,1 1-1,-1-1 1,1 1-1,0-1 0,-1-1 1,0-6-6774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58.7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24575,'0'2'0,"0"4"0,0 5 0,8 11 0,1 4 0,0 2 0,-1 1 0,-1-1 0,-2-3 0,1 0 0,1-2 0,2-2 0,3-1 0,-2-3 0,-2-5-8191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8:59.5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0 117 24575,'1'-2'0,"-1"1"0,1-1 0,-1 0 0,1 0 0,-1 1 0,1-1 0,0 1 0,0-1 0,0 1 0,0-1 0,0 1 0,0-1 0,0 1 0,1 0 0,1-2 0,25-19 0,-19 16 0,-4 2 0,-1 0 0,1 0 0,-1-1 0,0 1 0,6-9 0,-10 13 0,1-1 0,-1 1 0,1-1 0,-1 0 0,0 1 0,1-1 0,-1 0 0,0 1 0,1-1 0,-1 0 0,0 1 0,0-1 0,0 0 0,1 1 0,-1-1 0,0 0 0,0 0 0,0 1 0,0-1 0,0 0 0,-1 0 0,1 1 0,0-1 0,0 0 0,0 1 0,0-1 0,-1 0 0,1 1 0,0-1 0,-1 0 0,1 1 0,-1-1 0,1 1 0,-1-1 0,1 0 0,-1 1 0,1-1 0,-1 1 0,1 0 0,-1-1 0,1 1 0,-1-1 0,0 1 0,1 0 0,-1 0 0,0-1 0,1 1 0,-1 0 0,0 0 0,0 0 0,1 0 0,-1-1 0,0 1 0,0 0 0,1 0 0,-1 1 0,0-1 0,-1 0 0,1 0 0,-1 0 0,1 0 0,0 1 0,-1-1 0,1 1 0,-1-1 0,1 0 0,0 1 0,-1 0 0,1-1 0,0 1 0,-1 0 0,1 0 0,0 0 0,0 0 0,0 0 0,0 0 0,0 0 0,0 0 0,0 0 0,0 0 0,0 1 0,1-1 0,-1 0 0,0 1 0,1-1 0,-1 0 0,1 1 0,-1-1 0,1 1 0,0-1 0,0 3 0,-2 7 0,0 0 0,1 0 0,0 12 0,1-18 0,-1 12 0,1 37 0,0-51 0,0 0 0,0 0 0,1-1 0,-1 1 0,1 0 0,0 0 0,-1-1 0,2 1 0,-1 0 0,0-1 0,0 1 0,1-1 0,-1 0 0,4 4 0,-4-5-36,0 0 0,1 0 0,-1 0 1,1 0-1,-1-1 0,1 1 0,0-1 0,-1 1 0,1-1 0,-1 1 0,1-1 0,0 0 0,0 0 0,-1 0 0,1 0 0,0 0 0,-1 0 1,1 0-1,0 0 0,-1-1 0,1 1 0,0-1 0,-1 1 0,1-1 0,-1 0 0,1 1 0,-1-1 0,1 0 0,-1 0 0,0 0 0,1 0 1,-1-1-1,0 1 0,0 0 0,0 0 0,0-1 0,2-1 0,1-7-6790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19:00.8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24575,'3'5'0,"0"-1"0,0 1 0,-1 0 0,0 0 0,0 0 0,0 0 0,0 1 0,-1-1 0,2 10 0,3 12 0,2-2 0,3 5 0,-2 0 0,10 55 0,-14-65-1365,0-11-5461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0:52.1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24575,'-2'0'0,"1"0"0,5 2 0,3 0 0,4 1 0,4-2 0,1 1 0,0-1 0,-2-1 0,0 0 0,-2 0 0,-1 0 0,0 0 0,2 0 0,0 0 0,-1 0 0,-1 0-8191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0:53.1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172 1 24575,'-2'4'0,"0"0"0,1 0 0,-1 1 0,1-1 0,0 1 0,0-1 0,0 1 0,1 0 0,-1-1 0,1 1 0,0 0 0,2 6 0,-2 4 0,1 36 0,1-35 0,-2 0 0,0 0 0,-1-1 0,-4 26 0,4-39 0,1 0 0,-1-1 0,0 1 0,0-1 0,-1 0 0,1 1 0,0-1 0,0 0 0,-1 0 0,1 0 0,-1 0 0,1 0 0,-1 0 0,1 0 0,-1 0 0,1-1 0,-1 1 0,0 0 0,0-1 0,1 0 0,-1 1 0,0-1 0,0 0 0,1 0 0,-1 0 0,-2 0 0,-54-3 0,51 2 0,-37-10-1365,36 8-5461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0:55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27 24575,'0'-2'0,"-1"1"0,1 0 0,-1-1 0,1 1 0,-1 0 0,1 0 0,-1-1 0,0 1 0,0 0 0,0 0 0,1 0 0,-1 0 0,0 0 0,0 0 0,0 0 0,-1 0 0,1 0 0,0 0 0,0 1 0,0-1 0,-1 0 0,1 1 0,0-1 0,-1 1 0,1 0 0,0-1 0,-1 1 0,1 0 0,-1 0 0,1 0 0,0 0 0,-1 0 0,1 0 0,-1 0 0,1 0 0,0 1 0,-1-1 0,1 0 0,0 1 0,-1-1 0,1 1 0,0 0 0,0-1 0,-1 1 0,1 0 0,0 0 0,0 0 0,0 0 0,0 0 0,0 0 0,0 0 0,0 0 0,0 0 0,1 0 0,-2 2 0,1 2 0,-1 0 0,1 1 0,1-1 0,-1 0 0,1 1 0,0-1 0,0 1 0,0-1 0,1 0 0,0 1 0,0-1 0,2 7 0,-2-9 0,0 0 0,0 1 0,1-1 0,-1 0 0,1 0 0,0 0 0,0 0 0,0 0 0,0 0 0,0-1 0,0 1 0,1-1 0,0 1 0,-1-1 0,1 0 0,0 0 0,0 0 0,0 0 0,6 2 0,-8-4 0,0 0 0,0 0 0,0 0 0,0 0 0,0 1 0,0-2 0,0 1 0,0 0 0,1 0 0,-1 0 0,0 0 0,0-1 0,0 1 0,0 0 0,0-1 0,0 1 0,0-1 0,0 1 0,0-1 0,-1 0 0,1 1 0,0-1 0,0 0 0,0 0 0,-1 0 0,1 1 0,0-1 0,-1 0 0,1 0 0,-1 0 0,1 0 0,-1 0 0,1 0 0,-1 0 0,0 0 0,1 0 0,-1 0 0,0 0 0,0 0 0,0-1 0,0-1 0,2-49 0,-2 45 0,4 22 0,-3-10 0,0 0 0,1 1 0,0-1 0,0 0 0,0 0 0,1-1 0,5 9 0,-8-13 0,1 1 0,-1 0 0,1 0 0,0-1 0,-1 1 0,1 0 0,0-1 0,0 1 0,-1-1 0,1 1 0,0-1 0,0 1 0,0-1 0,0 0 0,0 1 0,0-1 0,0 0 0,-1 0 0,1 0 0,1 1 0,0-2 0,-1 1 0,0-1 0,1 1 0,-1-1 0,0 1 0,0-1 0,1 0 0,-1 0 0,0 1 0,0-1 0,0 0 0,0 0 0,0 0 0,0 0 0,0 0 0,0 0 0,-1-1 0,2-1 0,1-4 0,-1-1 0,0 1 0,-1-1 0,0 1 0,0-1 0,0 0 0,-1 0 0,-1-11 0,1 19 0,7 50 0,16 61 0,-23-119 0,1 0 0,0-1 0,0 1 0,0 0 0,1 0 0,3-8 0,0-5 0,-3 14 0,-1 0 0,1 0 0,0 1 0,0-1 0,1 1 0,0 0 0,4-7 0,-4 10 0,-1-1 0,1 2 0,0-1 0,0 0 0,1 0 0,-1 1 0,0 0 0,1-1 0,0 1 0,-1 1 0,1-1 0,0 1 0,4-2 0,-1 1 0,-2 0 0,1 0 0,0 0 0,0 1 0,-1-1 0,1 2 0,7-2 0,-12 3 0,0-1 0,0 0 0,1 0 0,-1 0 0,0 1 0,0-1 0,1 0 0,-1 1 0,0 0 0,0-1 0,0 1 0,0-1 0,0 1 0,0 0 0,0 0 0,0 0 0,0 0 0,0 0 0,0 0 0,0 0 0,-1 0 0,1 0 0,0 0 0,-1 0 0,1 0 0,-1 0 0,1 0 0,-1 1 0,1-1 0,-1 0 0,0 0 0,0 1 0,0 1 0,2 44 0,-2-40 0,0 1 0,0 0 0,0-1 0,1 1 0,0 0 0,0-1 0,1 1 0,0-1 0,5 12 0,3-10-1365,1-5-5461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0:56.8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 24575,'0'0'0,"1"-1"0,-1 0 0,1 1 0,-1-1 0,1 0 0,-1 1 0,1-1 0,-1 1 0,1-1 0,0 1 0,-1-1 0,1 1 0,0-1 0,-1 1 0,1 0 0,0-1 0,0 1 0,0 0 0,-1 0 0,1 0 0,0-1 0,0 1 0,0 0 0,-1 0 0,1 0 0,1 1 0,30-2 0,-27 1 0,39-1 0,91 2 0,-127 2-66,-9 1 230,-12 3-1627,1-3-5363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0:57.6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24575,'2'1'0,"2"7"0,1 3 0,-1 6 0,-1 5 0,3 2 0,0-1 0,-1 1 0,-1-2 0,-4-6 0,-1-6-8191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0:58.2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42 24575,'2'-2'0,"4"-1"0,2-1 0,5 0 0,1-1 0,0 0 0,-1-1 0,0 1 0,-1 1 0,-1 1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0:59.2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1 24575,'-3'0'0,"-3"0"0,1-1 0,0 1 0,0 1 0,0-1 0,0 1 0,-6 1 0,10-2 0,-1 1 0,0-1 0,1 1 0,-1 0 0,0-1 0,1 1 0,-1 0 0,1 0 0,0 0 0,-1 0 0,1 0 0,0 1 0,0-1 0,-1 0 0,1 0 0,0 1 0,0-1 0,0 1 0,1-1 0,-1 1 0,0-1 0,1 1 0,-1 0 0,0-1 0,1 1 0,0 0 0,-1-1 0,1 4 0,0-1 0,0-1 0,0 0 0,0 0 0,0 0 0,0 0 0,1 1 0,-1-1 0,1 0 0,0 0 0,0 0 0,0 0 0,1 0 0,-1-1 0,1 1 0,-1 0 0,1-1 0,0 1 0,0-1 0,0 1 0,0-1 0,1 0 0,-1 0 0,4 3 0,-2-3 0,0 0 0,-1-1 0,1 1 0,0-1 0,0 0 0,0 0 0,1 0 0,-1-1 0,0 0 0,0 1 0,0-1 0,0-1 0,1 1 0,-1 0 0,0-1 0,0 0 0,7-2 0,-10 2-59,0 1 0,0-1-1,0 1 1,0-1-1,0 1 1,0-1 0,0 0-1,0 1 1,0-1 0,0 0-1,0 0 1,0 0 0,0 0-1,-1 1 1,1-1-1,0 0 1,-1 0 0,1-1-1,-1 1 1,1 0 0,-1 0-1,1-2 1,1-5-6767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00.2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24575,'3'7'0,"-1"0"0,0 0 0,-1 0 0,1 0 0,-1 0 0,-1 0 0,1 0 0,-1 0 0,-2 10 0,2-7 0,0-1 0,0 1 0,3 16 0,12-57 0,-13 28 0,-1 1 0,1-1 0,0 0 0,0 0 0,0 1 0,1-1 0,-1 1 0,0 0 0,1-1 0,0 1 0,-1 0 0,7-3 0,2 3 0,0 0 0,0 0 0,0 1 0,21 1 0,-29 0 0,0 0 0,0 1 0,0-1 0,0 1 0,0 0 0,0 0 0,0 0 0,-1 0 0,1 0 0,4 3 0,-6-3 0,0-1 0,0 1 0,0 0 0,-1 0 0,1 0 0,0 0 0,-1 0 0,1 0 0,-1 0 0,1 0 0,-1 0 0,1 0 0,-1 0 0,0 0 0,0 0 0,1 0 0,-1 1 0,0-1 0,0 0 0,0 0 0,0 0 0,0 0 0,0 0 0,-1 0 0,1 1 0,0-1 0,0 0 0,-1 1 0,0 0 3,0 0-1,0-1 1,0 1 0,0-1-1,-1 1 1,1-1-1,0 1 1,-1-1-1,1 0 1,0 1-1,-1-1 1,0 0 0,1 0-1,-1 0 1,0 0-1,1 0 1,-1-1-1,0 1 1,0-1 0,0 1-1,0-1 1,0 1-1,0-1 1,-3 0-1,-55 0-424,42-2-585,1 2-5819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02.5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24575,'1'5'0,"2"6"0,-1 4 0,2 5 0,-1 3 0,0 0 0,0-7 0,-2-8 0,0-6 0,-1-6 0,0-4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03.5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 24575,'0'-2'0,"1"0"0,4-1 0,1 1 0,2 1 0,2 0 0,0 1 0,3 0 0,-1 0-8191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04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1 24575,'-2'0'0,"-2"0"0,-3 1 0,1 4 0,-1 3 0,-2 3 0,2 1 0,2 2 0,-1 0 0,1 0 0,2 0 0,-1-4 0,1-4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05.2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24575,'2'0'0,"1"2"0,-1 2 0,1 2 0,1 3 0,-1 0 0,0 2 0,-2 1 0,0 4 0,1 1 0,6 4 0,1 0 0,2-1 0,-2-4 0,-1-3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11.1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35 24575,'-5'-1'0,"0"1"0,1 0 0,-1 0 0,0 1 0,0 0 0,0-1 0,1 2 0,-1-1 0,-7 3 0,10-2 0,0-1 0,1 1 0,-1-1 0,1 1 0,-1 0 0,1 0 0,-1 0 0,1 0 0,0 0 0,0 0 0,0 0 0,0 0 0,0 1 0,1-1 0,-1 0 0,1 0 0,-1 1 0,1-1 0,0 0 0,0 1 0,0 3 0,0 0 0,0 0 0,0 0 0,0 0 0,1 0 0,0 0 0,0 0 0,1 0 0,0-1 0,0 1 0,3 5 0,-4-9 0,0 0 0,0 0 0,0-1 0,0 1 0,1-1 0,-1 1 0,1-1 0,-1 1 0,1-1 0,-1 0 0,1 0 0,0 0 0,0 0 0,-1 0 0,1 0 0,0 0 0,0-1 0,0 1 0,0 0 0,0-1 0,0 0 0,0 0 0,0 1 0,0-1 0,0 0 0,0-1 0,0 1 0,0 0 0,0 0 0,0-1 0,0 0 0,0 1 0,3-2 0,-3 1 0,0 0 0,1-1 0,-1 1 0,0-1 0,0 1 0,0-1 0,0 0 0,0 0 0,0 0 0,0 0 0,0 0 0,-1 0 0,1-1 0,-1 1 0,0 0 0,0-1 0,1-2 0,14-49 0,-12 37 0,-3 22 0,1 0 0,-1 0 0,1 0 0,0 0 0,1 0 0,4 9 0,-3-8 0,-1-1 0,1 1 0,0-1 0,0 0 0,1 0 0,0 0 0,8 6 0,-12-9 0,1-1 0,-1 0 0,1 0 0,0 0 0,-1 0 0,1-1 0,0 1 0,0 0 0,0-1 0,0 1 0,0-1 0,2 1 0,-3-1 0,0 0 0,0-1 0,0 1 0,0 0 0,-1 0 0,1-1 0,0 1 0,0 0 0,0-1 0,0 1 0,0-1 0,-1 1 0,1-1 0,0 0 0,-1 1 0,1-1 0,0 0 0,-1 1 0,1-1 0,-1 0 0,1 0 0,-1 1 0,1-1 0,-1 0 0,1 0 0,-1-2 0,2-3 0,0 0 0,-1-1 0,0 1 0,0-1 0,-1 1 0,0-1 0,0 1 0,-1-1 0,1 1 0,-1-1 0,-1 1 0,1-1 0,-1 1 0,0 0 0,-1 0 0,1 0 0,-1 0 0,-1 0 0,1 0 0,-1 1 0,-6-8 0,10 13 0,0 0 0,0 0 0,0 0 0,0 0 0,0 0 0,-1 0 0,1 0 0,0-1 0,0 1 0,0 0 0,0 0 0,0 0 0,0 0 0,0 0 0,0 0 0,0 0 0,0 0 0,0-1 0,0 1 0,0 0 0,0 0 0,0 0 0,0 0 0,0 0 0,0 0 0,0 0 0,0 0 0,0-1 0,0 1 0,0 0 0,0 0 0,0 0 0,0 0 0,0 0 0,0 0 0,0 0 0,0-1 0,0 1 0,0 0 0,0 0 0,0 0 0,1 0 0,-1 0 0,0 0 0,0 0 0,0 0 0,0 0 0,0 0 0,0 0 0,0 0 0,0 0 0,0 0 0,1-1 0,-1 1 0,11-2 0,25 2 0,-18 0 0,5-5 0,2 1 0,-24 4 0,0 0 0,-1 1 0,1-1 0,0 1 0,0-1 0,-1 1 0,1-1 0,0 1 0,0-1 0,-1 1 0,1 0 0,-1-1 0,1 1 0,-1 0 0,1 0 0,-1-1 0,1 1 0,-1 0 0,0 0 0,1 0 0,-1 0 0,0 0 0,0-1 0,1 1 0,-1 0 0,0 0 0,0 0 0,0 1 0,4 27-682,12 43-1,-12-57-6143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14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115 0 24575,'-21'34'0,"-13"50"0,-11 20 0,35-91-80,5-18 280,6-24-1685,2 16-5341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14.9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 24575,'2'-2'0,"4"4"0,1 2 0,-1 3 0,3 2 0,-1 4 0,2 5 0,0 0 0,-1 1 0,1 1 0,-1-4 0,1 0 0,-5-3 0,-9-3 0,-5-5 0,-4-2 0,-4-1 0,0-2-8191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15.5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 24575,'1'0'0,"5"0"0,10 0 0,5 0 0,1-2 0,-1 0 0,-1 0 0,-2 0 0,-3-1 0,-3-2 0,-1 0 0,-1 0 0,-2 4 0,-1 3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16.2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24575,'1'14'0,"1"0"0,0-1 0,1 1 0,1-1 0,5 17 0,-3-14 0,-1 1 0,4 29 0,-7-6 0,-1-35 0,-2-23 0,1-15-1365,0 18-5461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17.2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 24575,'6'0'0,"0"-1"0,0 0 0,0 0 0,0-1 0,8-3 0,-10 4 0,0-1 0,0 1 0,1-1 0,-1 1 0,1 1 0,-1-1 0,1 0 0,0 1 0,-1 0 0,9 1 0,-12 0 0,0-1 0,1 1 0,-1 0 0,0 0 0,0 0 0,1 0 0,-1 0 0,0 0 0,0 0 0,0 0 0,0 0 0,0 0 0,-1 1 0,1-1 0,0 0 0,-1 1 0,1-1 0,0 0 0,-1 1 0,0-1 0,1 1 0,-1-1 0,0 1 0,0-1 0,0 1 0,0-1 0,0 1 0,0-1 0,0 1 0,-1 2 0,1 0 0,-1 1 0,1-1 0,-1 1 0,0-1 0,-1 1 0,1-1 0,-1 0 0,0 1 0,-2 3 0,0-4-85,1 0 0,-1 0-1,0-1 1,0 1 0,0-1-1,0 0 1,-1 0 0,1 0-1,-1-1 1,1 1 0,-1-1-1,0 0 1,0-1 0,0 1-1,-8 0 1,1 0-6741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18.3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 24575,'1'0'0,"0"1"0,-1-1 0,1 0 0,0 1 0,0-1 0,0 1 0,0-1 0,0 1 0,0-1 0,-1 1 0,1-1 0,0 1 0,0 0 0,-1-1 0,1 1 0,-1 0 0,1 0 0,0 0 0,-1 0 0,1-1 0,-1 1 0,0 0 0,1 0 0,-1 0 0,0 0 0,0 0 0,1 0 0,-1 0 0,0 1 0,3 37 0,-2-28 0,3 5 0,2-20 0,7-34 0,-5 16 0,-7 19-76,1 1 1,0 0-1,0-1 0,0 1 0,0 0 0,0 0 0,0 0 0,0 0 1,1 0-1,-1 1 0,0-1 0,1 1 0,0-1 0,-1 1 1,1 0-1,0 0 0,4-1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19.1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24575,'0'1'0,"0"5"0,0 5 0,0 2 0,0 1 0,0-1 0,0-2-8191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1:19.7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24575,'0'2'0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2:50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156 1 24575,'-4'1'0,"0"4"0,-5 1 0,-1 2 0,-1 4 0,-1-1 0,-2 0 0,0 1 0,1 1 0,-2 0 0,1 1 0,-2 2 0,4-2 0,5-3-8191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2:52.1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367 0 24575,'0'1'0,"0"-1"0,1 0 0,-1 0 0,1 1 0,-1-1 0,0 0 0,1 0 0,-1 1 0,1-1 0,-1 0 0,0 1 0,0-1 0,1 1 0,-1-1 0,0 0 0,0 1 0,1-1 0,-1 1 0,0-1 0,0 1 0,0-1 0,0 1 0,1-1 0,-1 1 0,0-1 0,0 1 0,0-1 0,0 1 0,0-1 0,0 0 0,-1 1 0,1-1 0,0 1 0,0-1 0,0 1 0,0-1 0,-1 1 0,1-1 0,0 1 0,0-1 0,-1 0 0,1 1 0,-1 0 0,-9 21 0,-1-11 0,1 1 0,-1-2 0,-1 1 0,0-2 0,-16 11 0,-19 14 0,24-17 0,-1 0 0,-43 21 0,38-22 0,-41 28 0,68-43 8,1 0 0,0-1 0,0 1-1,-1 1 1,1-1 0,0 0 0,0 0 0,0 0 0,0 1-1,0-1 1,1 0 0,-1 1 0,-1 1 0,2-2-53,0 0 0,1-1 1,-1 1-1,0 0 0,0-1 0,0 1 1,1-1-1,-1 1 0,0 0 1,1-1-1,-1 1 0,0-1 1,1 1-1,-1 0 0,1-1 1,-1 1-1,1-1 0,-1 0 1,1 1-1,-1-1 0,1 1 1,0-1-1,-1 0 0,1 1 0,-1-1 1,1 0-1,0 0 0,-1 0 1,1 1-1,0-1 0,0 0 1,0 0-1,19 5-6781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2:56.8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560 0 24575,'-5'1'0,"0"1"0,0 0 0,0 0 0,0 0 0,1 0 0,-1 1 0,-5 3 0,-8 5 0,-90 53 0,85-48 0,-1-1 0,0-1 0,-1-2 0,-46 18 0,44-23 0,12-3 0,0 0 0,0 0 0,1 2 0,0-1 0,0 2 0,0 0 0,1 1 0,0 0 0,-20 16 0,6 2-1365,18-17-5461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2:57.6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657 0 24575,'-9'2'0,"0"0"0,1 1 0,-1 0 0,0 0 0,1 1 0,0 0 0,0 0 0,0 1 0,0 0 0,-8 8 0,-7 3 0,-19 11 0,12-7 0,-2-1 0,-55 25 0,-218 72 0,301-115 15,0 1 0,0-1 0,0 1 0,1 0 0,-1 1 0,1-1 0,-7 6 0,10-8-20,0 0-1,0 0 1,0 0 0,-1 1 0,1-1-1,0 0 1,0 0 0,0 1-1,0-1 1,0 0 0,0 0-1,-1 1 1,1-1 0,0 0 0,0 1-1,0-1 1,0 0 0,0 0-1,0 1 1,0-1 0,0 0 0,0 1-1,0-1 1,0 0 0,0 0-1,0 1 1,1-1 0,-1 0 0,0 0-1,0 1 1,0-1 0,0 0-1,0 0 1,1 1 0,-1-1 0,0 0-1,0 1 1,22 5-1279,3-4-5542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2:58.2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433 0 24575,'0'0'0,"0"0"0,0 0 0,0 0 0,0 0 0,1 0 0,-1 0 0,0 0 0,0 0 0,0 0 0,0 0 0,0 0 0,0 0 0,1 0 0,-1 0 0,0 0 0,0 1 0,0-1 0,0 0 0,0 0 0,0 0 0,0 0 0,0 0 0,1 0 0,-1 0 0,0 0 0,0 0 0,0 0 0,0 1 0,0-1 0,0 0 0,0 0 0,0 0 0,0 0 0,0 0 0,0 0 0,0 1 0,0-1 0,0 0 0,0 0 0,0 0 0,0 0 0,0 0 0,0 0 0,0 1 0,0-1 0,0 0 0,0 0 0,0 0 0,0 0 0,-5 10 0,-10 7 0,-160 114 0,63-51 0,81-57 0,-59 32 0,82-47 0,17-3 0,22-1 0,-30-4 0,41 2-1365,4-1-5461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02.6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0 289 24575,'5'-3'0,"-1"1"0,1-1 0,-1 1 0,1-1 0,0 1 0,0 1 0,0-1 0,0 1 0,7-1 0,9-4 0,27-8 0,60-21 0,-95 29 0,-1 0 0,0 0 0,0-1 0,0-1 0,-1 0 0,14-13 0,-12 9 0,103-104 0,-95 94-1365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03.7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0 137 24575,'64'1'0,"117"-5"0,-157 2 0,1-1 0,-1-1 0,0-1 0,-1-2 0,30-11 0,-17 1-455,-1-2 0,44-32 0,-68 43-6371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05.1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0 310 24575,'16'-2'0,"0"0"0,-1-1 0,1-1 0,-1 0 0,1-1 0,-2-1 0,28-14 0,8-3 0,44-14 0,-8 4 0,-2-3 0,108-64 0,-187 96-119,-3 4 57,0-1-1,0 0 1,0 0 0,-1 0 0,1 0-1,0 0 1,-1-1 0,1 1-1,-1 0 1,1-1 0,-1 1-1,0-1 1,0 1 0,0-1-1,0 0 1,0 0 0,0 1 0,0-1-1,1-3 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06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2 246 24575,'-2'-4'0,"8"-6"0,9-6 0,-1 5 0,1 1 0,1 0 0,0 1 0,32-12 0,72-20 0,-98 34 0,61-16 0,-53 17 0,0-2 0,-1-2 0,-1 0 0,1-2 0,27-16 0,-54 23 0,-12 2 0,-18 2 0,25 1 0,-47-1-1365,-3 1-5461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08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0 247 24575,'16'-10'0,"-1"-1"0,0 0 0,-1-1 0,0 0 0,-1-1 0,0-1 0,-1 0 0,0-1 0,12-20 0,-21 30 0,0 0 0,1 0 0,-1 1 0,1-1 0,1 1 0,-1 0 0,0 1 0,1-1 0,0 1 0,0 0 0,0 0 0,0 0 0,0 0 0,1 1 0,6-2 0,10-2 0,-1 1 0,38-4 0,-37 7 0,67-11-1365,-68 8-5461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09.2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0 228 24575,'28'-16'0,"0"1"0,1 1 0,31-10 0,-34 15 0,-1-1 0,-1-1 0,0-1 0,43-30 0,-58 34-227,0 0-1,-1-1 1,0 0-1,0 0 1,7-13-1,-9 12-6598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10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0 338 24575,'7'0'0,"17"-4"0,17-4 0,18-11 0,14-8 0,12-8 0,4-6 0,1-4 0,-13 3 0,-13 2 0,-13 7 0,-13 7 0,-14 8-8191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11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0 210 24575,'8'0'0,"6"0"0,10 0 0,9-5 0,8-8 0,4-4 0,-4-4 0,-3-3 0,-5 0 0,-6 3 0,-5 1 0,-6 3 0,-5 1 0,-2-1 0,-3 2-8191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14.6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0 114 24575,'48'1'0,"-13"0"0,-1-2 0,69-9 0,-91 8 0,-1-1 0,1-1 0,-1 0 0,0 0 0,0-1 0,-1 0 0,1-1 0,-1-1 0,-1 1 0,1-1 0,-1-1 0,14-14 0,-4 0-1365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15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0 303 24575,'2'-1'0,"-1"0"0,1 0 0,-1-1 0,1 1 0,-1 0 0,1 1 0,-1-1 0,1 0 0,0 0 0,0 1 0,-1-1 0,1 1 0,0 0 0,0-1 0,0 1 0,3 0 0,-1-1 0,104-16 0,62-15 0,-161 30 0,1-1 0,-1 0 0,0-1 0,1 0 0,-2-1 0,1 1 0,-1-2 0,1 1 0,-1-1 0,-1 0 0,1-1 0,7-9 0,-7 6 0,0-1 0,-1 0 0,0 0 0,-1-1 0,0 0 0,-1 0 0,0-1 0,4-20 0,-1 1-1365,-4 19-5461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16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1 177 24575,'2'2'0,"9"0"0,12-5 0,11-6 0,8-3 0,11-7 0,11-6 0,-1 2 0,-8 5 0,-7 3 0,-12 3 0,-10 3 0,-8 2 0,-7-1 0,-4 2 0,1 0 0,1-3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20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1 171 24575,'21'-1'0,"1"-1"0,0-1 0,-1-1 0,0-1 0,0 0 0,21-10 0,121-58 0,-99 42 0,-50 24-119,-7 3-20,-1 1 1,1 0 0,0 0-1,1 0 1,-1 1-1,0 0 1,1 0-1,14-1 1,-12 5-6688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21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1 201 24575,'15'-1'0,"0"-1"0,0-1 0,0-1 0,-1 0 0,28-11 0,-16 5 0,49-16 0,-1-3 0,119-66 0,-167 84 0,-18 13 0,-11 12 0,-8 2-1365,-3 2-5461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22.8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0 244 24575,'32'-1'0,"-1"-2"0,0-1 0,0-1 0,-1-2 0,35-11 0,142-64 0,-145 55 0,9-5 0,-34 14 0,79-26 0,-116 44-2,0 0-1,1-1 0,-1 1 1,1 0-1,-1 0 1,1-1-1,-1 1 1,1 0-1,-1 0 0,1 0 1,0 0-1,-1 0 1,1-1-1,-1 1 0,1 0 1,-1 0-1,1 1 1,-1-1-1,1 0 1,-1 0-1,1 0 0,-1 0 1,1 0-1,-1 0 1,1 1-1,-1-1 0,1 0 1,-1 1-1,1-1 1,-1 0-1,1 1 1,-11 13 173,-31 20-1093,37-31 390,-24 19-6294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24.2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1 245 24575,'136'-52'0,"-29"12"0,111-59 0,-213 96 0,0 1 0,0-1 0,0 0 0,0-1 0,-1 1 0,0-1 0,1 0 0,-2 0 0,8-8 0,-11 12-33,0 0 0,0-1-1,0 1 1,0 0 0,0-1-1,0 1 1,0 0 0,0-1 0,0 1-1,0 0 1,0-1 0,0 1-1,0 0 1,0 0 0,0-1-1,-1 1 1,1 0 0,0-1 0,0 1-1,0 0 1,0 0 0,-1-1-1,1 1 1,0 0 0,0 0-1,0-1 1,-1 1 0,1 0 0,0 0-1,0 0 1,-1 0 0,1-1-1,0 1 1,-1 0 0,1 0-1,0 0 1,-1 0 0,1 0 0,0 0-1,-1 0 1,-7-2-6793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25.7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0 279 24575,'5'-1'0,"-1"0"0,0 0 0,0-1 0,1 1 0,-1-1 0,6-3 0,291-160 0,-285 154 0,0-1 0,23-20 0,7-7 0,-41 34 85,-10 3-1535,-4 4-5376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26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0 306 24575,'32'-2'0,"0"-1"0,0-1 0,-1-1 0,0-2 0,0-1 0,35-15 0,-12 1 0,-1-3 0,72-44 0,-114 62 0,67-46 0,-70 48 0,-1-1 0,0 0 0,0-1 0,-1 1 0,0-1 0,0-1 0,7-11 0,-12 18 1,-1 1 0,0 0 0,0-1 0,0 1 0,0-1 0,0 1 0,0 0 0,0-1-1,0 1 1,0-1 0,0 1 0,0 0 0,0-1 0,0 1 0,0 0 0,0-1 0,0 1 0,0-1 0,0 1-1,-1 0 1,1-1 0,0 1 0,0 0 0,0-1 0,-1 1 0,1 0 0,0-1 0,0 1 0,-1 0 0,1 0 0,0-1-1,-1 1 1,1 0 0,0 0 0,-1 0 0,1-1 0,0 1 0,-1 0 0,1 0 0,-1 0 0,1 0 0,0 0-1,-1 0 1,1 0 0,0 0 0,-1 0 0,1 0 0,-1 0 0,1 0 0,0 0 0,-1 0 0,1 0 0,-1 0 0,1 0-1,0 0 1,-1 1 0,1-1 0,-25 4-1419,-1 4-5408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27.8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0 271 24575,'10'-1'0,"0"0"0,0 0 0,-1-1 0,1 0 0,-1-1 0,1 0 0,10-5 0,62-36 0,-56 30 0,37-22 0,-1-3 0,67-56 0,-114 78 0,-15 16 0,0 1 0,0 0 0,0 0 0,0-1 0,-1 1 0,1 0 0,0 0 0,0 0 0,-1-1 0,1 1 0,0 0 0,0 0 0,-1 0 0,1 0 0,0-1 0,0 1 0,-1 0 0,1 0 0,0 0 0,-1 0 0,1 0 0,0 0 0,-1 0 0,1 0 0,0 0 0,0 0 0,-1 0 0,1 0 0,0 0 0,-1 0 0,1 0 0,0 0 0,-1 0 0,1 1 0,-1-1 0,-41 14 0,0 7-455,2 3 0,-69 53 0,55-36-6371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28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1 268 24575,'35'-2'0,"0"0"0,0-2 0,0-2 0,-1-1 0,0-2 0,0-1 0,-1-1 0,0-3 0,-1 0 0,0-2 0,52-35 0,-50 23 0,57-58 0,-91 86 0,0 0 0,0 0 0,1 0 0,-1 0 0,0 0 0,0 0 0,0 0 0,1 0 0,-1 0 0,0 0 0,0 0 0,0-1 0,0 1 0,1 0 0,-1 0 0,0 0 0,0 0 0,0 0 0,0-1 0,0 1 0,0 0 0,0 0 0,1 0 0,-1-1 0,0 1 0,0 0 0,0 0 0,0 0 0,0-1 0,0 1 0,0 0 0,0 0 0,0 0 0,0-1 0,0 1 0,0 0 0,0 0 0,0 0 0,0 0 0,0-1 0,0 1 0,-1 0 0,1 0 0,0 0 0,0-1 0,0 1 0,0 0 0,0 0 0,-13 2 0,-18 9 0,-188 117-1121,212-124 877,-47 30-6582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29.5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0 192 24575,'10'0'0,"0"-2"0,0 1 0,0-1 0,0-1 0,0 0 0,-1 0 0,15-7 0,65-39 0,-65 34 0,45-32 0,-46 31 0,42-25 0,-65 41-1,0 0 0,0 0 1,0 0-1,0 0 0,0 0 0,0 1 0,0-1 0,0 0 0,0 0 0,0 0 0,0 0 0,0 0 0,0 0 1,0 0-1,0 0 0,0 0 0,0 0 0,0 0 0,0 0 0,0 0 0,0 0 0,0 0 0,0 0 1,0 0-1,0 1 0,0-1 0,0 0 0,0 0 0,0 0 0,0 0 0,0 0 0,0 0 0,0 0 0,0 0 1,0 0-1,0 0 0,0 0 0,0 0 0,1 0 0,-1 0 0,0 0 0,0 0 0,0 0 0,0 0 0,-8 10 103,-11 9-1528,-1-1-5400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30.2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0 265 24575,'20'-6'0,"-1"-1"0,0-1 0,-1-1 0,32-21 0,64-55 0,7-4 0,-98 73 0,-23 16 0,-1 0 0,1 0 0,0 0 0,-1 0 0,1 0 0,-1 0 0,1 0 0,0 0 0,-1 0 0,1 0 0,0 0 0,-1 0 0,1 0 0,0 0 0,0-1 0,-1 1 0,1 0 0,0 0 0,-1 0 0,1 0 0,0-1 0,-1 1 0,1 0 0,0 0 0,0 0 0,0-1 0,-1 1 0,1 0 0,0-1 0,0 1 0,0 0 0,-1 0 0,1-1 0,0 1 0,0 0 0,0-1 0,0 1 0,0 0 0,0-1 0,0 1 0,0 0 0,0-1 0,0 1 0,0 0 0,0-1 0,0 1 0,0 0 0,0-1 0,0 1 0,0 0 0,0-1 0,0 1 0,0 0 0,1-1 0,-1 1 0,0 0 0,0 0 0,0-1 0,1 1 0,-1 0 0,0 0 0,0-1 0,1 1 0,-1 0 0,-42 5-1365,17 0-5461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31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0 264 24575,'0'-4'0,"0"-6"0,6-3 0,12-6 0,8-4 0,12-5 0,5-4 0,7-2 0,0 2 0,-5 6 0,-8 7 0,-9 6 0,-10 4 0,-13 8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32.0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1 316 24575,'1'-2'0,"9"-5"0,9-6 0,12-6 0,9-4 0,9-2 0,11-3 0,5 0 0,-2 0 0,-5 5 0,-1-3 0,-4 1 0,-11 4 0,-11 2 0,-10 3 0,-8 3-8191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40.0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441 112 24575,'-2'1'0,"0"0"0,0 0 0,0 0 0,0 0 0,0 0 0,0-1 0,-1 1 0,1-1 0,0 1 0,0-1 0,0 0 0,-1 0 0,-3 0 0,4 0 0,-17 1 0,0-2 0,1 0 0,-1-1 0,0-1 0,-25-7 0,-92-35 0,66 20 0,63 22 7,-1 0-1,1 0 1,0-1-1,-7-5 1,-4-2-1405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3:59.3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0 24575,'-2'0'0,"1"0"0,-1 0 0,1 0 0,0 0 0,-1 0 0,1 1 0,0-1 0,-1 0 0,1 1 0,0-1 0,-1 1 0,1-1 0,0 1 0,0 0 0,0-1 0,-1 1 0,1 0 0,0 0 0,0 0 0,0 0 0,0 0 0,-1 2 0,1-2 0,1 1 0,-1 0 0,1-1 0,-1 1 0,1 0 0,0 0 0,0-1 0,0 1 0,0 0 0,0 0 0,0 0 0,0-1 0,0 1 0,1 0 0,-1 0 0,1-1 0,-1 1 0,2 2 0,1 4 0,0 0 0,1 0 0,0 0 0,1 0 0,0 0 0,0-1 0,0 0 0,1 0 0,0-1 0,1 1 0,11 8 0,-16-14 14,1 0-1,0 0 0,-1 0 0,1-1 1,0 0-1,0 1 0,0-1 1,5 0-1,-7 0-68,0 0 0,0 0 0,0 0 0,0 0 0,0 0 0,0-1 0,0 1 0,0 0 0,0 0 0,0-1 0,0 1 0,0-1 0,-1 1 0,1-1 0,0 1 0,0-1 0,0 1 0,0-1 0,-1 0 0,1 0 0,0 1 0,-1-1 0,1 0 0,0 0 0,-1 0 0,1-1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00.5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34 24575,'-1'-2'0,"-2"6"0,-2 8 0,4-7 0,1 0 0,0 0 0,1 0 0,-1-1 0,1 1 0,0 0 0,0 0 0,0 0 0,1-1 0,1 6 0,-2-9 0,0 0 0,-1 1 0,1-1 0,0 0 0,-1 0 0,1 1 0,0-1 0,0 0 0,0 0 0,0 0 0,0 0 0,0 0 0,1 0 0,-1 0 0,0-1 0,0 1 0,1 0 0,-1-1 0,0 1 0,1-1 0,-1 1 0,1-1 0,-1 0 0,1 1 0,-1-1 0,0 0 0,1 0 0,-1 0 0,1 0 0,-1 0 0,1 0 0,-1-1 0,1 1 0,-1 0 0,1-1 0,-1 1 0,0-1 0,2-1 0,-2 2 0,0-1 0,0 0 0,0 0 0,0 0 0,0-1 0,0 1 0,0 0 0,-1 0 0,1 0 0,0-1 0,-1 1 0,1 0 0,-1-1 0,1 1 0,-1 0 0,0-1 0,0 1 0,1 0 0,-1-1 0,0 1 0,0-2 0,-2-39 0,1 27 0,-1-22-1365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01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0 103 24575,'18'5'0,"-18"-4"0,1-1 0,0 1 0,0 0 0,0-1 0,0 1 0,0-1 0,0 0 0,0 1 0,0-1 0,0 0 0,0 0 0,0 0 0,1 1 0,-1-1 0,0 0 0,0 0 0,0-1 0,0 1 0,0 0 0,0 0 0,0 0 0,0-1 0,0 1 0,0-1 0,0 1 0,0-1 0,0 1 0,0-1 0,0 1 0,1-2 0,-1 1 0,0-1 0,1 1 0,-1-1 0,0 1 0,0-1 0,0 0 0,-1 0 0,1 1 0,0-1 0,-1 0 0,1 0 0,-1 0 0,1 0 0,-1 1 0,0-1 0,0 0 0,0 0 0,0 0 0,0 0 0,0 0 0,-1-3 0,-13-42 0,7 30 0,35 52 0,-16-10 0,-2-1 0,0 2 0,5 27 0,19 46 0,-12-36 0,-19-61-1365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02.7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33 24575,'0'-1'0,"0"1"0,-1-1 0,1 1 0,0-1 0,0 0 0,0 1 0,0-1 0,0 1 0,-1-1 0,1 0 0,0 1 0,0-1 0,0 1 0,0-1 0,1 0 0,-1 1 0,0-1 0,0 0 0,0 1 0,0-1 0,1 1 0,-1-1 0,0 1 0,1-1 0,-1 1 0,0-1 0,1 1 0,-1-1 0,0 1 0,1-1 0,-1 1 0,1 0 0,-1-1 0,1 1 0,-1-1 0,1 1 0,0 0 0,-1 0 0,1-1 0,-1 1 0,1 0 0,0 0 0,26-11 0,-26 11 0,1 0 0,-1 0 0,0 0 0,0 0 0,1 0 0,-1 0 0,0 0 0,0 1 0,1-1 0,-1 0 0,0 1 0,0-1 0,0 1 0,0 0 0,0-1 0,0 1 0,0 0 0,0 0 0,0 0 0,0-1 0,1 3 0,0-1 0,0 1 0,0 0 0,0 0 0,-1 0 0,0 0 0,1 0 0,-1 0 0,1 5 0,-1-1 0,0-1 0,0 1 0,0 0 0,-1 0 0,0 0 0,0 0 0,-1-1 0,-1 8 0,-1-7-1365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04.1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0 24575,'-1'1'0,"0"-1"0,0 1 0,1-1 0,-1 1 0,0-1 0,1 1 0,-1-1 0,1 1 0,-1 0 0,0-1 0,1 1 0,-1 0 0,1 0 0,0-1 0,-1 1 0,1 0 0,0 0 0,-1 0 0,1-1 0,0 1 0,0 0 0,0 0 0,0 0 0,0 0 0,0 0 0,0-1 0,0 1 0,0 1 0,2 27 0,0-23 0,0-1 0,1 1 0,0-1 0,0 1 0,7 7 0,8 2 0,-18-15 0,1 1 0,-1-1 0,1 0 0,-1 0 0,1 0 0,0 0 0,-1 0 0,1 0 0,-1 1 0,1-1 0,0 0 0,-1-1 0,1 1 0,-1 0 0,1 0 0,-1 0 0,1 0 0,-1 0 0,1-1 0,0 1 0,-1 0 0,1 0 0,-1-1 0,1 1 0,-1 0 0,0-1 0,1 1 0,-1 0 0,1-1 0,0 0 0,0-1 0,0 0 0,0 0 0,0 0 0,-1 0 0,1 0 0,0 0 0,-1 0 0,1 0 0,-1 0 0,0-1 0,0 1 0,0 0 0,0 0 0,0 0 0,0 0 0,-1 0 0,0-5 0,0 3 0,-1-1 0,0 0 0,1 0 0,-1 0 0,-1 1 0,-3-7 0,31 73 0,-23-58 0,-1 0 0,1 0 0,0 0 0,0-1 0,1 1 0,-1-1 0,1 1 0,3 3 0,-5-7 0,-1 1 0,1-1 0,0 1 0,-1-1 0,1 0 0,0 1 0,-1-1 0,1 0 0,0 0 0,-1 1 0,1-1 0,0 0 0,0 0 0,0 0 0,-1 0 0,1 0 0,0 0 0,0 0 0,-1 0 0,2 0 0,-1-1 0,1 0 0,0 0 0,-1 0 0,1 1 0,-1-1 0,1 0 0,-1-1 0,0 1 0,1 0 0,-1 0 0,0-1 0,1-1 0,12-19-1365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06.2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4 24575,'-2'-3'0,"-1"7"0,-3 9 0,6-8 0,1-1 0,-1 1 0,1-1 0,-1 1 0,2-1 0,-1 1 0,0-1 0,1 1 0,0-1 0,0 0 0,4 7 0,-4-8 0,-1 0 0,1-1 0,0 0 0,0 1 0,0-1 0,0 0 0,0 0 0,0 0 0,0 0 0,1-1 0,-1 1 0,1-1 0,-1 1 0,1-1 0,0 0 0,-1 0 0,1 0 0,0 0 0,6 0 0,-4-1-1365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07.0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24575,'0'0'0,"0"3"0,0 2 0,1 3 0,2 1 0,-1 2 0,1-2 0,-1 0 0,0-1 0,0-1 0,-1-4 0,-1-5 0,-1-3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07.5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08.6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24575,'1'12'0,"0"0"0,1 0 0,0-1 0,8 22 0,-8-28 0,0 1 0,0 0 0,1-1 0,0 0 0,0 1 0,1-1 0,-1 0 0,6 5 0,-8-8 0,1-1 0,-1 1 0,0 0 0,1-1 0,0 1 0,-1-1 0,1 0 0,0 0 0,0 1 0,-1-1 0,1 0 0,0-1 0,0 1 0,0 0 0,0 0 0,0-1 0,1 1 0,-1-1 0,0 0 0,0 0 0,0 0 0,0 0 0,3 0 0,-4 0-31,-1 0-1,0 0 0,0 0 0,1 0 0,-1 0 1,0 0-1,0-1 0,0 1 0,0 0 1,1 0-1,-1 0 0,0 0 0,0 0 1,0 0-1,0 0 0,1-1 0,-1 1 1,0 0-1,0 0 0,0 0 0,0 0 1,0-1-1,0 1 0,0 0 0,1 0 1,-1 0-1,0-1 0,0 1 0,0 0 1,0 0-1,0 0 0,0-1 0,0 1 1,0 0-1,0 0 0,0 0 0,0-1 1,0 1-1,0 0 0,0 0 0,0 0 1,-1-1-1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09.2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24575,'2'0'0,"1"1"0,0 0 0,1 0 0,0 0 0,2 0 0,1-1 0,-1 1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10.1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24575,'1'2'0,"2"1"0,-1 3 0,1 2 0,0 2 0,1 1 0,0-1 0,0-1 0,1 0 0,-1-1 0,1-1 0,-1-5 0,-1-3 0,-1-2 0,-1-1 0,-1-2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11.1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0 24575,'0'6'0,"-1"0"0,0-1 0,-1 1 0,1-1 0,-1 1 0,-4 7 0,-6 28 0,9-27 25,0 1-1,-1-1 0,-8 17 1,8-19-269,-1 0 0,2-1 0,0 1 1,0 1-1,-1 15 0,4-20-6582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12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0 24575,'1'62'0,"-2"63"0,1-124-2,0-1 0,0 0 0,0 1 0,0-1-1,0 1 1,0-1 0,0 0 0,0 1 0,0-1 0,0 0-1,0 1 1,0-1 0,-1 0 0,1 1 0,0-1-1,0 0 1,0 1 0,0-1 0,-1 0 0,1 1 0,0-1-1,0 0 1,-1 0 0,1 1 0,0-1 0,-1 0 0,1 0-1,0 1 1,-1-1 0,1 0 0,0 0 0,-1 0 0,1 0-1,0 0 1,-1 1 0,0-1 0,-13-7 202,-11-18-1685,19 16-5341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18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85 24575,'6'-1'-62,"1"0"0,-1 0 0,1-1 0,-1 0 0,0 0 0,0-1 0,0 1 0,0-1 0,0 0 0,-1-1 0,1 1 0,-1-1-1,0 0 1,0-1 0,-1 1 0,1-1 0,-1 0 0,0 0 0,0 0 0,0-1 0,4-9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20.0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112 84 24575,'-4'-1'8,"-1"1"0,1-1 0,-1 1 0,1-1 0,0 0 0,-1-1 0,1 1 0,0-1 0,0 0 0,0 0 0,0 0 0,0-1 0,0 1 0,-3-5 0,0 1-256,0 0 1,1-1-1,0 0 1,1 0-1,-10-16 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22.6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 24575,'5'5'0,"-1"1"0,0-1 0,0 1 0,0 0 0,3 8 0,16 22 0,-23-35 0,1 0 0,-1-1 0,1 1 0,-1 0 0,1 0 0,0-1 0,-1 1 0,1 0 0,0-1 0,0 1 0,0-1 0,-1 1 0,1-1 0,0 1 0,0-1 0,0 0 0,0 1 0,0-1 0,0 0 0,0 0 0,0 0 0,0 0 0,0 0 0,0 0 0,-1 0 0,1 0 0,0 0 0,0 0 0,0 0 0,0-1 0,0 1 0,0 0 0,0-1 0,0 1 0,0 0 0,-1-1 0,1 1 0,0-1 0,0 0 0,1 0 0,-1-1 0,1 0 0,-1 1 0,1-1 0,-1 0 0,0 0 0,0 0 0,0 0 0,0 0 0,0 0 0,0-1 0,-1 1 0,1 0 0,-1 0 0,1 0 0,-1-5 0,-1-76-1365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24.0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24575,'2'12'0,"0"0"0,0 0 0,1-1 0,6 18 0,-1-6 0,-4-7 0,0-1 0,1 1 0,9 19 0,-14-34-25,0 0 0,1-1-1,-1 1 1,1 0 0,-1-1 0,1 1-1,-1-1 1,1 1 0,-1-1-1,1 1 1,-1-1 0,1 1 0,0-1-1,-1 1 1,1-1 0,0 0-1,-1 1 1,1-1 0,0 0 0,-1 0-1,1 1 1,0-1 0,0 0-1,-1 0 1,1 0 0,0 0 0,0 0-1,-1 0 1,1 0 0,0 0-1,0 0 1,-1-1 0,1 1 0,0 0-1,-1 0 1,1-1 0,0 1 0,-1 0-1,1-1 1,0 1 0,-1-1-1,1 1 1,0-1 0,-1 1 0,1-1-1,-1 1 1,1-1 0,-1 0-1,0 1 1,1-1 0,-1 1 0,1-1-1,-1-1 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24.7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24575,'1'0'0,"2"0"0,1 0 0,2 0 0,-1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25.5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24575,'0'1'0,"0"2"0,0 2 0,0 1 0,0 2 0,2 0 0,-1 2 0,0-1 0,0 0 0,1 0 0,-1-1 0,-1-1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26.0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28.2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24575,'2'-1'0,"1"6"0,2 8 0,-4 3 0,1 0 0,1 0 0,0 0 0,8 22 0,-8-25 0,-1-6 0,0-1 0,0 1 0,0-1 0,6 10 0,-8-15 0,1 0 0,-1 0 0,1-1 0,0 1 0,-1 0 0,1 0 0,0 0 0,0 0 0,-1-1 0,1 1 0,0 0 0,0-1 0,0 1 0,0-1 0,0 1 0,0-1 0,0 1 0,0-1 0,0 0 0,0 0 0,0 1 0,0-1 0,0 0 0,0 0 0,0 0 0,0 0 0,0 0 0,1 0 0,-1 0 0,0-1 0,0 1 0,0 0 0,0-1 0,0 1 0,1-1 0,5-7-1365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29.0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24575,'0'1'0,"1"1"0,0 1 0,0 3 0,0 0 0,0 0 0,-1 0 0,0 0 0,0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31.4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33.2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 24575,'4'-3'0,"1"2"0,-1-1 0,1 0 0,-1 1 0,1 0 0,0 0 0,9 0 0,-2-1 0,-11 2 0,0 0 0,0 0 0,0 0 0,1 0 0,-1 0 0,0 0 0,0 0 0,0 0 0,0 0 0,0 1 0,0-1 0,0 1 0,0-1 0,0 0 0,0 1 0,0 0 0,0-1 0,-1 1 0,1 0 0,0-1 0,0 1 0,0 0 0,-1 0 0,1-1 0,0 1 0,-1 0 0,1 0 0,-1 0 0,1 0 0,-1 0 0,1 0 0,-1 0 0,0 0 0,0 0 0,1 0 0,-1 0 0,0 0 0,0 1 0,0-1 0,0 1 0,0 9 0,1-1 0,-2 1 0,-1 13 0,1-13 0,-3 7 0,2 3 0,2-20 0,1 0 0,-1 0 0,1-1 0,0 1 0,-1-1 0,1 1 0,0 0 0,0-1 0,-1 1 0,1-1 0,0 0 0,0 1 0,0-1 0,-1 1 0,1-1 0,0 0 0,0 0 0,0 0 0,0 1 0,0-1 0,0 0 0,0 0 0,0 0 0,0 0 0,-1-1 0,2 1 0,2 0-114,-1 0 1,0 0-1,0-1 0,1 1 0,-1-1 1,0 1-1,0-1 0,0 0 0,0-1 1,0 1-1,4-3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34.1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62 24575,'0'-1'0,"3"-2"0,2-1 0,3 0 0,3-1 0,1 0 0,1-3 0,2-1 0,0 0 0,-2 2 0,-3 0-8191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36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97 24575,'-1'0'0,"0"0"0,1 0 0,-1 0 0,0 0 0,1 0 0,-1 0 0,0 0 0,1 1 0,-1-1 0,1 0 0,-1 1 0,0-1 0,1 0 0,-1 1 0,1-1 0,-1 0 0,1 1 0,-1-1 0,1 1 0,-1-1 0,1 1 0,0-1 0,-1 1 0,1 0 0,-1-1 0,1 1 0,0 1 0,-2 22 0,3-22 0,-1 0 0,0 0 0,1 0 0,-1 0 0,1 0 0,0 0 0,-1 0 0,1 0 0,0 0 0,0 0 0,1-1 0,-1 1 0,0 0 0,0-1 0,1 1 0,-1 0 0,1-1 0,-1 0 0,1 1 0,0-1 0,2 1 0,-3-1 0,1-1 0,0 1 0,0-1 0,0 1 0,0-1 0,0 0 0,0 0 0,0 0 0,0 0 0,-1 0 0,1 0 0,0-1 0,0 1 0,0 0 0,0-1 0,0 0 0,-1 1 0,1-1 0,3-2 0,-4 1 0,1 1 0,-1-1 0,0 0 0,0 0 0,0 0 0,-1 1 0,1-1 0,0 0 0,-1 0 0,1 0 0,-1-1 0,0 1 0,0 0 0,0 0 0,0 0 0,0 0 0,0-3 0,-1 0 0,2 9 0,8 24 0,-9-27 0,0-1 0,0 0 0,0 1 0,0-1 0,0 1 0,0-1 0,1 0 0,-1 1 0,0-1 0,0 0 0,0 1 0,1-1 0,-1 0 0,0 1 0,0-1 0,1 0 0,-1 0 0,0 1 0,1-1 0,-1 0 0,1 0 0,-1 1 0,0-1 0,1 0 0,-1 0 0,0 0 0,1 0 0,-1 0 0,1 0 0,-1 0 0,0 0 0,1 0 0,-1 0 0,1 0 0,-1 0 0,0 0 0,1 0 0,-1 0 0,1 0 0,-1 0 0,0 0 0,1 0 0,-1-1 0,1 1 0,-1 0 0,0 0 0,1 0 0,-1-1 0,0 1 0,1 0 0,-1-1 0,0 1 0,0 0 0,1-1 0,-1 1 0,0 0 0,0-1 0,0 1 0,1 0 0,-1-1 0,0 0 0,1-1 0,0 0 0,0 0 0,0 0 0,0 0 0,-1 0 0,1-1 0,-1 1 0,0 0 0,1-3 0,4-19 0,-2 19 0,-1-1 0,0 1 0,-1-1 0,0 0 0,0 1 0,0-1 0,0 0 0,-1-8 0,0 8 0,1-1 0,-1 1 0,1-1 0,0 1 0,4-12 0,-1 62 0,-6-18 0,1 28 0,1-51 0,0 0 0,0 0 0,1-1 0,-1 1 0,1 0 0,-1 0 0,1-1 0,0 1 0,0-1 0,0 1 0,1-1 0,-1 1 0,1-1 0,2 4 0,-1-5-68,1 0 0,-1 0-1,0-1 1,1 1 0,-1-1 0,1 1-1,-1-1 1,1-1 0,-1 1 0,1 0-1,-1-1 1,1 1 0,-1-1 0,0 0-1,1 0 1,-1-1 0,0 1 0,0-1-1,4-2 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38.1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 24575,'0'-1'0,"1"0"0,1-1 0,1 2 0,3-2 0,3-1 0,1-1 0,0 1 0,0 0 0,0 1 0,-1 1 0,-1 1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38.8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 24575,'0'1'0,"0"2"0,0 2 0,0 3 0,0 2 0,0-1 0,0 0 0,0 0 0,-2-2 0,-1-5 0,1-7 0,0-3 0,1-4 0,0 0-8191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39.2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24575,'1'1'0,"1"0"0,0 1 0,0 2 0,0 2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40.8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24575,'0'7'0,"1"0"0,0 0 0,0 0 0,1-1 0,0 1 0,0 0 0,6 10 0,-8-15 0,1 0 0,0 0 0,0 0 0,-1-1 0,1 1 0,1 0 0,-1-1 0,0 1 0,0-1 0,1 1 0,-1-1 0,0 0 0,1 0 0,-1 1 0,1-1 0,0 0 0,-1 0 0,1 0 0,0-1 0,0 1 0,0 0 0,0-1 0,-1 1 0,1-1 0,0 0 0,0 1 0,0-1 0,0 0 0,0 0 0,0 0 0,4-1 0,-5 0 0,1 0 0,-1 0 0,0-1 0,1 1 0,-1 0 0,0 0 0,0-1 0,0 1 0,0-1 0,0 1 0,0-1 0,0 1 0,0-1 0,-1 0 0,1 1 0,-1-1 0,1 0 0,-1 1 0,1-1 0,-1 0 0,0 0 0,0 1 0,0-1 0,0-2 0,-3-49 0,2 49 0,1 3 4,0 1 0,-1-1 0,1 0 0,-1 1 0,1-1-1,-1 0 1,1 1 0,-1-1 0,1 0 0,-1 1 0,0-1 0,1 1-1,-1-1 1,0 1 0,0-1 0,1 1 0,-1 0 0,0-1 0,0 1 0,0 0-1,1 0 1,-1 0 0,0-1 0,0 1 0,0 0 0,0 0 0,1 0-1,-1 0 1,0 1 0,-1-1 0,-27 2-1489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4:44:42.1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24575,'-2'35'0,"1"-13"0,7-42 0,-6 19 0,0 1 0,0-1 0,0 0 0,0 0 0,0 1 0,0-1 0,0 0 0,1 0 0,-1 1 0,0-1 0,1 0 0,-1 1 0,0-1 0,1 0 0,-1 1 0,1-1 0,-1 1 0,1-1 0,-1 1 0,1-1 0,0 1 0,-1-1 0,1 1 0,-1-1 0,1 1 0,0 0 0,-1-1 0,1 1 0,0 0 0,0 0 0,-1 0 0,1-1 0,0 1 0,0 0 0,-1 0 0,1 0 0,0 0 0,0 0 0,-1 0 0,1 1 0,0-1 0,0 0 0,-1 0 0,2 1 0,0-1 0,-1 1 0,1 0 0,0 0 0,-1 0 0,1 1 0,-1-1 0,1 0 0,-1 1 0,1-1 0,-1 1 0,0-1 0,0 1 0,0-1 0,0 1 0,2 3 0,17 56 0,-19-60 0,-1 0 0,1 0 0,0 0 0,0 0 0,0 0 0,0 0 0,-1-1 0,1 1 0,0 0 0,0-1 0,0 1 0,1 0 0,-1-1 0,0 1 0,0-1 0,0 0 0,0 1 0,0-1 0,1 0 0,-1 0 0,0 0 0,0 0 0,0 0 0,2 0 0,38-1 0,-28 0 0,10 1-1365,-14 0-5461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3:37.3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2718 24575,'1'-39'0,"2"1"0,2 0 0,11-43 0,37-110 0,12-52 0,-46 124 0,-6 34 0,34-122 0,8 46 0,79-159 0,-133 319 0,1-5 0,0 1 0,1 0 0,0 0 0,0 0 0,0 0 0,5-5 0,-7 9 0,-1 1 0,0 0 0,1 0 0,-1 0 0,0-1 0,0 1 0,1 0 0,-1 0 0,0 0 0,1 0 0,-1-1 0,1 1 0,-1 0 0,0 0 0,1 0 0,-1 0 0,0 0 0,1 0 0,-1 0 0,0 0 0,1 0 0,-1 0 0,1 0 0,-1 1 0,0-1 0,1 0 0,-1 0 0,0 0 0,1 0 0,-1 0 0,0 1 0,0-1 0,1 0 0,-1 0 0,1 1 0,0 1 0,1 0 0,-1 1 0,0-1 0,1 0 0,-1 1 0,0-1 0,0 1 0,1 4 0,26 117 0,16 168 0,9 47 0,-24-225 0,45 111 0,57 104 0,37 103 0,-163-415 0,-4-12 0,0 0 0,1 0 0,-1 1 0,1-1 0,1-1 0,-1 1 0,1 0 0,-1-1 0,6 7 0,-7-10 0,-1-1 0,0 0 0,1 0 0,-1 1 0,0-1 0,1 0 0,-1 0 0,1 1 0,-1-1 0,0 0 0,1 0 0,-1 0 0,1 0 0,-1 0 0,1 0 0,-1 0 0,0 0 0,1 0 0,-1 0 0,1 0 0,-1 0 0,1 0 0,-1 0 0,0 0 0,1 0 0,-1 0 0,1-1 0,-1 1 0,0 0 0,1 0 0,-1 0 0,1-1 0,-1 1 0,0 0 0,1-1 0,-1 1 0,0 0 0,0-1 0,1 1 0,-1 0 0,0-1 0,0 1 0,1 0 0,-1-1 0,0 1 0,0-1 0,0 0 0,9-22 0,-8 21 0,22-87 0,53-158 0,-26 119 0,228-666 0,-221 589 0,90-365 0,36-120 0,-181 683 0,-1 3 0,0-1 0,1 1 0,-1 0 0,1 0 0,0 0 0,0 0 0,1 0 0,-1 1 0,6-7 0,-8 10 0,1 0 0,-1 0 0,1 0 0,-1-1 0,1 1 0,-1 0 0,1 0 0,-1 0 0,1 0 0,-1 0 0,1 0 0,-1 0 0,1 0 0,-1 1 0,1-1 0,-1 0 0,1 0 0,-1 0 0,1 0 0,-1 1 0,1-1 0,-1 0 0,0 0 0,1 1 0,-1-1 0,1 0 0,-1 1 0,0-1 0,1 1 0,-1-1 0,0 0 0,0 1 0,1-1 0,-1 1 0,0-1 0,0 1 0,1-1 0,-1 1 0,0-1 0,0 1 0,0-1 0,0 1 0,0-1 0,0 2 0,8 26 0,2 36 0,-4 0 0,-2 113 0,-3-48 0,1-85 0,17 324 0,-10-281 0,4 0 0,29 102 0,-5-23 0,-25-100 0,29 86 0,-27-103 0,-2 0 0,8 64 0,0 8 0,-17-107 0,0-1 0,-2-18 0,4-38 0,0 27 0,1 1 0,0 0 0,1 0 0,1 0 0,1 1 0,0 0 0,0 0 0,1 1 0,1 1 0,0-1 0,1 2 0,22-17 0,13-7 0,2 2 0,62-30 0,-105 60 0,-5 2 0,0 0 0,1 0 0,-1 0 0,1 0 0,-1 0 0,1 1 0,-1-1 0,1 1 0,0-1 0,-1 1 0,1 0 0,-1-1 0,1 1 0,0 0 0,-1 0 0,1 0 0,0 0 0,-1 1 0,1-1 0,0 0 0,-1 1 0,1-1 0,-1 1 0,1-1 0,-1 1 0,1 0 0,2 1 0,-2 1 0,1 0 0,-1 0 0,1 1 0,-1-1 0,0 1 0,-1-1 0,1 1 0,0 0 0,-1-1 0,2 7 0,26 119 0,-4-18 0,12 49 0,-28-221 0,75-511 0,-33 282 0,-34 182 0,43-247 0,-41 270 0,3 2 0,39-93 0,-22 68 0,28-126 0,12-36 0,-79 269 0,0 0 0,0 0 0,0 0 0,0 1 0,1-1 0,-1 0 0,0 0 0,1 1 0,-1-1 0,1 0 0,-1 1 0,0-1 0,1 0 0,0 1 0,-1-1 0,1 1 0,-1-1 0,1 1 0,0-1 0,-1 1 0,1-1 0,1 0 0,-1 1 0,-1 1 0,1-1 0,-1 0 0,1 0 0,0 1 0,-1-1 0,1 0 0,-1 1 0,1-1 0,-1 0 0,1 1 0,-1-1 0,1 1 0,-1-1 0,0 1 0,1-1 0,-1 1 0,0-1 0,1 1 0,-1 0 0,1 0 0,13 41 0,12 75 0,11 141 0,-15-90 0,75 365 0,-30-185 0,25 88 0,-43-115 0,1 14 0,-30-252 0,-11-46 0,7 49 0,-2-7 0,-15-83 0,1-1 0,1 1 0,-1 0 0,1-1 0,0 1 0,0 0 0,0-1 0,0 1 0,1 0 0,2-6 0,25-45 0,-28 53 0,38-68 0,19-32 0,53-130 0,-74 134 0,35-84 0,-58 151 0,2 2 0,0 0 0,36-47 0,-50 74 0,-1 0 0,1 0 0,0-1 0,0 1 0,0 0 0,0 1 0,0-1 0,0 0 0,1 0 0,-1 1 0,1 0 0,-1-1 0,1 1 0,-1 0 0,1 0 0,3-1 0,-4 3 0,0-1 0,0 0 0,-1 1 0,1-1 0,0 1 0,0 0 0,-1 0 0,1 0 0,-1 0 0,1 0 0,-1 0 0,1 0 0,-1 0 0,1 0 0,-1 1 0,0-1 0,0 0 0,0 1 0,1-1 0,-2 1 0,1 0 0,0-1 0,0 1 0,1 3 0,8 23 0,-9-23 0,1 0 0,-1 0 0,1 0 0,1 0 0,-1 0 0,0 0 0,1-1 0,6 8 0,-9-12 0,1 0 0,0 0 0,0 0 0,-1 0 0,1 0 0,0 0 0,0 0 0,-1 0 0,1-1 0,0 1 0,-1 0 0,1 0 0,0-1 0,0 1 0,-1 0 0,1-1 0,-1 1 0,1 0 0,0-1 0,-1 1 0,1-1 0,-1 0 0,1 1 0,-1-1 0,1 1 0,-1-1 0,1 0 0,-1 1 0,0-1 0,1 0 0,-1 1 0,0-2 0,17-28 0,-15 27 0,61-129 0,-5-2 0,-6-2 0,-5-3 0,-7-1 0,24-163 0,-48 191 0,38-225 0,-35 248 0,52-150 0,-67 230 0,1 0 0,0 1 0,0-1 0,12-14 0,-2 2 0,-15 21 0,0 1 0,0-1 0,0 0 0,0 0 0,0 0 0,0 1 0,0-1 0,0 0 0,1 0 0,-1 0 0,0 1 0,0-1 0,0 0 0,0 0 0,0 0 0,0 1 0,0-1 0,0 0 0,1 0 0,-1 0 0,0 0 0,0 0 0,0 1 0,0-1 0,0 0 0,1 0 0,-1 0 0,0 0 0,0 0 0,0 0 0,1 0 0,-1 0 0,0 0 0,0 1 0,0-1 0,1 0 0,-1 0 0,0 0 0,0 0 0,0 0 0,1 0 0,-1 0 0,0 0 0,0-1 0,0 1 0,1 0 0,-1 0 0,0 0 0,0 0 0,0 0 0,0 0 0,1 0 0,-1 0 0,0 0 0,0-1 0,0 1 0,0 0 0,1 0 0,-1 0 0,0 0 0,0 0 0,0-1 0,0 1 0,0 0 0,0 0 0,0 0 0,1-1 0,2 25 0,-3-17 0,45 349 0,36 466 0,-73-539 0,5 132 0,25-2 0,-37-407 0,4 21 0,0-23 0,1-16 0,12-37 0,59-145 0,-64 167 0,1-1 0,2 2 0,0 0 0,36-42 0,-41 58 0,0-1 0,0 2 0,1 0 0,0 0 0,20-10 0,72-30 0,-61 29 0,5-2 0,158-66 0,-197 86 0,0-1 0,0 2 0,0-1 0,0 1 0,0 0 0,1 1 0,15 1 0,65 15 0,-58-9 0,457 98-1365,-443-96-5461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24575,'12'284'0,"-1"-62"0,-6-141 0,30 139 0,-8-70 0,2 217 0,-29 4 0,-2-152 0,2-155 0,-1 41 0,18 153 0,-4-125 0,-8 239 0,-7-200 0,2 1256 0,11-1319-1365,-11-98-5461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24575,'0'0'0,"1"-1"0,-1 1 0,1-1 0,-1 1 0,1-1 0,0 1 0,-1-1 0,1 1 0,0-1 0,-1 1 0,1 0 0,0 0 0,-1-1 0,1 1 0,0 0 0,0 0 0,-1 0 0,1 0 0,0 0 0,0 0 0,1 0 0,25-2 0,-22 2 0,643-4 0,-366 5 0,3777 0 0,-3356 36 0,304-12 0,-452-23 0,-393 8 0,33 0 0,-179-10-1365,-3 0-5461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24575,'24'0'0,"-1"0"0,0-2 0,1 0 0,-1-2 0,39-10 0,-20 4-1365,-31 9-5461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1 24575,'1'13'0,"0"0"0,1 0 0,0 0 0,7 19 0,-4-17 0,-2 1 0,4 19 0,-7-32 0,0 0 0,0 0 0,0 0 0,0 0 0,0 0 0,-1 0 0,1 0 0,-1 0 0,0 0 0,0-1 0,0 1 0,0 0 0,0 0 0,-1-1 0,1 1 0,-1-1 0,0 1 0,0-1 0,0 0 0,0 1 0,0-1 0,-4 2 0,2-1 0,0 0 0,-1-1 0,1 0 0,-1 0 0,1 0 0,-1 0 0,0-1 0,1 0 0,-1 0 0,0 0 0,0 0 0,-8-1 0,-10 0-111,-75-4-1143,82 1-5572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24575,'0'1'0,"0"4"0,0 3 0,0 4 0,0 3 0,0-1 0,0 0 0,0-1 0,0 0 0,0 0 0,0 1 0,2-3 0,0-1 0,0-1 0,0 1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 24575,'2'-2'0,"2"-1"0,2 1 0,6-3 0,3-2 0,3 0 0,3 1 0,0-1 0,-1 1 0,1 2 0,-4 1-8191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24575,'0'-2'0,"4"0"0,2-1 0,5 2 0,1-1 0,2 1 0,-1 1 0,-1-2 0,0 0 0,0-1 0,-3 0 0,-1-1 0,1 1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 24575,'0'1'0,"-2"3"0,-1 3 0,-1 3 0,0 2 0,0 1 0,2 1 0,0 3 0,1-1 0,1 0 0,-1-2 0,2-3-8191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24575,'5'2'0,"-1"-1"0,1 1 0,-1 1 0,0-1 0,1 0 0,-1 1 0,-1 0 0,6 4 0,4 3 0,-11-9-28,68 40 180,-63-38-338,0 0-1,1 0 1,-1 0 0,1-1 0,0 0 0,0-1 0,15 2 0,-12-3-6640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0 24575,'0'2'0,"-2"1"0,-2 1 0,-3 2 0,1 1 0,-1 3 0,-3 1 0,-2 4 0,0 3 0,0-1 0,0-2 0,3-3 0,0-1 0,0-2 0,0-2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24575,'0'2'0,"0"2"0,0 6 0,0 5 0,0 2 0,0 3 0,0 0 0,0-2 0,0 1 0,0-3 0,-1-1 0,-2-3-8191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1 24575,'-2'1'0,"-2"2"0,-4 5 0,-3 4 0,1 3 0,0 0 0,2-1 0,1 2 0,0-1 0,1-1 0,1-1 0,2-3-8191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24575,'2'0'0,"1"1"0,-1-1 0,1 1 0,-1-1 0,1 1 0,-1 0 0,1 0 0,-1 0 0,1 0 0,-1 0 0,0 1 0,0-1 0,0 1 0,0-1 0,0 1 0,0 0 0,0 0 0,2 2 0,28 47 0,-27-42 0,0 0 0,0-1 0,13 15 0,-5-12-51,-11-10-9,0-1 0,0 1 1,-1 0-1,1 0 0,-1 1 1,1-1-1,-1 0 0,1 0 0,-1 1 1,0-1-1,1 1 0,-1-1 0,0 1 1,0 0-1,0-1 0,0 1 1,-1 0-1,1-1 0,0 1 0,-1 0 1,1 3-1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 24575,'0'-2'0,"2"0"0,2-1 0,3 2 0,1-3 0,2 1 0,0 0 0,1 1 0,0 1 0,0 0 0,0 1 0,-2-2 0,0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24575,'32'-3'0,"-27"2"0,0 0 0,0 1 0,1 0 0,-1-1 0,0 2 0,1-1 0,8 2 0,-12-1 0,-1 0 0,1 0 0,-1 0 0,1 0 0,-1 0 0,1 0 0,-1 0 0,0 0 0,1 1 0,-1-1 0,0 0 0,0 1 0,0-1 0,0 1 0,0-1 0,0 1 0,-1 0 0,1-1 0,0 1 0,-1 0 0,0 0 0,1-1 0,-1 1 0,0 0 0,0 0 0,0 0 0,0 3 0,0-1 0,0 0 0,-1 0 0,0 0 0,1 1 0,-1-1 0,-1 0 0,1 0 0,-1 0 0,1-1 0,-1 1 0,0 0 0,0-1 0,-1 1 0,-4 4 0,-13 26 0,20-34 0,0 1 0,0-1 0,-1 1 0,1-1 0,0 1 0,0-1 0,0 1 0,0-1 0,-1 1 0,1-1 0,0 1 0,0-1 0,0 1 0,0-1 0,1 1 0,-1 0 0,0-1 0,0 1 0,0-1 0,0 1 0,0-1 0,1 1 0,-1-1 0,0 0 0,0 1 0,1-1 0,-1 1 0,0-1 0,1 1 0,-1-1 0,0 0 0,1 1 0,-1-1 0,1 1 0,21 3 0,24-11 0,-21-1-1365,-15 4-5461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24575,'0'0'0,"1"0"0,0 0 0,0 1 0,0-1 0,0 0 0,-1 1 0,1-1 0,0 0 0,0 1 0,0-1 0,-1 1 0,1-1 0,0 1 0,-1 0 0,1-1 0,0 1 0,-1 0 0,1-1 0,-1 1 0,1 0 0,-1 0 0,0-1 0,1 1 0,-1 0 0,0 0 0,1 0 0,-1 0 0,0-1 0,0 1 0,0 1 0,4 36 0,-1-13 0,-3-24 0,0 0 0,0 0 0,0 0 0,1-1 0,-1 1 0,0 0 0,1 0 0,-1-1 0,1 1 0,-1 0 0,1-1 0,-1 1 0,1 0 0,-1-1 0,1 1 0,0-1 0,-1 1 0,1-1 0,0 1 0,-1-1 0,1 0 0,0 1 0,0-1 0,-1 0 0,1 1 0,0-1 0,0 0 0,0 0 0,-1 0 0,1 0 0,0 0 0,0 0 0,0 0 0,-1 0 0,1 0 0,0 0 0,0 0 0,0 0 0,0-1 0,-1 1 0,2-1 0,0 0 0,-1 1 0,1-1 0,-1 0 0,1 0 0,-1 0 0,0-1 0,1 1 0,-1 0 0,0 0 0,0-1 0,0 1 0,0-1 0,0 1 0,0-1 0,0 1 0,-1-1 0,1 0 0,0-2 0,0 0 0,-1-1 0,1 1 0,0 0 0,0 0 0,1 0 0,-1 0 0,1 0 0,0 0 0,0 0 0,0 1 0,0-1 0,1 1 0,0-1 0,-1 1 0,1 0 0,0 0 0,4-3 0,-6 6 0,-1 0 0,0-1 0,1 1 0,-1 0 0,0 0 0,1 0 0,-1 0 0,0-1 0,0 1 0,1 0 0,-1 0 0,1 0 0,-1 0 0,0 0 0,1 0 0,-1 0 0,0 0 0,1 0 0,-1 0 0,0 0 0,1 0 0,-1 0 0,0 0 0,1 0 0,-1 1 0,0-1 0,1 0 0,-1 0 0,0 0 0,1 0 0,-1 1 0,0-1 0,1 1 0,6 13 0,-1 17 0,4 140-1365,-9-162-5461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24575,'0'2'0,"3"0"0,4 0 0,3-2 0,3-1 0,-2 0-8191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24575,'-1'0'0,"0"1"0,0 0 0,0 0 0,0 0 0,0-1 0,1 1 0,-1 0 0,0 0 0,1 0 0,-1 0 0,1 1 0,-1-1 0,1 0 0,-1 0 0,1 0 0,0 0 0,0 0 0,-1 1 0,1-1 0,0 0 0,0 0 0,0 0 0,0 0 0,1 1 0,-1-1 0,0 0 0,0 0 0,1 0 0,-1 0 0,0 1 0,1-1 0,0 0 0,0 1 0,1 0 0,-1-1 0,0 1 0,1-1 0,0 1 0,-1-1 0,1 0 0,0 0 0,0 0 0,-1 0 0,1 0 0,0-1 0,0 1 0,0 0 0,0-1 0,0 1 0,0-1 0,0 0 0,3 0 0,-4 0 0,1 0 0,-1 0 0,1 1 0,-1-1 0,1 0 0,-1 0 0,1 1 0,-1-1 0,1 1 0,-1 0 0,0-1 0,1 1 0,-1 0 0,0 0 0,1 0 0,-1-1 0,0 1 0,0 1 0,0-1 0,0 0 0,0 0 0,0 0 0,0 0 0,-1 1 0,1-1 0,0 1 0,-1-1 0,1 0 0,0 1 0,-1-1 0,1 2 0,-1 2 0,1-1 0,-1 1 0,0-1 0,0 1 0,0-1 0,0 0 0,-1 1 0,0-1 0,0 1 0,-1 4 0,0-7 0,1 1 0,-1-1 0,1 0 0,-1 0 0,0 0 0,1 1 0,-1-2 0,0 1 0,-1 0 0,1 0 0,0-1 0,0 1 0,-1-1 0,1 0 0,-3 2 0,3-3 0,1 1 0,0 0 0,-1-1 0,1 1 0,-1-1 0,1 1 0,-1-1 0,1 1 0,-1-1 0,1 0 0,-1 0 0,0 0 0,1 0 0,-1 0 0,1 0 0,-1-1 0,1 1 0,-1 0 0,1-1 0,-1 1 0,1-1 0,-1 1 0,1-1 0,0 0 0,-1 0 0,1 0 0,-2-1 0,3 1-54,-1 1-1,1-1 0,0 0 1,0 1-1,-1-1 1,1 1-1,0-1 0,0 0 1,0 0-1,0 1 1,0-1-1,0 0 0,0 1 1,0-1-1,0 0 0,0 1 1,0-1-1,1 0 1,-1 1-1,0-1 0,0 1 1,1-1-1,-1 0 1,1 0-1,4-10-6771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0 24575,'-2'0'0,"-1"0"0,0 0 0,0 1 0,0-1 0,0 0 0,0 1 0,1 0 0,-1 0 0,0 0 0,0 0 0,1 0 0,-1 1 0,1-1 0,-1 1 0,1-1 0,0 1 0,-1 0 0,1 0 0,-3 3 0,3-1 0,-1 0 0,1 1 0,0-1 0,0 0 0,0 1 0,1-1 0,-1 1 0,1-1 0,0 1 0,0 0 0,1 7 0,-1-5 0,1 0 0,0 0 0,0 1 0,1-1 0,0 0 0,3 11 0,-4-16 0,1-1 0,-1 0 0,1 1 0,-1-1 0,1 1 0,0-1 0,0 0 0,-1 0 0,1 0 0,0 1 0,0-1 0,0 0 0,0 0 0,0 0 0,1 0 0,-1 0 0,0-1 0,0 1 0,0 0 0,1-1 0,-1 1 0,1 0 0,-1-1 0,0 0 0,1 1 0,-1-1 0,1 0 0,-1 0 0,1 0 0,-1 1 0,1-2 0,-1 1 0,0 0 0,1 0 0,-1 0 0,1-1 0,-1 1 0,3-2 0,-3 2 0,0 0 0,0 0 0,0-1 0,0 1 0,0 0 0,1-1 0,-1 1 0,0-1 0,-1 1 0,1-1 0,0 0 0,0 1 0,0-1 0,0 0 0,0 0 0,-1 0 0,1 1 0,0-1 0,-1 0 0,1 0 0,-1 0 0,1 0 0,-1 0 0,1 0 0,-1 0 0,0 0 0,1-1 0,-1 1 0,0 0 0,0 0 0,0 0 0,0 0 0,0 0 0,0 0 0,0-1 0,0 1 0,-1-2 0,1 2 0,-1-1 0,0 0 0,0 0 0,0 0 0,0 0 0,0 1 0,-1-1 0,1 0 0,0 1 0,-1-1 0,1 1 0,-1 0 0,0-1 0,1 1 0,-1 0 0,0 0 0,0 0 0,0 0 0,-2-1 0,-21-6-1365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24575,'6'-2'0,"0"1"0,0 0 0,0-1 0,-1 0 0,10-5 0,3-1 0,-6 3 0,25-9 0,-36 14 0,-1 0 0,1 0 0,0 0 0,-1 0 0,1 0 0,0 0 0,0 0 0,-1 0 0,1 0 0,0 0 0,-1 0 0,1 0 0,0 0 0,-1 1 0,1-1 0,0 0 0,-1 0 0,1 1 0,-1-1 0,1 1 0,-1-1 0,1 0 0,-1 1 0,1-1 0,-1 1 0,1-1 0,-1 1 0,1 0 0,-1-1 0,0 1 0,1-1 0,-1 1 0,0 0 0,1-1 0,-1 1 0,0 0 0,0-1 0,0 1 0,0 0 0,0-1 0,0 1 0,0 0 0,0-1 0,0 1 0,0 1 0,-2 21 0,-1-1 0,-1 0 0,-10 34 0,-3 12 0,1 4-1365,11-58-5461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 24575,'0'-2'0,"0"-2"0,0-3 0,2 1 0,2-3 0,4 0 0,3 0 0,1 2 0,2-1 0,1 2 0,-1 0 0,1-1 0,0-1 0,-1 1 0,-1 0 0,-1 1 0,-3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0 24575,'-15'24'0,"11"-6"0,1 0 0,0 0 0,1 19 0,-1-7 0,7 1 0,-4-30 0,-1-1 0,1 1 0,0-1 0,0 0 0,0 1 0,0-1 0,0 1 0,0-1 0,1 0 0,-1 1 0,0-1 0,0 1 0,0-1 0,0 0 0,0 1 0,1-1 0,-1 0 0,0 1 0,0-1 0,1 0 0,-1 1 0,0-1 0,0 0 0,1 1 0,-1-1 0,0 0 0,1 0 0,-1 1 0,0-1 0,1 0 0,-1 0 0,1 0 0,-1 0 0,0 1 0,1-1 0,-1 0 0,1 0 0,-1 0 0,0 0 0,1 0 0,-1 0 0,1 0 0,-1 0 0,0 0 0,1 0 0,-1 0 0,1 0 0,-1-1 0,0 1 0,1 0 0,-1 0 0,1 0 0,-1-1 0,0 1 0,1 0 0,-1 0 0,0-1 0,0 1 0,1 0 0,-1 0 0,0-1 0,1 1 0,-1 0 0,0-1 0,0 1 0,0 0 0,1-1 0,-1 1 0,0-1 0,2-2-91,-1 0 0,0 0 0,0 0 0,0 0 0,0 0 0,0 0 0,-1 0 0,1 0 0,-1 0 0,0-1 0,0 1 0,0 0 0,0 0 0,-2-6 0,0-1-6735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24575,'0'-1'0,"1"0"0,-1 0 0,0 0 0,0 0 0,1 1 0,-1-1 0,1 0 0,-1 0 0,1 0 0,-1 1 0,1-1 0,-1 0 0,1 0 0,0 1 0,-1-1 0,1 1 0,0-1 0,0 0 0,-1 1 0,1-1 0,0 1 0,0 0 0,0-1 0,0 1 0,0 0 0,-1-1 0,1 1 0,2 0 0,32-5 0,-23 4 0,-10 1 0,-1-1 0,0 1 0,1 0 0,-1 0 0,1 0 0,-1 0 0,0 0 0,1 0 0,-1 0 0,1 0 0,-1 0 0,0 1 0,1-1 0,-1 1 0,0-1 0,1 1 0,-1-1 0,0 1 0,0 0 0,0-1 0,2 2 0,-2 0 0,0 0 0,0 0 0,0 0 0,0 0 0,0 0 0,0 0 0,-1 0 0,1 0 0,-1 0 0,0 0 0,1 0 0,-1 0 0,0 1 0,0 1 0,-2 27 0,0 0 0,-2 0 0,-1 0 0,-14 46 0,14-66-1365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24575,'0'-2'0,"0"-2"0,2-1 0,2 1 0,6 1 0,3 1 0,2-2 0,2 0 0,2-3 0,-2-1 0,0 0 0,0 2 0,-4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14 116 24575,'4'0'0,"0"-1"0,0 0 0,0 0 0,0-1 0,0 1 0,0-1 0,-1 0 0,1 0 0,-1 0 0,1 0 0,-1-1 0,0 1 0,0-1 0,0 0 0,0 0 0,0 0 0,3-4 0,-5 6 0,0-1 0,0 1 0,1-1 0,-1 0 0,0 1 0,0-1 0,0 0 0,-1 1 0,1-1 0,0 0 0,-1 0 0,1 0 0,-1 0 0,0 1 0,1-1 0,-1 0 0,0 0 0,0 0 0,0 0 0,0 0 0,-1 0 0,1 0 0,0 0 0,-1 0 0,0 1 0,1-1 0,-1 0 0,0 0 0,0 1 0,0-1 0,0 0 0,0 1 0,0-1 0,0 1 0,-1-1 0,1 1 0,0 0 0,-3-2 0,3 2 4,-1 0-1,1 0 1,-1 0-1,0 1 1,1-1-1,-1 0 1,0 1-1,0-1 1,0 1-1,1 0 1,-1 0 0,0-1-1,0 1 1,0 0-1,0 1 1,0-1-1,1 0 1,-1 0-1,0 1 1,0-1-1,0 1 1,1 0-1,-1-1 1,0 1-1,1 0 1,-1 0-1,0 0 1,1 0-1,-1 0 1,1 1-1,0-1 1,-1 0-1,-1 3 1,2-3-57,-1 1 0,1 0 0,0 0 0,0 0 0,-1 0 0,1 0 0,0 0 0,0 0 0,1 0 0,-1 0 0,0 0 0,1 1 0,0-1-1,-1 0 1,1 1 0,0-1 0,0 0 0,0 0 0,0 1 0,1-1 0,-1 0 0,0 0 0,1 1 0,0-1 0,-1 0 0,1 0 0,2 3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29 24575,'-11'50'0,"10"-36"0,1-7 0,-1 0 0,1 0 0,0 1 0,2 12 0,-2-19 0,0 1 0,1-1 0,-1 0 0,0 0 0,1 1 0,0-1 0,-1 0 0,1 0 0,0 0 0,-1 1 0,1-1 0,0 0 0,0 0 0,0 0 0,0 0 0,0-1 0,0 1 0,0 0 0,0 0 0,0 0 0,0-1 0,1 1 0,-1-1 0,0 1 0,0-1 0,1 1 0,-1-1 0,0 0 0,1 0 0,-1 0 0,2 0 0,1 1 0,0-1 0,1 0 0,-1 0 0,0 0 0,0 0 0,0-1 0,1 0 0,-1 0 0,0 0 0,0 0 0,6-3 0,-8 2 0,-1 1 0,1-1 0,0 0 0,-1 1 0,1-1 0,-1 0 0,1 0 0,-1 0 0,0 0 0,0 0 0,0-1 0,0 1 0,0 0 0,0 0 0,-1-1 0,1 1 0,-1 0 0,0-1 0,0 1 0,1 0 0,-2-5 0,2-1 20,-1 0 0,-1 0 0,1-1 0,-2 1 0,-2-11 0,3 16-107,0 0-1,0 0 1,0 0 0,-1 0-1,0 0 1,1 0 0,-1 1-1,0-1 1,0 1-1,-1-1 1,1 1 0,0 0-1,-1 0 1,1 0 0,-1 0-1,-5-3 1,-1 1-6739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24575,'-3'0'0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24575,'2'-3'0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27:00.1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23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2 564 24575,'-2'-164'0,"5"-189"0,-3 347-118,0 1-90,1-1 0,-1 1 0,1 0 1,0 0-1,3-9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23.8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136 0 24575,'-1'2'0,"-2"3"0,-6 6 0,-5 5 0,-3 6 0,-2 2 0,1 1 0,1 0 0,3-2 0,4-2 0,3-4 0,3-4 0,2-3 0,1-3 0,2-4 0,-1-5 0,1-2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24.8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24575,'2'0'0,"0"0"0,0 0 0,0 1 0,0-1 0,0 1 0,-1-1 0,1 1 0,0-1 0,0 1 0,-1 0 0,1 0 0,0 0 0,-1 0 0,1 0 0,-1 0 0,1 1 0,-1-1 0,0 0 0,0 1 0,1-1 0,-1 1 0,1 2 0,3 5 0,-1-1 0,-1 1 0,5 15 0,6 15 0,-7-28 0,-1 1 0,2-1 0,-1-1 0,2 1 0,-1-2 0,12 11 0,-10-15-1365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30.6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1 24575,'-2'0'0,"1"0"0,-1 0 0,1 0 0,0 0 0,-1 0 0,1 0 0,-1 0 0,1 1 0,0-1 0,-1 1 0,1-1 0,0 1 0,-1-1 0,1 1 0,0-1 0,-1 1 0,1 0 0,0 0 0,0 0 0,0 0 0,0 0 0,0 0 0,0 0 0,0 0 0,0 0 0,1 0 0,-1 0 0,-1 2 0,1 2 0,0-1 0,1 1 0,-1 0 0,1-1 0,0 1 0,0 0 0,1 5 0,0 8 0,-1-13 8,1 0 0,0 0 0,0-1 0,1 1 0,-1-1 0,1 1 0,0-1 0,1 1 0,-1-1 0,1 0 0,-1 0 0,1 0 0,0-1 0,7 7 0,-9-8-49,1-1-1,-1 1 1,1-1 0,0 1 0,-1-1-1,1 0 1,0 0 0,0 0 0,0 0-1,0 0 1,0 0 0,0 0 0,0-1-1,0 1 1,0-1 0,0 1 0,0-1-1,0 0 1,1 0 0,-1 0 0,0 0-1,0 0 1,0-1 0,0 1 0,0 0-1,0-1 1,0 0 0,0 1 0,0-1-1,0 0 1,0 0 0,0 0 0,0 0-1,0-1 1,1-1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31.7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 24575,'2'10'0,"-1"-1"0,2 1 0,-1-1 0,1 0 0,0 0 0,1 0 0,0 0 0,1 0 0,0-1 0,0 0 0,0 0 0,1 0 0,0-1 0,13 12 0,-17-17 0,0-1 0,0 1 0,0-1 0,0 0 0,1 1 0,-1-1 0,0 0 0,1-1 0,-1 1 0,0 0 0,1-1 0,-1 1 0,1-1 0,-1 0 0,4 0 0,-4 0 0,-1 0 0,0 0 0,0 0 0,0 0 0,0-1 0,0 1 0,0 0 0,0-1 0,0 1 0,0-1 0,0 1 0,0-1 0,0 0 0,0 1 0,0-1 0,0 0 0,0 0 0,0 1 0,-1-1 0,1 0 0,0 0 0,-1 0 0,1 0 0,-1 0 0,1 0 0,-1 0 0,1 0 0,-1 0 0,0 0 0,1 0 0,-1-1 0,0 1 0,0 0 0,0-2 0,1-5 14,-1-1-1,-1 1 0,1-1 0,-1 1 1,-1-1-1,1 1 0,-2 0 1,-4-13-1,6 18-78,-1 0 1,1-1-1,-1 1 1,0 0-1,0 0 1,-1 1-1,1-1 0,-1 0 1,1 1-1,-1-1 1,0 1-1,0 0 1,0 0-1,0 0 0,0 0 1,0 0-1,0 1 1,-1 0-1,1-1 1,-1 1-1,1 0 1,-7 0-1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33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4 24575,'0'0'0,"0"-1"0,-1 1 0,1 0 0,0 0 0,-1-1 0,1 1 0,0 0 0,-1 0 0,1-1 0,-1 1 0,1 0 0,0 0 0,-1 0 0,1 0 0,-1 0 0,1-1 0,-1 1 0,1 0 0,0 0 0,-1 0 0,1 0 0,-1 0 0,1 0 0,-1 1 0,1-1 0,-1 0 0,1 0 0,0 0 0,-1 0 0,1 0 0,-1 1 0,1-1 0,0 0 0,-1 0 0,1 1 0,0-1 0,-1 1 0,-19 8 0,19-8 0,0-1 0,0 1 0,0-1 0,0 0 0,0 1 0,0 0 0,0-1 0,0 1 0,0-1 0,0 1 0,0 0 0,1 0 0,-1-1 0,0 1 0,0 0 0,1 0 0,-1 0 0,1 0 0,-1 0 0,1 0 0,-1 0 0,1 0 0,0 0 0,-1 0 0,1 0 0,0 0 0,0 2 0,0-1 0,1 0 0,-1-1 0,1 1 0,0 0 0,0-1 0,0 1 0,-1-1 0,2 1 0,-1-1 0,0 0 0,0 1 0,0-1 0,0 0 0,1 0 0,1 1 0,3 3 0,0-1 0,1 0 0,0-1 0,0 1 0,0-1 0,13 4 0,-18-7 0,-1 1 0,1-1 0,-1 1 0,1 0 0,-1 0 0,1 0 0,-1 0 0,0 0 0,1 0 0,-1 0 0,0 0 0,0 1 0,0-1 0,0 0 0,0 1 0,0-1 0,0 0 0,-1 1 0,1 0 0,0-1 0,-1 1 0,1-1 0,-1 1 0,1 0 0,-1-1 0,0 4 0,1 0 0,-1 0 0,0 0 0,0 0 0,0 0 0,0 0 0,-1 0 0,-2 9 0,3-13-2,0-1-1,0 1 1,-1-1 0,1 0-1,0 1 1,0-1-1,0 0 1,0 1-1,-1-1 1,1 1-1,0-1 1,0 0 0,0 0-1,-1 1 1,1-1-1,0 0 1,-1 1-1,1-1 1,0 0 0,-1 0-1,1 1 1,0-1-1,-1 0 1,1 0-1,0 0 1,-1 0-1,1 0 1,-1 1 0,1-1-1,0 0 1,-1 0-1,0 0 1,-12-8 202,-6-16-1685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34.9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24575,'14'37'0,"-3"26"0,-10-49 0,1 1 0,0-1 0,1 0 0,1 0 0,0 0 0,1 0 0,1-1 0,11 22 0,-16-34 7,0 0 0,1 1-1,-1-1 1,0 0 0,1 0-1,-1 0 1,1 0-1,-1 0 1,1 0 0,0-1-1,-1 1 1,1-1 0,0 1-1,-1-1 1,1 1 0,0-1-1,1 0 1,-2 0-40,0 1 0,-1-1 0,1 0 0,0 0 0,0 0 0,-1-1 0,1 1 0,0 0 0,-1 0 0,1 0 0,0 0 0,-1-1 0,1 1 0,-1 0 0,1-1 0,0 1 0,-1 0 0,1-1 0,-1 1 0,1-1 0,-1 1 0,1 0 0,-1-1 0,1 0 0,-1 1 0,0-1 0,1 1 0,-1-1 0,0 1 0,1-1 0,-1 0 0,0 1 0,0-1 0,0 0 0,1 1 0,-1-1 0,0 0 0,0 1 0,0-1 0,0 0 0,0 1 0,0-1 0,0 0 0,-1-1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35.5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24575,'1'0'0,"2"0"0,1 0 0,1 0 0,2 0 0,-1 0 0,0-3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37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24575,'2'1'0,"1"1"0,-1 0 0,0 0 0,0 0 0,0 0 0,0 0 0,0 0 0,-1 1 0,1-1 0,-1 1 0,1-1 0,-1 1 0,0-1 0,1 5 0,3 2 0,2 5 0,-3-7 0,-1-1 0,1 1 0,0-1 0,1 0 0,7 7 0,-11-11 0,1-1 0,-1 0 0,1 1 0,0-1 0,0 0 0,0 0 0,0 0 0,0-1 0,0 1 0,0 0 0,0-1 0,0 1 0,0-1 0,0 0 0,0 1 0,0-1 0,0 0 0,0 0 0,0-1 0,1 1 0,-1 0 0,0-1 0,0 1 0,2-2 0,-3 2 0,0-1 0,0 0 0,0 1 0,0-1 0,-1 0 0,1 0 0,0 0 0,0 0 0,-1 0 0,1 0 0,-1 0 0,1 0 0,-1 0 0,1 0 0,-1 0 0,1 0 0,-1 0 0,0 0 0,0 0 0,1 0 0,-1-1 0,0 1 0,0-2 0,-2-36 0,1 24 0,-4-49-1365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39.1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1 24575,'-1'0'0,"0"0"0,1 1 0,-1-1 0,0 1 0,0 0 0,0-1 0,0 1 0,1 0 0,-1-1 0,0 1 0,1 0 0,-1 0 0,0 0 0,1 0 0,-1-1 0,1 1 0,-1 0 0,1 0 0,0 0 0,-1 0 0,1 0 0,0 0 0,0 0 0,0 0 0,0 0 0,0 0 0,0 2 0,-2 31 0,2-33 0,0 1 0,-1 0 0,1 0 0,0 0 0,0 0 0,1 0 0,-1 0 0,0 0 0,1 0 0,-1 0 0,1 0 0,-1 0 0,1 0 0,0-1 0,0 1 0,0 0 0,0 0 0,0-1 0,3 4 0,-1-4 0,0 1 0,0-1 0,-1 0 0,1 0 0,0 0 0,1-1 0,-1 1 0,0-1 0,0 1 0,0-1 0,5 0 0,-8 0 0,1-1 0,-1 1 0,1 0 0,-1 0 0,1 0 0,-1 0 0,1 0 0,-1 0 0,1 1 0,-1-1 0,1 0 0,-1 0 0,1 0 0,-1 0 0,0 0 0,1 1 0,-1-1 0,1 0 0,-1 0 0,0 1 0,1-1 0,-1 0 0,1 1 0,-1-1 0,0 0 0,0 1 0,1-1 0,-1 1 0,0-1 0,0 0 0,1 1 0,-1-1 0,0 1 0,0-1 0,0 1 0,0-1 0,1 1 0,-1-1 0,0 1 0,0 0 0,-1 1 0,1 0 0,-1 0 0,0 0 0,1 0 0,-1 0 0,0 0 0,0 0 0,-1 0 0,-1 3 0,-2 1 0,1-1 0,-1 1 0,0-1 0,-1 0 0,-9 7 0,-15 0-1365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40.2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71 24575,'8'-8'0,"16"-17"0,-23 24 0,0 0 0,0 0 0,-1 0 0,1 0 0,-1 0 0,1 0 0,-1 0 0,1 0 0,-1 0 0,0-1 0,1 1 0,-1 0 0,0 0 0,0-1 0,0 1 0,0 0 0,0 0 0,0 0 0,0-1 0,-1 1 0,1 0 0,0 0 0,-2-3 0,2 4 0,0-1 0,0 1 0,-1 0 0,1-1 0,0 1 0,-1-1 0,1 1 0,0-1 0,-1 1 0,1 0 0,0-1 0,-1 1 0,1 0 0,-1 0 0,1-1 0,-1 1 0,1 0 0,-1 0 0,1 0 0,-1-1 0,1 1 0,-1 0 0,1 0 0,-1 0 0,1 0 0,-1 0 0,1 0 0,-1 0 0,1 0 0,-1 0 0,1 0 0,-1 0 0,1 0 0,-1 1 0,1-1 0,-1 0 0,1 0 0,-1 0 0,1 1 0,-1-1 0,1 0 0,0 1 0,-1-1 0,1 0 0,0 1 0,-1-1 0,1 1 0,0-1 0,-1 0 0,1 1 0,0-1 0,-1 1 0,1-1 0,0 1 0,0-1 0,0 1 0,-14 28 0,12-17 0,0 0 0,2 0 0,-1 0 0,2 0 0,1 15 0,-2-24 0,1 1 0,-1-1 0,1 0 0,0 0 0,0 1 0,0-1 0,1 0 0,-1 0 0,1 0 0,-1 0 0,1-1 0,0 1 0,0 0 0,1-1 0,-1 1 0,0-1 0,1 0 0,-1 1 0,1-1 0,0-1 0,0 1 0,0 0 0,5 2 0,-6-4-1,1 1-1,-1-1 0,0 0 0,0 1 1,0-1-1,1 0 0,-1-1 1,0 1-1,0 0 0,1-1 1,-1 1-1,0-1 0,0 1 0,4-3 1,31-19 131,2 0-1600,-27 18-5356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41.5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41 157 24575,'-2'0'0,"0"1"0,0-1 0,0 1 0,1-1 0,-1 1 0,0 0 0,0 0 0,0 0 0,1 0 0,-1 1 0,1-1 0,-1 0 0,1 1 0,-1-1 0,1 1 0,0-1 0,-1 1 0,1-1 0,0 1 0,0 0 0,0 0 0,1 0 0,-1-1 0,0 1 0,1 0 0,-1 0 0,1 0 0,-1 0 0,1 0 0,0 4 0,-1 0 0,1 0 0,-1 0 0,1 0 0,0 0 0,1 0 0,-1 0 0,1 0 0,0 0 0,4 9 0,-5-13 0,1 0 0,-1-1 0,1 1 0,0 0 0,0-1 0,0 1 0,0-1 0,0 1 0,0-1 0,1 1 0,-1-1 0,0 0 0,1 0 0,-1 1 0,1-1 0,-1 0 0,1 0 0,-1-1 0,1 1 0,0 0 0,-1 0 0,1-1 0,0 1 0,0-1 0,0 0 0,-1 1 0,1-1 0,0 0 0,0 0 0,0 0 0,0 0 0,-1-1 0,1 1 0,3-1 0,-2 0 0,0-1 0,-1 1 0,1-1 0,-1 1 0,1-1 0,-1 0 0,0 0 0,1 0 0,-1 0 0,0 0 0,0-1 0,-1 1 0,1-1 0,0 1 0,-1-1 0,0 1 0,1-1 0,-1 0 0,0 0 0,1-5 0,0-7 0,0 0 0,-1 0 0,-1-1 0,0 1 0,-1 0 0,-1 0 0,0 0 0,-1 0 0,-1 0 0,0 0 0,-7-15 0,-1-25 0,11 98 0,11-2-1365,-8-31-5461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44.1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24575,'0'1'0,"0"3"0,0 3 0,0 2 0,0 5 0,0 1 0,0 1 0,0-2 0,1 2 0,2-3 0,-1-3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45.2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24575,'1'0'0,"1"1"0,1 2 0,-1 3 0,0 5 0,0 2 0,0 1 0,-1-1 0,0-1 0,-1-3 0,1-1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51.1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20 24575,'3'-3'0,"0"1"0,1 0 0,-1 0 0,1 0 0,0 1 0,-1-1 0,1 1 0,0 0 0,0 0 0,0 0 0,0 1 0,0-1 0,0 1 0,0 0 0,0 0 0,0 0 0,0 1 0,0-1 0,0 1 0,4 1 0,-7 0 0,0-1 0,0 1 0,0 0 0,0-1 0,0 1 0,0 0 0,0 0 0,-1-1 0,1 1 0,-1 0 0,1 0 0,-1 0 0,0 0 0,0 0 0,0 3 0,1 31 0,-2-35 0,1 0 0,0 0 0,-1 1 0,1-1 0,-1 0 0,0 0 0,1 0 0,-1 0 0,0 0 0,0 0 0,1 0 0,-1 0 0,0 0 0,0 0 0,0-1 0,0 1 0,0 0 0,0-1 0,0 1 0,-1 0 0,1-1 0,-2 1 0,-36 10 0,11-3 0,8 4-1365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52.4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68 24575,'2'0'0,"0"-1"0,-1 1 0,1 0 0,0 0 0,-1-1 0,1 1 0,-1-1 0,1 1 0,-1-1 0,1 0 0,-1 1 0,1-1 0,-1 0 0,1 0 0,-1 0 0,0 0 0,0 0 0,1-1 0,-1 1 0,0 0 0,0-1 0,0 1 0,0 0 0,-1-1 0,1 1 0,0-1 0,-1 1 0,1-1 0,-1 0 0,1 1 0,-1-1 0,0 1 0,1-1 0,-1 0 0,0 1 0,0-1 0,0 0 0,0 1 0,-1-1 0,1 0 0,0 1 0,-1-1 0,1 1 0,-2-3 0,2 4 0,0-1 0,0 0 0,0 1 0,-1-1 0,1 1 0,0-1 0,0 0 0,-1 1 0,1-1 0,0 1 0,-1-1 0,1 1 0,0-1 0,-1 1 0,1-1 0,-1 1 0,1 0 0,-1-1 0,1 1 0,-1 0 0,1-1 0,-1 1 0,0 0 0,1 0 0,-1-1 0,1 1 0,-1 0 0,0 0 0,1 0 0,-1 0 0,1 0 0,-1 0 0,0 0 0,1 0 0,-1 0 0,0 0 0,1 0 0,-1 0 0,1 0 0,-1 1 0,0-1 0,0 1 0,0-1 0,0 1 0,0 0 0,0-1 0,0 1 0,0 0 0,0 0 0,0 0 0,0 0 0,1 0 0,-1 0 0,0 0 0,1 0 0,-1 0 0,1 0 0,-1 0 0,1 1 0,-1-1 0,1 0 0,0 0 0,-1 3 0,0 13 0,0-8 0,1 1 0,-1-1 0,1 1 0,1-1 0,0 1 0,0-1 0,3 12 0,-2-20 6,-1 0 0,0 0 0,0 1 0,1-1 0,-1 0 0,1 0 0,-1 0 0,1 0 0,-1-1 0,1 1 0,0 0 0,-1-1 0,1 1 0,0-1 0,0 1 0,-1-1 0,1 0 0,0 0 0,2 0 0,-2 1-59,-1-1 0,0 0 0,0 0 0,1 0 0,-1 0 0,0 0 0,0 0 0,1 0 0,-1-1 0,0 1 0,0 0 0,1-1 0,-1 1-1,0-1 1,0 1 0,0-1 0,0 1 0,0-1 0,1 0 0,-1 0 0,-1 1 0,1-1 0,0 0 0,0 0 0,0 0 0,0 0 0,0-1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53.5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24575,'0'0'0,"2"2"0,0 2 0,1 0 0,-1 1 0,1 0 0,0 1 0,-1 2 0,1 2 0,0 1 0,0 1 0,1 0 0,-1 0 0,0-1 0,0-1 0,-1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1:54.2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54 24575,'0'-1'0,"0"-1"0,0-2 0,0-3 0,0 0 0,1 1 0,1 0 0,0 1 0,0-1 0,0 1 0,0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00.9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24575,'1'0'0,"0"0"0,-1 1 0,1-1 0,-1 0 0,1 0 0,0 1 0,-1-1 0,1 0 0,-1 1 0,1-1 0,-1 1 0,1-1 0,-1 1 0,1-1 0,-1 1 0,0-1 0,1 1 0,-1-1 0,0 1 0,1 0 0,-1-1 0,0 1 0,0-1 0,1 1 0,-1 0 0,0 1 0,5 22 0,-4-14 0,21 97-1365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02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24575,'46'-18'0,"-30"15"0,-10 1 0,0 0 0,0 1 0,0 0 0,0 1 0,0-1 0,0 1 0,8 1 0,-13-1 0,1 1 0,-1-1 0,1 1 0,-1 0 0,1-1 0,-1 1 0,1 0 0,-1 0 0,0 0 0,0 0 0,0 0 0,1 0 0,-1 1 0,0-1 0,0 0 0,0 0 0,-1 1 0,1-1 0,0 1 0,0-1 0,-1 1 0,1-1 0,-1 1 0,0-1 0,1 1 0,-1-1 0,0 1 0,0 0 0,0-1 0,0 1 0,0-1 0,0 1 0,0 1 0,0-1 0,0 0 0,0-1 0,0 1 0,-1 0 0,1-1 0,0 1 0,-1-1 0,1 1 0,-1 0 0,1-1 0,-1 1 0,0-1 0,1 0 0,-1 1 0,0-1 0,0 1 0,0-1 0,0 0 0,0 0 0,-3 2 0,0-1 0,1 0 0,-1 0 0,0 0 0,0 0 0,0-1 0,-6 1 0,-14 6 0,24-8 0,0 0 0,-1 0 0,1 0 0,0 0 0,0 1 0,-1-1 0,1 0 0,0 0 0,0 0 0,-1 0 0,1 0 0,0 0 0,0 1 0,0-1 0,-1 0 0,1 0 0,0 0 0,0 0 0,0 1 0,-1-1 0,1 0 0,0 0 0,0 1 0,0-1 0,0 0 0,0 0 0,0 1 0,0-1 0,0 0 0,0 0 0,-1 1 0,1-1 0,0 1 0,8 5 0,24 5 0,-22-8 0,6 7-1365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04.6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 24575,'4'0'0,"0"0"0,0 0 0,1-1 0,-1 0 0,0 0 0,0 0 0,0 0 0,0-1 0,6-2 0,-10 4 0,1-1 0,-1 1 0,1 0 0,0-1 0,-1 1 0,0-1 0,1 1 0,-1-1 0,1 1 0,-1-1 0,1 1 0,-1-1 0,0 1 0,0-1 0,1 1 0,-1-1 0,0 1 0,0-1 0,1 0 0,-1 1 0,0-1 0,0 0 0,0 1 0,0-1 0,0 0 0,-1-1 0,1 1 0,-1-1 0,0 1 0,1 0 0,-1-1 0,0 1 0,0 0 0,0 0 0,0 0 0,0 0 0,0 0 0,-1 0 0,1 0 0,0 0 0,0 0 0,-2 0 0,2 0 0,0 1 0,1-1 0,-1 1 0,0-1 0,0 1 0,1-1 0,-1 1 0,0-1 0,0 1 0,0 0 0,0 0 0,1-1 0,-1 1 0,0 0 0,0 0 0,0 0 0,0 0 0,0 0 0,0 0 0,0 0 0,1 0 0,-1 1 0,0-1 0,0 0 0,0 0 0,0 1 0,-1 0 0,1 0 0,0 0 0,0 1 0,0-1 0,0 0 0,0 1 0,1-1 0,-1 0 0,0 1 0,1-1 0,-1 1 0,1 0 0,0-1 0,0 1 0,-1 2 0,0 9 0,1 0 0,1 1 0,1 13 0,-1-20 0,0-6 0,-1 0 0,1 0 0,0 0 0,-1 0 0,1 0 0,0 0 0,0 0 0,0 0 0,0 0 0,0 0 0,0 0 0,0 0 0,0-1 0,1 1 0,-1 0 0,0-1 0,0 1 0,1-1 0,-1 0 0,0 1 0,1-1 0,-1 0 0,0 0 0,1 0 0,1 0 0,36 3 0,-18-5-1365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06.6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1 24575,'0'13'0,"0"-10"0,-1 1 0,1-1 0,0 1 0,1-1 0,-1 0 0,1 1 0,1 4 0,-2-7 0,1 0 0,-1 0 0,1 0 0,0 0 0,-1 0 0,1-1 0,0 1 0,0 0 0,0 0 0,0-1 0,0 1 0,0 0 0,0-1 0,0 1 0,0-1 0,0 1 0,0-1 0,0 0 0,0 1 0,0-1 0,1 0 0,-1 0 0,0 0 0,0 0 0,2 0 0,-1 0 0,-1 1 0,1-1 0,-1 1 0,1-1 0,-1 1 0,1-1 0,-1 1 0,0 0 0,1-1 0,-1 1 0,0 0 0,0 0 0,0 0 0,1 0 0,-1 0 0,0 0 0,0 0 0,0 1 0,-1-1 0,1 0 0,0 1 0,0-1 0,-1 0 0,1 1 0,-1-1 0,1 1 0,0 2 0,0-1 0,-1 1 0,1-1 0,-1 0 0,0 1 0,0-1 0,0 0 0,0 0 0,0 1 0,-1-1 0,1 0 0,-1 0 0,-2 5 0,2-7 0,0 0 0,0 0 0,0 0 0,0 0 0,-1 0 0,1 0 0,0 0 0,-1-1 0,1 1 0,0-1 0,-1 1 0,1-1 0,-1 1 0,1-1 0,-1 0 0,1 0 0,-1 0 0,-1 0 0,-35 1 0,31-1 0,-29 0-1365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08.2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35 24575,'0'0'0,"1"0"0,-1-1 0,0 1 0,0 0 0,0 0 0,0-1 0,0 1 0,0 0 0,1 0 0,-1-1 0,0 1 0,0 0 0,0 0 0,1-1 0,-1 1 0,0 0 0,0 0 0,1 0 0,-1-1 0,0 1 0,1 0 0,-1 0 0,0 0 0,0 0 0,1 0 0,-1 0 0,0 0 0,1 0 0,-1 0 0,0-1 0,1 1 0,-1 1 0,0-1 0,1 0 0,-1 0 0,0 0 0,1 0 0,-1 0 0,0 0 0,0 0 0,1 0 0,-1 0 0,0 1 0,1-1 0,0 0 0,0 1 0,0-1 0,-1 0 0,1 1 0,0-1 0,0 0 0,-1 1 0,1-1 0,0 1 0,-1-1 0,1 1 0,0 0 0,-1-1 0,1 1 0,-1 0 0,1-1 0,-1 1 0,1 0 0,-1 0 0,4 21 0,-3-16 0,0 0 0,0-1 0,0 1 0,1 0 0,0-1 0,3 7 0,-4-10 0,1 0 0,-1-1 0,0 1 0,0-1 0,1 1 0,-1-1 0,1 0 0,-1 0 0,1 1 0,0-1 0,-1 0 0,1-1 0,0 1 0,0 0 0,0 0 0,-1-1 0,1 1 0,0-1 0,0 0 0,0 1 0,0-1 0,0 0 0,2 0 0,-1 0 0,-1 0 0,1 0 0,-1 0 0,1 0 0,-1 0 0,1 0 0,-1-1 0,1 1 0,-1-1 0,0 0 0,1 0 0,-1 0 0,0 0 0,1 0 0,-1 0 0,0 0 0,0-1 0,3-2 0,-3 1 0,0 0 0,-1 0 0,0 0 0,1 0 0,-1 0 0,0 0 0,0 0 0,-1 0 0,1-1 0,-1 1 0,0 0 0,1 0 0,-1-1 0,-1-3 0,1-5 0,0 8 0,0 1 0,0 0 0,0-1 0,0 1 0,0-1 0,-1 1 0,0-1 0,0 1 0,-1-4 0,1 5 0,0 1 0,-1 0 0,1 0 0,0 0 0,0 0 0,-1 0 0,1 0 0,-1 0 0,1 1 0,-1-1 0,1 0 0,-1 1 0,1-1 0,-1 1 0,1-1 0,-1 1 0,0 0 0,1 0 0,-1 0 0,1 0 0,-1 0 0,0 0 0,-1 1 0,-32-2 0,24 0 0,1 0 0,-1 1 0,0 1 0,1 0 0,-16 3 0,26-4-26,0 0 0,0 0-1,-1 0 1,1 0 0,0 0 0,-1 0-1,1 0 1,0 0 0,0 0 0,-1 0-1,1 1 1,0-1 0,0 0 0,-1 0-1,1 0 1,0 0 0,0 1 0,-1-1-1,1 0 1,0 0 0,0 1 0,0-1-1,0 0 1,-1 0 0,1 1 0,0-1-1,0 0 1,0 0 0,0 1 0,0-1-1,0 0 1,0 1 0,0-1 0,0 0-1,0 0 1,0 1 0,0-1 0,0 0-1,0 1 1,0-1 0,0 0 0,0 0-1,0 1 1,0-1 0,0 0 0,0 1-1,0-1 1,1 0 0,-1 0 0,0 1-1,0-1 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31.1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24575,'0'10'0,"0"1"0,0-1 0,1 0 0,1 1 0,0-1 0,0 0 0,8 19 0,-9-26 0,1 1 0,0-1 0,0 0 0,0 0 0,1 0 0,-1-1 0,1 1 0,-1 0 0,1-1 0,0 0 0,0 0 0,0 0 0,0 0 0,1 0 0,-1 0 0,0-1 0,1 0 0,-1 1 0,1-1 0,0-1 0,-1 1 0,1 0 0,-1-1 0,1 0 0,5 0 0,-7 0 0,0 0 0,0 1 0,-1-1 0,1 0 0,0 0 0,-1-1 0,1 1 0,0 0 0,-1-1 0,1 1 0,0-1 0,-1 1 0,1-1 0,-1 0 0,1 1 0,-1-1 0,1 0 0,-1 0 0,0 0 0,1 0 0,-1 0 0,0-1 0,1 0 0,0-2 0,-1 1 0,0 0 0,0-1 0,-1 1 0,1-1 0,-1 1 0,0-1 0,0 1 0,0-1 0,0-4 0,-2-96-1365,2 96-5461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32.0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24575,'1'1'0,"1"3"0,-1 4 0,0 1 0,0 2 0,0 0 0,-1 1 0,0 2 0,0 0 0,0 0 0,0 2 0,0 0 0,0 0 0,0-2 0,1 0 0,1-2 0,0-2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34.4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0 102 24575,'3'-1'0,"4"-4"0,4-3 0,2-1 0,0-1 0,0 0 0,-3 1 0,1 0 0,-3-1 0,-1 0 0,-1 3 0,0 0 0,-2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35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90 24575,'3'-1'0,"-1"1"0,1-1 0,0 1 0,-1-1 0,1 0 0,0 0 0,-1 0 0,1 0 0,-1-1 0,0 1 0,1-1 0,-1 1 0,0-1 0,0 0 0,0 0 0,0 0 0,0 0 0,0 0 0,-1 0 0,1 0 0,-1-1 0,1 1 0,-1-1 0,0 1 0,0-1 0,0 1 0,0-1 0,-1 0 0,1 1 0,-1-1 0,1 0 0,-1 1 0,0-1 0,0 0 0,0 0 0,-1 0 0,0-2 0,1 4 0,0 0 0,-1 0 0,0 1 0,1-1 0,-1 0 0,0 0 0,1 1 0,-1-1 0,0 0 0,0 1 0,1-1 0,-1 1 0,0-1 0,0 1 0,0-1 0,0 1 0,0 0 0,0-1 0,0 1 0,0 0 0,1 0 0,-1 0 0,0-1 0,0 1 0,0 0 0,0 1 0,0-1 0,0 0 0,0 0 0,0 0 0,0 0 0,-2 1 0,2 0 0,-1-1 0,0 1 0,0-1 0,1 1 0,-1 0 0,1-1 0,-1 1 0,1 0 0,-1 0 0,1 0 0,-1 0 0,1 1 0,0-1 0,0 0 0,-1 1 0,1-1 0,-1 3 0,-18 61 0,19-60 0,0 1 0,0 0 0,0 0 0,1 1 0,0-1 0,0 0 0,1 0 0,-1 0 0,3 6 0,-2-10 0,0 0 0,-1-1 0,1 1 0,0-1 0,1 0 0,-1 1 0,0-1 0,0 0 0,1 1 0,-1-1 0,0 0 0,1 0 0,-1 0 0,1 0 0,0-1 0,-1 1 0,1 0 0,0-1 0,-1 1 0,1-1 0,0 1 0,0-1 0,-1 0 0,1 0 0,2 0 0,54-1 0,-38-1 0,-12 2-111,-7 1 33,1-1-1,0 0 1,-1 0 0,1 0-1,0 0 1,-1 0-1,1-1 1,0 1 0,-1-1-1,1 1 1,0-1-1,-1 1 1,1-1 0,-1 0-1,4-1 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37.4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24575,'12'34'0,"12"46"0,-8-23 0,-15-55 5,1 0 0,-1 0 0,0 0-1,1 0 1,0 0 0,-1 0 0,1-1 0,0 1-1,0-1 1,0 1 0,0-1 0,0 0 0,0 0-1,1 0 1,-1 0 0,0 0 0,1 0-1,-1 0 1,0-1 0,1 1 0,-1-1 0,1 0-1,-1 0 1,3 0 0,6 1-302,-1-1 0,0-1 0,0 1 0,15-4 0,-13 0-6529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38.1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59 24575,'3'-1'0,"1"0"0,4-2 0,3 0 0,5-1 0,3 0 0,0-2 0,1 0 0,0-2 0,-5 0 0,-1 0 0,-2 1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38.8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24575,'0'2'0,"2"3"0,2 0 0,0 3 0,2 3 0,2-1 0,-1 0 0,0-1 0,-1-3 0,1-2 0,-1-2 0,1-2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39.4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0 24575,'1'36'0,"-2"0"0,-2 0 0,-1 0 0,-14 57 0,15-85 0,1-1 0,0 1 0,0 0 0,1 0 0,0 0 0,1 1 0,0 11 0,0-20 1,0 0 0,0 0 0,0 0 1,0 1-1,0-1 0,0 0 0,0 0 0,0 0 0,1 0 0,-1 1 0,0-1 0,0 0 0,0 0 0,0 0 0,0 0 0,0 0 1,1 1-1,-1-1 0,0 0 0,0 0 0,0 0 0,0 0 0,1 0 0,-1 0 0,0 0 0,0 0 0,0 0 0,0 0 0,1 0 1,-1 0-1,0 0 0,0 0 0,0 0 0,1 0 0,-1 0 0,0 0 0,0 0 0,0 0 0,0 0 0,1 0 0,-1 0 0,0 0 1,0 0-1,0 0 0,1 0 0,-1 0 0,0 0 0,0-1 0,0 1 0,0 0 0,0 0 0,1 0 0,-1 0 0,0 0 0,0-1 1,0 1-1,0 0 0,0 0 0,0 0 0,0 0 0,0-1 0,0 1 0,0 0 0,0 0 0,0 0 0,0-1 0,1 1 0,7-13-1439,-1 1-5388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40.4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0 24575,'0'253'0,"-9"-300"-1365,3 26-5461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41.3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6 24575,'0'-1'0,"0"1"0,0 0 0,0 0 0,0-1 0,0 1 0,0 0 0,0 0 0,0-1 0,0 1 0,0 0 0,1 0 0,-1 0 0,0-1 0,0 1 0,0 0 0,0 0 0,1 0 0,-1 0 0,0-1 0,0 1 0,0 0 0,1 0 0,-1 0 0,0 0 0,0 0 0,1 0 0,-1 0 0,0-1 0,0 1 0,1 0 0,-1 0 0,0 0 0,0 0 0,1 0 0,-1 0 0,0 0 0,0 0 0,1 0 0,-1 0 0,0 0 0,0 1 0,0-1 0,1 0 0,-1 0 0,0 0 0,0 0 0,1 0 0,-1 0 0,0 1 0,0-1 0,0 0 0,1 0 0,-1 0 0,0 0 0,0 1 0,0-1 0,0 0 0,0 0 0,1 0 0,-1 1 0,13 12 0,-10 1 0,-1-1 0,0 1 0,-1 0 0,-1-1 0,0 1 0,0 0 0,-2 0 0,-3 19 0,4-31 6,1 0 0,-1 0-1,0 0 1,0-1 0,0 1-1,0 0 1,0-1 0,-1 1 0,1 0-1,0-1 1,-1 0 0,1 1-1,-1-1 1,1 0 0,-1 0-1,0 0 1,1 0 0,-1 0 0,0 0-1,-3 1 1,-41 9-1491,35-10-5341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42.5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18 139 24575,'7'-7'0,"-4"4"0,0 1 0,0-1 0,0 1 0,-1-1 0,1 0 0,-1 0 0,0 0 0,0-1 0,0 1 0,0 0 0,0-1 0,-1 1 0,0-1 0,0 0 0,0 1 0,0-1 0,0 0 0,0-5 0,-4-40 0,3 48 0,0 0 0,0 0 0,-1 0 0,1 0 0,0 1 0,0-1 0,-1 0 0,1 0 0,0 1 0,-1-1 0,1 0 0,-1 0 0,1 1 0,-1-1 0,1 0 0,-1 1 0,0-1 0,1 1 0,-1-1 0,0 0 0,0 1 0,0 0 0,0 0 0,0 1 0,0-1 0,0 0 0,0 0 0,0 1 0,0-1 0,0 0 0,1 1 0,-1-1 0,0 1 0,0-1 0,0 1 0,1-1 0,-1 1 0,0 0 0,1-1 0,-1 1 0,0 0 0,1 0 0,-1-1 0,0 3 0,-3 2 0,1 1 0,0 0 0,0 0 0,0 0 0,1 0 0,-1 0 0,2 1 0,-1-1 0,1 1 0,0-1 0,-1 10 0,1 10 0,4 40 0,-2-55 0,-1-10 4,1 0-1,-1 1 1,1-1-1,0 0 1,-1 0-1,1 1 1,0-1-1,0 0 1,0 0-1,0 0 1,0 0 0,0 0-1,0 0 1,0-1-1,0 1 1,0 0-1,0 0 1,1-1-1,-1 1 1,0-1-1,1 1 1,-1-1-1,0 1 1,1-1-1,-1 0 1,0 0-1,1 0 1,-1 0-1,1 0 1,-1 0-1,0 0 1,1 0-1,1-1 1,1 1-110,-1 0 0,1-1 0,-1 1 0,1-1 0,-1 1 0,1-1-1,-1-1 1,0 1 0,0 0 0,0-1 0,1 1 0,-1-1 0,2-2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5:42:52.0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A11C68-C228-4AD6-ADD8-9A8718586FFE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D9770-A971-44A6-9D4F-4C8A3E95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549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9770-A971-44A6-9D4F-4C8A3E95403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105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7E6C-B92D-044B-71F4-E8660BE71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502AA-F5F9-3660-8ECA-9FC93F1BF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56A31-7591-AA31-D52B-F6F0C25AC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C4BBE-B46A-A350-1975-C88A04837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9770-A971-44A6-9D4F-4C8A3E95403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127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9770-A971-44A6-9D4F-4C8A3E95403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8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38636-AD00-6D81-8033-DBBFD941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A0E76-F989-0236-55E7-468552A98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F1D13-90AD-3032-44A3-544E5FE19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F52F2-5FFD-D9CA-16C1-DE4DC6172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9770-A971-44A6-9D4F-4C8A3E95403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342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E0378-19B2-F690-7C15-922684CB4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B9335-D427-474C-D4B1-0798FE7F6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280CD-489E-4478-42DD-F8AD47F04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D0ED2-EA2F-46D6-384D-490A2CEF6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9770-A971-44A6-9D4F-4C8A3E95403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395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56FB-5D33-73A2-DBCD-2C7EF4CC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E18FE-76B9-BB18-6C85-3062783C6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F5F23-7580-C60F-E657-7591BAEC2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064FA-FF9C-C42E-8392-88CBDD853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9770-A971-44A6-9D4F-4C8A3E95403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108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94748-4A56-A15E-C0B5-A3843BAD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8F008-0E80-6943-32A4-AB4B001EB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47514-6E38-4A73-4BFB-67F092F3E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37F0B-8403-0407-97B8-E6C7F5CDE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9770-A971-44A6-9D4F-4C8A3E95403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430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7A88C-514B-FF1E-9E94-52403EECB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9FCE1-1B49-290E-8200-7F0E5B8A7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D8518-C29E-8DBD-BBD8-1CC94033F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3749C-D4A5-C036-8F59-B01057F8F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9770-A971-44A6-9D4F-4C8A3E95403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121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6E55F-8B19-C3B4-5F72-EEC491AF4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10295-8EEB-FF16-2504-CDBA50973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83587-B2C7-E74E-33BC-38AB4C6C7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BB6A1-FBD8-0D7E-D5DD-7443825A4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9770-A971-44A6-9D4F-4C8A3E95403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073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35FB1-748D-A811-F51D-E298A7E5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33641-D7DC-6D17-D702-21E6FFEEB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DC39E-8BE8-91DE-9D3F-00DAB3CE0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896DB-6335-8533-2C85-728A903BA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9770-A971-44A6-9D4F-4C8A3E95403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669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0.xml"/><Relationship Id="rId21" Type="http://schemas.openxmlformats.org/officeDocument/2006/relationships/image" Target="../media/image9.png"/><Relationship Id="rId324" Type="http://schemas.openxmlformats.org/officeDocument/2006/relationships/customXml" Target="../ink/ink214.xml"/><Relationship Id="rId531" Type="http://schemas.openxmlformats.org/officeDocument/2006/relationships/image" Target="../media/image209.png"/><Relationship Id="rId170" Type="http://schemas.openxmlformats.org/officeDocument/2006/relationships/customXml" Target="../ink/ink133.xml"/><Relationship Id="rId268" Type="http://schemas.openxmlformats.org/officeDocument/2006/relationships/image" Target="../media/image81.png"/><Relationship Id="rId475" Type="http://schemas.openxmlformats.org/officeDocument/2006/relationships/image" Target="../media/image183.png"/><Relationship Id="rId32" Type="http://schemas.openxmlformats.org/officeDocument/2006/relationships/customXml" Target="../ink/ink16.xml"/><Relationship Id="rId128" Type="http://schemas.openxmlformats.org/officeDocument/2006/relationships/customXml" Target="../ink/ink91.xml"/><Relationship Id="rId335" Type="http://schemas.openxmlformats.org/officeDocument/2006/relationships/customXml" Target="../ink/ink220.xml"/><Relationship Id="rId542" Type="http://schemas.openxmlformats.org/officeDocument/2006/relationships/customXml" Target="../ink/ink326.xml"/><Relationship Id="rId181" Type="http://schemas.openxmlformats.org/officeDocument/2006/relationships/image" Target="../media/image38.png"/><Relationship Id="rId402" Type="http://schemas.openxmlformats.org/officeDocument/2006/relationships/image" Target="../media/image147.png"/><Relationship Id="rId279" Type="http://schemas.openxmlformats.org/officeDocument/2006/relationships/customXml" Target="../ink/ink191.xml"/><Relationship Id="rId486" Type="http://schemas.openxmlformats.org/officeDocument/2006/relationships/customXml" Target="../ink/ink296.xml"/><Relationship Id="rId43" Type="http://schemas.openxmlformats.org/officeDocument/2006/relationships/image" Target="../media/image20.png"/><Relationship Id="rId139" Type="http://schemas.openxmlformats.org/officeDocument/2006/relationships/customXml" Target="../ink/ink102.xml"/><Relationship Id="rId346" Type="http://schemas.openxmlformats.org/officeDocument/2006/relationships/image" Target="../media/image119.png"/><Relationship Id="rId553" Type="http://schemas.openxmlformats.org/officeDocument/2006/relationships/customXml" Target="../ink/ink332.xml"/><Relationship Id="rId192" Type="http://schemas.openxmlformats.org/officeDocument/2006/relationships/customXml" Target="../ink/ink147.xml"/><Relationship Id="rId206" Type="http://schemas.openxmlformats.org/officeDocument/2006/relationships/customXml" Target="../ink/ink154.xml"/><Relationship Id="rId413" Type="http://schemas.openxmlformats.org/officeDocument/2006/relationships/customXml" Target="../ink/ink259.xml"/><Relationship Id="rId497" Type="http://schemas.openxmlformats.org/officeDocument/2006/relationships/image" Target="../media/image194.png"/><Relationship Id="rId357" Type="http://schemas.openxmlformats.org/officeDocument/2006/relationships/customXml" Target="../ink/ink231.xml"/><Relationship Id="rId54" Type="http://schemas.openxmlformats.org/officeDocument/2006/relationships/customXml" Target="../ink/ink27.xml"/><Relationship Id="rId217" Type="http://schemas.openxmlformats.org/officeDocument/2006/relationships/image" Target="../media/image56.png"/><Relationship Id="rId259" Type="http://schemas.openxmlformats.org/officeDocument/2006/relationships/customXml" Target="../ink/ink181.xml"/><Relationship Id="rId424" Type="http://schemas.openxmlformats.org/officeDocument/2006/relationships/image" Target="../media/image158.png"/><Relationship Id="rId466" Type="http://schemas.openxmlformats.org/officeDocument/2006/relationships/image" Target="../media/image179.png"/><Relationship Id="rId23" Type="http://schemas.openxmlformats.org/officeDocument/2006/relationships/image" Target="../media/image10.png"/><Relationship Id="rId119" Type="http://schemas.openxmlformats.org/officeDocument/2006/relationships/customXml" Target="../ink/ink82.xml"/><Relationship Id="rId270" Type="http://schemas.openxmlformats.org/officeDocument/2006/relationships/image" Target="../media/image82.png"/><Relationship Id="rId326" Type="http://schemas.openxmlformats.org/officeDocument/2006/relationships/image" Target="../media/image109.png"/><Relationship Id="rId533" Type="http://schemas.openxmlformats.org/officeDocument/2006/relationships/image" Target="../media/image210.png"/><Relationship Id="rId65" Type="http://schemas.openxmlformats.org/officeDocument/2006/relationships/image" Target="../media/image31.png"/><Relationship Id="rId130" Type="http://schemas.openxmlformats.org/officeDocument/2006/relationships/customXml" Target="../ink/ink93.xml"/><Relationship Id="rId368" Type="http://schemas.openxmlformats.org/officeDocument/2006/relationships/image" Target="../media/image130.png"/><Relationship Id="rId172" Type="http://schemas.openxmlformats.org/officeDocument/2006/relationships/customXml" Target="../ink/ink135.xml"/><Relationship Id="rId228" Type="http://schemas.openxmlformats.org/officeDocument/2006/relationships/customXml" Target="../ink/ink165.xml"/><Relationship Id="rId435" Type="http://schemas.openxmlformats.org/officeDocument/2006/relationships/customXml" Target="../ink/ink270.xml"/><Relationship Id="rId477" Type="http://schemas.openxmlformats.org/officeDocument/2006/relationships/image" Target="../media/image184.png"/><Relationship Id="rId281" Type="http://schemas.openxmlformats.org/officeDocument/2006/relationships/customXml" Target="../ink/ink192.xml"/><Relationship Id="rId337" Type="http://schemas.openxmlformats.org/officeDocument/2006/relationships/customXml" Target="../ink/ink221.xml"/><Relationship Id="rId502" Type="http://schemas.openxmlformats.org/officeDocument/2006/relationships/customXml" Target="../ink/ink304.xml"/><Relationship Id="rId34" Type="http://schemas.openxmlformats.org/officeDocument/2006/relationships/customXml" Target="../ink/ink17.xml"/><Relationship Id="rId76" Type="http://schemas.openxmlformats.org/officeDocument/2006/relationships/customXml" Target="../ink/ink39.xml"/><Relationship Id="rId141" Type="http://schemas.openxmlformats.org/officeDocument/2006/relationships/customXml" Target="../ink/ink104.xml"/><Relationship Id="rId379" Type="http://schemas.openxmlformats.org/officeDocument/2006/relationships/customXml" Target="../ink/ink242.xml"/><Relationship Id="rId544" Type="http://schemas.openxmlformats.org/officeDocument/2006/relationships/image" Target="../media/image215.png"/><Relationship Id="rId7" Type="http://schemas.openxmlformats.org/officeDocument/2006/relationships/customXml" Target="../ink/ink1.xml"/><Relationship Id="rId183" Type="http://schemas.openxmlformats.org/officeDocument/2006/relationships/image" Target="../media/image39.png"/><Relationship Id="rId239" Type="http://schemas.openxmlformats.org/officeDocument/2006/relationships/customXml" Target="../ink/ink171.xml"/><Relationship Id="rId390" Type="http://schemas.openxmlformats.org/officeDocument/2006/relationships/image" Target="../media/image141.png"/><Relationship Id="rId404" Type="http://schemas.openxmlformats.org/officeDocument/2006/relationships/image" Target="../media/image148.png"/><Relationship Id="rId446" Type="http://schemas.openxmlformats.org/officeDocument/2006/relationships/image" Target="../media/image169.png"/><Relationship Id="rId250" Type="http://schemas.openxmlformats.org/officeDocument/2006/relationships/image" Target="../media/image72.png"/><Relationship Id="rId292" Type="http://schemas.openxmlformats.org/officeDocument/2006/relationships/image" Target="../media/image93.png"/><Relationship Id="rId306" Type="http://schemas.openxmlformats.org/officeDocument/2006/relationships/image" Target="../media/image100.png"/><Relationship Id="rId488" Type="http://schemas.openxmlformats.org/officeDocument/2006/relationships/customXml" Target="../ink/ink297.xml"/><Relationship Id="rId45" Type="http://schemas.openxmlformats.org/officeDocument/2006/relationships/image" Target="../media/image21.png"/><Relationship Id="rId87" Type="http://schemas.openxmlformats.org/officeDocument/2006/relationships/customXml" Target="../ink/ink50.xml"/><Relationship Id="rId110" Type="http://schemas.openxmlformats.org/officeDocument/2006/relationships/customXml" Target="../ink/ink73.xml"/><Relationship Id="rId348" Type="http://schemas.openxmlformats.org/officeDocument/2006/relationships/image" Target="../media/image120.png"/><Relationship Id="rId513" Type="http://schemas.openxmlformats.org/officeDocument/2006/relationships/image" Target="../media/image202.png"/><Relationship Id="rId555" Type="http://schemas.openxmlformats.org/officeDocument/2006/relationships/customXml" Target="../ink/ink333.xml"/><Relationship Id="rId152" Type="http://schemas.openxmlformats.org/officeDocument/2006/relationships/customXml" Target="../ink/ink115.xml"/><Relationship Id="rId194" Type="http://schemas.openxmlformats.org/officeDocument/2006/relationships/customXml" Target="../ink/ink148.xml"/><Relationship Id="rId208" Type="http://schemas.openxmlformats.org/officeDocument/2006/relationships/customXml" Target="../ink/ink155.xml"/><Relationship Id="rId415" Type="http://schemas.openxmlformats.org/officeDocument/2006/relationships/customXml" Target="../ink/ink260.xml"/><Relationship Id="rId457" Type="http://schemas.openxmlformats.org/officeDocument/2006/relationships/customXml" Target="../ink/ink281.xml"/><Relationship Id="rId261" Type="http://schemas.openxmlformats.org/officeDocument/2006/relationships/customXml" Target="../ink/ink182.xml"/><Relationship Id="rId499" Type="http://schemas.openxmlformats.org/officeDocument/2006/relationships/image" Target="../media/image195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210.xml"/><Relationship Id="rId359" Type="http://schemas.openxmlformats.org/officeDocument/2006/relationships/customXml" Target="../ink/ink232.xml"/><Relationship Id="rId524" Type="http://schemas.openxmlformats.org/officeDocument/2006/relationships/customXml" Target="../ink/ink317.xml"/><Relationship Id="rId98" Type="http://schemas.openxmlformats.org/officeDocument/2006/relationships/customXml" Target="../ink/ink61.xml"/><Relationship Id="rId121" Type="http://schemas.openxmlformats.org/officeDocument/2006/relationships/customXml" Target="../ink/ink84.xml"/><Relationship Id="rId163" Type="http://schemas.openxmlformats.org/officeDocument/2006/relationships/customXml" Target="../ink/ink126.xml"/><Relationship Id="rId219" Type="http://schemas.openxmlformats.org/officeDocument/2006/relationships/image" Target="../media/image57.png"/><Relationship Id="rId370" Type="http://schemas.openxmlformats.org/officeDocument/2006/relationships/image" Target="../media/image131.png"/><Relationship Id="rId426" Type="http://schemas.openxmlformats.org/officeDocument/2006/relationships/image" Target="../media/image159.png"/><Relationship Id="rId230" Type="http://schemas.openxmlformats.org/officeDocument/2006/relationships/customXml" Target="../ink/ink166.xml"/><Relationship Id="rId468" Type="http://schemas.openxmlformats.org/officeDocument/2006/relationships/image" Target="../media/image180.png"/><Relationship Id="rId25" Type="http://schemas.openxmlformats.org/officeDocument/2006/relationships/image" Target="../media/image11.png"/><Relationship Id="rId67" Type="http://schemas.openxmlformats.org/officeDocument/2006/relationships/image" Target="../media/image32.png"/><Relationship Id="rId272" Type="http://schemas.openxmlformats.org/officeDocument/2006/relationships/image" Target="../media/image83.png"/><Relationship Id="rId328" Type="http://schemas.openxmlformats.org/officeDocument/2006/relationships/image" Target="../media/image110.png"/><Relationship Id="rId535" Type="http://schemas.openxmlformats.org/officeDocument/2006/relationships/image" Target="../media/image211.png"/><Relationship Id="rId132" Type="http://schemas.openxmlformats.org/officeDocument/2006/relationships/customXml" Target="../ink/ink95.xml"/><Relationship Id="rId174" Type="http://schemas.openxmlformats.org/officeDocument/2006/relationships/customXml" Target="../ink/ink137.xml"/><Relationship Id="rId381" Type="http://schemas.openxmlformats.org/officeDocument/2006/relationships/customXml" Target="../ink/ink243.xml"/><Relationship Id="rId241" Type="http://schemas.openxmlformats.org/officeDocument/2006/relationships/customXml" Target="../ink/ink172.xml"/><Relationship Id="rId437" Type="http://schemas.openxmlformats.org/officeDocument/2006/relationships/customXml" Target="../ink/ink271.xml"/><Relationship Id="rId479" Type="http://schemas.openxmlformats.org/officeDocument/2006/relationships/image" Target="../media/image185.png"/><Relationship Id="rId36" Type="http://schemas.openxmlformats.org/officeDocument/2006/relationships/customXml" Target="../ink/ink18.xml"/><Relationship Id="rId283" Type="http://schemas.openxmlformats.org/officeDocument/2006/relationships/customXml" Target="../ink/ink193.xml"/><Relationship Id="rId339" Type="http://schemas.openxmlformats.org/officeDocument/2006/relationships/customXml" Target="../ink/ink222.xml"/><Relationship Id="rId490" Type="http://schemas.openxmlformats.org/officeDocument/2006/relationships/customXml" Target="../ink/ink298.xml"/><Relationship Id="rId504" Type="http://schemas.openxmlformats.org/officeDocument/2006/relationships/customXml" Target="../ink/ink305.xml"/><Relationship Id="rId546" Type="http://schemas.openxmlformats.org/officeDocument/2006/relationships/image" Target="../media/image216.png"/><Relationship Id="rId78" Type="http://schemas.openxmlformats.org/officeDocument/2006/relationships/customXml" Target="../ink/ink41.xml"/><Relationship Id="rId101" Type="http://schemas.openxmlformats.org/officeDocument/2006/relationships/customXml" Target="../ink/ink64.xml"/><Relationship Id="rId143" Type="http://schemas.openxmlformats.org/officeDocument/2006/relationships/customXml" Target="../ink/ink106.xml"/><Relationship Id="rId185" Type="http://schemas.openxmlformats.org/officeDocument/2006/relationships/image" Target="../media/image40.png"/><Relationship Id="rId350" Type="http://schemas.openxmlformats.org/officeDocument/2006/relationships/image" Target="../media/image121.png"/><Relationship Id="rId406" Type="http://schemas.openxmlformats.org/officeDocument/2006/relationships/image" Target="../media/image149.png"/><Relationship Id="rId9" Type="http://schemas.openxmlformats.org/officeDocument/2006/relationships/customXml" Target="../ink/ink2.xml"/><Relationship Id="rId210" Type="http://schemas.openxmlformats.org/officeDocument/2006/relationships/customXml" Target="../ink/ink156.xml"/><Relationship Id="rId392" Type="http://schemas.openxmlformats.org/officeDocument/2006/relationships/image" Target="../media/image142.png"/><Relationship Id="rId448" Type="http://schemas.openxmlformats.org/officeDocument/2006/relationships/image" Target="../media/image170.png"/><Relationship Id="rId252" Type="http://schemas.openxmlformats.org/officeDocument/2006/relationships/image" Target="../media/image73.png"/><Relationship Id="rId294" Type="http://schemas.openxmlformats.org/officeDocument/2006/relationships/image" Target="../media/image94.png"/><Relationship Id="rId308" Type="http://schemas.openxmlformats.org/officeDocument/2006/relationships/image" Target="../media/image101.png"/><Relationship Id="rId515" Type="http://schemas.openxmlformats.org/officeDocument/2006/relationships/customXml" Target="../ink/ink311.xml"/><Relationship Id="rId47" Type="http://schemas.openxmlformats.org/officeDocument/2006/relationships/image" Target="../media/image22.png"/><Relationship Id="rId89" Type="http://schemas.openxmlformats.org/officeDocument/2006/relationships/customXml" Target="../ink/ink52.xml"/><Relationship Id="rId112" Type="http://schemas.openxmlformats.org/officeDocument/2006/relationships/customXml" Target="../ink/ink75.xml"/><Relationship Id="rId154" Type="http://schemas.openxmlformats.org/officeDocument/2006/relationships/customXml" Target="../ink/ink117.xml"/><Relationship Id="rId361" Type="http://schemas.openxmlformats.org/officeDocument/2006/relationships/customXml" Target="../ink/ink233.xml"/><Relationship Id="rId557" Type="http://schemas.openxmlformats.org/officeDocument/2006/relationships/customXml" Target="../ink/ink334.xml"/><Relationship Id="rId196" Type="http://schemas.openxmlformats.org/officeDocument/2006/relationships/customXml" Target="../ink/ink149.xml"/><Relationship Id="rId417" Type="http://schemas.openxmlformats.org/officeDocument/2006/relationships/customXml" Target="../ink/ink261.xml"/><Relationship Id="rId459" Type="http://schemas.openxmlformats.org/officeDocument/2006/relationships/customXml" Target="../ink/ink282.xml"/><Relationship Id="rId16" Type="http://schemas.openxmlformats.org/officeDocument/2006/relationships/customXml" Target="../ink/ink8.xml"/><Relationship Id="rId221" Type="http://schemas.openxmlformats.org/officeDocument/2006/relationships/image" Target="../media/image58.png"/><Relationship Id="rId263" Type="http://schemas.openxmlformats.org/officeDocument/2006/relationships/customXml" Target="../ink/ink183.xml"/><Relationship Id="rId319" Type="http://schemas.openxmlformats.org/officeDocument/2006/relationships/customXml" Target="../ink/ink211.xml"/><Relationship Id="rId470" Type="http://schemas.openxmlformats.org/officeDocument/2006/relationships/image" Target="../media/image181.png"/><Relationship Id="rId526" Type="http://schemas.openxmlformats.org/officeDocument/2006/relationships/customXml" Target="../ink/ink318.xml"/><Relationship Id="rId58" Type="http://schemas.openxmlformats.org/officeDocument/2006/relationships/customXml" Target="../ink/ink29.xml"/><Relationship Id="rId123" Type="http://schemas.openxmlformats.org/officeDocument/2006/relationships/customXml" Target="../ink/ink86.xml"/><Relationship Id="rId330" Type="http://schemas.openxmlformats.org/officeDocument/2006/relationships/image" Target="../media/image111.png"/><Relationship Id="rId165" Type="http://schemas.openxmlformats.org/officeDocument/2006/relationships/customXml" Target="../ink/ink128.xml"/><Relationship Id="rId372" Type="http://schemas.openxmlformats.org/officeDocument/2006/relationships/image" Target="../media/image132.png"/><Relationship Id="rId428" Type="http://schemas.openxmlformats.org/officeDocument/2006/relationships/image" Target="../media/image160.png"/><Relationship Id="rId232" Type="http://schemas.openxmlformats.org/officeDocument/2006/relationships/image" Target="../media/image63.png"/><Relationship Id="rId274" Type="http://schemas.openxmlformats.org/officeDocument/2006/relationships/image" Target="../media/image84.png"/><Relationship Id="rId481" Type="http://schemas.openxmlformats.org/officeDocument/2006/relationships/image" Target="../media/image186.png"/><Relationship Id="rId27" Type="http://schemas.openxmlformats.org/officeDocument/2006/relationships/image" Target="../media/image12.png"/><Relationship Id="rId69" Type="http://schemas.openxmlformats.org/officeDocument/2006/relationships/image" Target="../media/image33.png"/><Relationship Id="rId134" Type="http://schemas.openxmlformats.org/officeDocument/2006/relationships/customXml" Target="../ink/ink97.xml"/><Relationship Id="rId537" Type="http://schemas.openxmlformats.org/officeDocument/2006/relationships/image" Target="../media/image212.png"/><Relationship Id="rId80" Type="http://schemas.openxmlformats.org/officeDocument/2006/relationships/customXml" Target="../ink/ink43.xml"/><Relationship Id="rId176" Type="http://schemas.openxmlformats.org/officeDocument/2006/relationships/customXml" Target="../ink/ink139.xml"/><Relationship Id="rId341" Type="http://schemas.openxmlformats.org/officeDocument/2006/relationships/customXml" Target="../ink/ink223.xml"/><Relationship Id="rId383" Type="http://schemas.openxmlformats.org/officeDocument/2006/relationships/customXml" Target="../ink/ink244.xml"/><Relationship Id="rId439" Type="http://schemas.openxmlformats.org/officeDocument/2006/relationships/customXml" Target="../ink/ink272.xml"/><Relationship Id="rId201" Type="http://schemas.openxmlformats.org/officeDocument/2006/relationships/image" Target="../media/image48.png"/><Relationship Id="rId243" Type="http://schemas.openxmlformats.org/officeDocument/2006/relationships/customXml" Target="../ink/ink173.xml"/><Relationship Id="rId285" Type="http://schemas.openxmlformats.org/officeDocument/2006/relationships/customXml" Target="../ink/ink194.xml"/><Relationship Id="rId450" Type="http://schemas.openxmlformats.org/officeDocument/2006/relationships/image" Target="../media/image171.png"/><Relationship Id="rId506" Type="http://schemas.openxmlformats.org/officeDocument/2006/relationships/customXml" Target="../ink/ink306.xml"/><Relationship Id="rId38" Type="http://schemas.openxmlformats.org/officeDocument/2006/relationships/customXml" Target="../ink/ink19.xml"/><Relationship Id="rId103" Type="http://schemas.openxmlformats.org/officeDocument/2006/relationships/customXml" Target="../ink/ink66.xml"/><Relationship Id="rId310" Type="http://schemas.openxmlformats.org/officeDocument/2006/relationships/image" Target="../media/image102.png"/><Relationship Id="rId492" Type="http://schemas.openxmlformats.org/officeDocument/2006/relationships/customXml" Target="../ink/ink299.xml"/><Relationship Id="rId548" Type="http://schemas.openxmlformats.org/officeDocument/2006/relationships/image" Target="../media/image217.png"/><Relationship Id="rId91" Type="http://schemas.openxmlformats.org/officeDocument/2006/relationships/customXml" Target="../ink/ink54.xml"/><Relationship Id="rId145" Type="http://schemas.openxmlformats.org/officeDocument/2006/relationships/customXml" Target="../ink/ink108.xml"/><Relationship Id="rId187" Type="http://schemas.openxmlformats.org/officeDocument/2006/relationships/image" Target="../media/image41.png"/><Relationship Id="rId352" Type="http://schemas.openxmlformats.org/officeDocument/2006/relationships/image" Target="../media/image122.png"/><Relationship Id="rId394" Type="http://schemas.openxmlformats.org/officeDocument/2006/relationships/image" Target="../media/image143.png"/><Relationship Id="rId408" Type="http://schemas.openxmlformats.org/officeDocument/2006/relationships/image" Target="../media/image150.png"/><Relationship Id="rId212" Type="http://schemas.openxmlformats.org/officeDocument/2006/relationships/customXml" Target="../ink/ink157.xml"/><Relationship Id="rId254" Type="http://schemas.openxmlformats.org/officeDocument/2006/relationships/image" Target="../media/image74.png"/><Relationship Id="rId49" Type="http://schemas.openxmlformats.org/officeDocument/2006/relationships/image" Target="../media/image23.png"/><Relationship Id="rId114" Type="http://schemas.openxmlformats.org/officeDocument/2006/relationships/customXml" Target="../ink/ink77.xml"/><Relationship Id="rId296" Type="http://schemas.openxmlformats.org/officeDocument/2006/relationships/image" Target="../media/image95.png"/><Relationship Id="rId461" Type="http://schemas.openxmlformats.org/officeDocument/2006/relationships/customXml" Target="../ink/ink283.xml"/><Relationship Id="rId517" Type="http://schemas.openxmlformats.org/officeDocument/2006/relationships/customXml" Target="../ink/ink313.xml"/><Relationship Id="rId60" Type="http://schemas.openxmlformats.org/officeDocument/2006/relationships/customXml" Target="../ink/ink30.xml"/><Relationship Id="rId156" Type="http://schemas.openxmlformats.org/officeDocument/2006/relationships/customXml" Target="../ink/ink119.xml"/><Relationship Id="rId198" Type="http://schemas.openxmlformats.org/officeDocument/2006/relationships/customXml" Target="../ink/ink150.xml"/><Relationship Id="rId321" Type="http://schemas.openxmlformats.org/officeDocument/2006/relationships/customXml" Target="../ink/ink212.xml"/><Relationship Id="rId363" Type="http://schemas.openxmlformats.org/officeDocument/2006/relationships/customXml" Target="../ink/ink234.xml"/><Relationship Id="rId419" Type="http://schemas.openxmlformats.org/officeDocument/2006/relationships/customXml" Target="../ink/ink262.xml"/><Relationship Id="rId223" Type="http://schemas.openxmlformats.org/officeDocument/2006/relationships/image" Target="../media/image59.png"/><Relationship Id="rId430" Type="http://schemas.openxmlformats.org/officeDocument/2006/relationships/image" Target="../media/image161.png"/><Relationship Id="rId18" Type="http://schemas.openxmlformats.org/officeDocument/2006/relationships/customXml" Target="../ink/ink9.xml"/><Relationship Id="rId265" Type="http://schemas.openxmlformats.org/officeDocument/2006/relationships/customXml" Target="../ink/ink184.xml"/><Relationship Id="rId472" Type="http://schemas.openxmlformats.org/officeDocument/2006/relationships/customXml" Target="../ink/ink289.xml"/><Relationship Id="rId528" Type="http://schemas.openxmlformats.org/officeDocument/2006/relationships/customXml" Target="../ink/ink319.xml"/><Relationship Id="rId125" Type="http://schemas.openxmlformats.org/officeDocument/2006/relationships/customXml" Target="../ink/ink88.xml"/><Relationship Id="rId167" Type="http://schemas.openxmlformats.org/officeDocument/2006/relationships/customXml" Target="../ink/ink130.xml"/><Relationship Id="rId332" Type="http://schemas.openxmlformats.org/officeDocument/2006/relationships/image" Target="../media/image112.png"/><Relationship Id="rId374" Type="http://schemas.openxmlformats.org/officeDocument/2006/relationships/image" Target="../media/image133.png"/><Relationship Id="rId71" Type="http://schemas.openxmlformats.org/officeDocument/2006/relationships/customXml" Target="../ink/ink36.xml"/><Relationship Id="rId234" Type="http://schemas.openxmlformats.org/officeDocument/2006/relationships/image" Target="../media/image64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3.png"/><Relationship Id="rId276" Type="http://schemas.openxmlformats.org/officeDocument/2006/relationships/image" Target="../media/image85.png"/><Relationship Id="rId441" Type="http://schemas.openxmlformats.org/officeDocument/2006/relationships/customXml" Target="../ink/ink273.xml"/><Relationship Id="rId483" Type="http://schemas.openxmlformats.org/officeDocument/2006/relationships/image" Target="../media/image187.png"/><Relationship Id="rId539" Type="http://schemas.openxmlformats.org/officeDocument/2006/relationships/image" Target="../media/image213.png"/><Relationship Id="rId40" Type="http://schemas.openxmlformats.org/officeDocument/2006/relationships/customXml" Target="../ink/ink20.xml"/><Relationship Id="rId136" Type="http://schemas.openxmlformats.org/officeDocument/2006/relationships/customXml" Target="../ink/ink99.xml"/><Relationship Id="rId178" Type="http://schemas.openxmlformats.org/officeDocument/2006/relationships/customXml" Target="../ink/ink140.xml"/><Relationship Id="rId301" Type="http://schemas.openxmlformats.org/officeDocument/2006/relationships/customXml" Target="../ink/ink202.xml"/><Relationship Id="rId343" Type="http://schemas.openxmlformats.org/officeDocument/2006/relationships/customXml" Target="../ink/ink224.xml"/><Relationship Id="rId550" Type="http://schemas.openxmlformats.org/officeDocument/2006/relationships/image" Target="../media/image218.png"/><Relationship Id="rId82" Type="http://schemas.openxmlformats.org/officeDocument/2006/relationships/customXml" Target="../ink/ink45.xml"/><Relationship Id="rId203" Type="http://schemas.openxmlformats.org/officeDocument/2006/relationships/image" Target="../media/image49.png"/><Relationship Id="rId385" Type="http://schemas.openxmlformats.org/officeDocument/2006/relationships/customXml" Target="../ink/ink245.xml"/><Relationship Id="rId245" Type="http://schemas.openxmlformats.org/officeDocument/2006/relationships/customXml" Target="../ink/ink174.xml"/><Relationship Id="rId287" Type="http://schemas.openxmlformats.org/officeDocument/2006/relationships/customXml" Target="../ink/ink195.xml"/><Relationship Id="rId410" Type="http://schemas.openxmlformats.org/officeDocument/2006/relationships/image" Target="../media/image151.png"/><Relationship Id="rId452" Type="http://schemas.openxmlformats.org/officeDocument/2006/relationships/image" Target="../media/image172.png"/><Relationship Id="rId494" Type="http://schemas.openxmlformats.org/officeDocument/2006/relationships/customXml" Target="../ink/ink300.xml"/><Relationship Id="rId508" Type="http://schemas.openxmlformats.org/officeDocument/2006/relationships/customXml" Target="../ink/ink307.xml"/><Relationship Id="rId105" Type="http://schemas.openxmlformats.org/officeDocument/2006/relationships/customXml" Target="../ink/ink68.xml"/><Relationship Id="rId147" Type="http://schemas.openxmlformats.org/officeDocument/2006/relationships/customXml" Target="../ink/ink110.xml"/><Relationship Id="rId312" Type="http://schemas.openxmlformats.org/officeDocument/2006/relationships/image" Target="../media/image103.png"/><Relationship Id="rId354" Type="http://schemas.openxmlformats.org/officeDocument/2006/relationships/image" Target="../media/image123.png"/><Relationship Id="rId51" Type="http://schemas.openxmlformats.org/officeDocument/2006/relationships/image" Target="../media/image24.png"/><Relationship Id="rId93" Type="http://schemas.openxmlformats.org/officeDocument/2006/relationships/customXml" Target="../ink/ink56.xml"/><Relationship Id="rId189" Type="http://schemas.openxmlformats.org/officeDocument/2006/relationships/image" Target="../media/image42.png"/><Relationship Id="rId396" Type="http://schemas.openxmlformats.org/officeDocument/2006/relationships/image" Target="../media/image144.png"/><Relationship Id="rId214" Type="http://schemas.openxmlformats.org/officeDocument/2006/relationships/customXml" Target="../ink/ink158.xml"/><Relationship Id="rId256" Type="http://schemas.openxmlformats.org/officeDocument/2006/relationships/image" Target="../media/image75.png"/><Relationship Id="rId298" Type="http://schemas.openxmlformats.org/officeDocument/2006/relationships/image" Target="../media/image96.png"/><Relationship Id="rId421" Type="http://schemas.openxmlformats.org/officeDocument/2006/relationships/customXml" Target="../ink/ink263.xml"/><Relationship Id="rId463" Type="http://schemas.openxmlformats.org/officeDocument/2006/relationships/customXml" Target="../ink/ink284.xml"/><Relationship Id="rId519" Type="http://schemas.openxmlformats.org/officeDocument/2006/relationships/image" Target="../media/image203.png"/><Relationship Id="rId116" Type="http://schemas.openxmlformats.org/officeDocument/2006/relationships/customXml" Target="../ink/ink79.xml"/><Relationship Id="rId158" Type="http://schemas.openxmlformats.org/officeDocument/2006/relationships/customXml" Target="../ink/ink121.xml"/><Relationship Id="rId323" Type="http://schemas.openxmlformats.org/officeDocument/2006/relationships/image" Target="../media/image108.png"/><Relationship Id="rId530" Type="http://schemas.openxmlformats.org/officeDocument/2006/relationships/customXml" Target="../ink/ink320.xml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customXml" Target="../ink/ink235.xml"/><Relationship Id="rId225" Type="http://schemas.openxmlformats.org/officeDocument/2006/relationships/image" Target="../media/image60.png"/><Relationship Id="rId267" Type="http://schemas.openxmlformats.org/officeDocument/2006/relationships/customXml" Target="../ink/ink185.xml"/><Relationship Id="rId432" Type="http://schemas.openxmlformats.org/officeDocument/2006/relationships/image" Target="../media/image162.png"/><Relationship Id="rId474" Type="http://schemas.openxmlformats.org/officeDocument/2006/relationships/customXml" Target="../ink/ink290.xml"/><Relationship Id="rId127" Type="http://schemas.openxmlformats.org/officeDocument/2006/relationships/customXml" Target="../ink/ink90.xml"/><Relationship Id="rId31" Type="http://schemas.openxmlformats.org/officeDocument/2006/relationships/image" Target="../media/image14.png"/><Relationship Id="rId73" Type="http://schemas.openxmlformats.org/officeDocument/2006/relationships/image" Target="../media/image34.png"/><Relationship Id="rId169" Type="http://schemas.openxmlformats.org/officeDocument/2006/relationships/customXml" Target="../ink/ink132.xml"/><Relationship Id="rId334" Type="http://schemas.openxmlformats.org/officeDocument/2006/relationships/image" Target="../media/image113.png"/><Relationship Id="rId376" Type="http://schemas.openxmlformats.org/officeDocument/2006/relationships/image" Target="../media/image134.png"/><Relationship Id="rId541" Type="http://schemas.openxmlformats.org/officeDocument/2006/relationships/image" Target="../media/image214.png"/><Relationship Id="rId4" Type="http://schemas.openxmlformats.org/officeDocument/2006/relationships/image" Target="../media/image2.svg"/><Relationship Id="rId180" Type="http://schemas.openxmlformats.org/officeDocument/2006/relationships/customXml" Target="../ink/ink141.xml"/><Relationship Id="rId236" Type="http://schemas.openxmlformats.org/officeDocument/2006/relationships/image" Target="../media/image65.png"/><Relationship Id="rId278" Type="http://schemas.openxmlformats.org/officeDocument/2006/relationships/image" Target="../media/image86.png"/><Relationship Id="rId401" Type="http://schemas.openxmlformats.org/officeDocument/2006/relationships/customXml" Target="../ink/ink253.xml"/><Relationship Id="rId443" Type="http://schemas.openxmlformats.org/officeDocument/2006/relationships/customXml" Target="../ink/ink274.xml"/><Relationship Id="rId303" Type="http://schemas.openxmlformats.org/officeDocument/2006/relationships/customXml" Target="../ink/ink203.xml"/><Relationship Id="rId485" Type="http://schemas.openxmlformats.org/officeDocument/2006/relationships/image" Target="../media/image188.png"/><Relationship Id="rId42" Type="http://schemas.openxmlformats.org/officeDocument/2006/relationships/customXml" Target="../ink/ink21.xml"/><Relationship Id="rId84" Type="http://schemas.openxmlformats.org/officeDocument/2006/relationships/customXml" Target="../ink/ink47.xml"/><Relationship Id="rId138" Type="http://schemas.openxmlformats.org/officeDocument/2006/relationships/customXml" Target="../ink/ink101.xml"/><Relationship Id="rId345" Type="http://schemas.openxmlformats.org/officeDocument/2006/relationships/customXml" Target="../ink/ink225.xml"/><Relationship Id="rId387" Type="http://schemas.openxmlformats.org/officeDocument/2006/relationships/customXml" Target="../ink/ink246.xml"/><Relationship Id="rId510" Type="http://schemas.openxmlformats.org/officeDocument/2006/relationships/customXml" Target="../ink/ink308.xml"/><Relationship Id="rId552" Type="http://schemas.openxmlformats.org/officeDocument/2006/relationships/image" Target="../media/image219.png"/><Relationship Id="rId191" Type="http://schemas.openxmlformats.org/officeDocument/2006/relationships/image" Target="../media/image43.png"/><Relationship Id="rId205" Type="http://schemas.openxmlformats.org/officeDocument/2006/relationships/image" Target="../media/image50.png"/><Relationship Id="rId247" Type="http://schemas.openxmlformats.org/officeDocument/2006/relationships/customXml" Target="../ink/ink175.xml"/><Relationship Id="rId412" Type="http://schemas.openxmlformats.org/officeDocument/2006/relationships/image" Target="../media/image152.png"/><Relationship Id="rId107" Type="http://schemas.openxmlformats.org/officeDocument/2006/relationships/customXml" Target="../ink/ink70.xml"/><Relationship Id="rId289" Type="http://schemas.openxmlformats.org/officeDocument/2006/relationships/customXml" Target="../ink/ink196.xml"/><Relationship Id="rId454" Type="http://schemas.openxmlformats.org/officeDocument/2006/relationships/image" Target="../media/image173.png"/><Relationship Id="rId496" Type="http://schemas.openxmlformats.org/officeDocument/2006/relationships/customXml" Target="../ink/ink301.xml"/><Relationship Id="rId11" Type="http://schemas.openxmlformats.org/officeDocument/2006/relationships/customXml" Target="../ink/ink4.xml"/><Relationship Id="rId53" Type="http://schemas.openxmlformats.org/officeDocument/2006/relationships/image" Target="../media/image25.png"/><Relationship Id="rId149" Type="http://schemas.openxmlformats.org/officeDocument/2006/relationships/customXml" Target="../ink/ink112.xml"/><Relationship Id="rId314" Type="http://schemas.openxmlformats.org/officeDocument/2006/relationships/image" Target="../media/image104.png"/><Relationship Id="rId356" Type="http://schemas.openxmlformats.org/officeDocument/2006/relationships/image" Target="../media/image124.png"/><Relationship Id="rId398" Type="http://schemas.openxmlformats.org/officeDocument/2006/relationships/image" Target="../media/image145.png"/><Relationship Id="rId521" Type="http://schemas.openxmlformats.org/officeDocument/2006/relationships/image" Target="../media/image204.png"/><Relationship Id="rId95" Type="http://schemas.openxmlformats.org/officeDocument/2006/relationships/customXml" Target="../ink/ink58.xml"/><Relationship Id="rId160" Type="http://schemas.openxmlformats.org/officeDocument/2006/relationships/customXml" Target="../ink/ink123.xml"/><Relationship Id="rId216" Type="http://schemas.openxmlformats.org/officeDocument/2006/relationships/customXml" Target="../ink/ink159.xml"/><Relationship Id="rId423" Type="http://schemas.openxmlformats.org/officeDocument/2006/relationships/customXml" Target="../ink/ink264.xml"/><Relationship Id="rId258" Type="http://schemas.openxmlformats.org/officeDocument/2006/relationships/image" Target="../media/image76.png"/><Relationship Id="rId465" Type="http://schemas.openxmlformats.org/officeDocument/2006/relationships/customXml" Target="../ink/ink285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81.xml"/><Relationship Id="rId325" Type="http://schemas.openxmlformats.org/officeDocument/2006/relationships/customXml" Target="../ink/ink215.xml"/><Relationship Id="rId367" Type="http://schemas.openxmlformats.org/officeDocument/2006/relationships/customXml" Target="../ink/ink236.xml"/><Relationship Id="rId532" Type="http://schemas.openxmlformats.org/officeDocument/2006/relationships/customXml" Target="../ink/ink321.xml"/><Relationship Id="rId171" Type="http://schemas.openxmlformats.org/officeDocument/2006/relationships/customXml" Target="../ink/ink134.xml"/><Relationship Id="rId227" Type="http://schemas.openxmlformats.org/officeDocument/2006/relationships/image" Target="../media/image61.png"/><Relationship Id="rId269" Type="http://schemas.openxmlformats.org/officeDocument/2006/relationships/customXml" Target="../ink/ink186.xml"/><Relationship Id="rId434" Type="http://schemas.openxmlformats.org/officeDocument/2006/relationships/image" Target="../media/image163.png"/><Relationship Id="rId476" Type="http://schemas.openxmlformats.org/officeDocument/2006/relationships/customXml" Target="../ink/ink291.xml"/><Relationship Id="rId33" Type="http://schemas.openxmlformats.org/officeDocument/2006/relationships/image" Target="../media/image15.png"/><Relationship Id="rId129" Type="http://schemas.openxmlformats.org/officeDocument/2006/relationships/customXml" Target="../ink/ink92.xml"/><Relationship Id="rId280" Type="http://schemas.openxmlformats.org/officeDocument/2006/relationships/image" Target="../media/image87.png"/><Relationship Id="rId336" Type="http://schemas.openxmlformats.org/officeDocument/2006/relationships/image" Target="../media/image114.png"/><Relationship Id="rId501" Type="http://schemas.openxmlformats.org/officeDocument/2006/relationships/image" Target="../media/image196.png"/><Relationship Id="rId543" Type="http://schemas.openxmlformats.org/officeDocument/2006/relationships/customXml" Target="../ink/ink327.xml"/><Relationship Id="rId75" Type="http://schemas.openxmlformats.org/officeDocument/2006/relationships/image" Target="../media/image35.png"/><Relationship Id="rId140" Type="http://schemas.openxmlformats.org/officeDocument/2006/relationships/customXml" Target="../ink/ink103.xml"/><Relationship Id="rId182" Type="http://schemas.openxmlformats.org/officeDocument/2006/relationships/customXml" Target="../ink/ink142.xml"/><Relationship Id="rId378" Type="http://schemas.openxmlformats.org/officeDocument/2006/relationships/image" Target="../media/image135.png"/><Relationship Id="rId403" Type="http://schemas.openxmlformats.org/officeDocument/2006/relationships/customXml" Target="../ink/ink254.xml"/><Relationship Id="rId6" Type="http://schemas.openxmlformats.org/officeDocument/2006/relationships/image" Target="../media/image4.svg"/><Relationship Id="rId238" Type="http://schemas.openxmlformats.org/officeDocument/2006/relationships/image" Target="../media/image66.png"/><Relationship Id="rId445" Type="http://schemas.openxmlformats.org/officeDocument/2006/relationships/customXml" Target="../ink/ink275.xml"/><Relationship Id="rId487" Type="http://schemas.openxmlformats.org/officeDocument/2006/relationships/image" Target="../media/image189.png"/><Relationship Id="rId291" Type="http://schemas.openxmlformats.org/officeDocument/2006/relationships/customXml" Target="../ink/ink197.xml"/><Relationship Id="rId305" Type="http://schemas.openxmlformats.org/officeDocument/2006/relationships/customXml" Target="../ink/ink204.xml"/><Relationship Id="rId347" Type="http://schemas.openxmlformats.org/officeDocument/2006/relationships/customXml" Target="../ink/ink226.xml"/><Relationship Id="rId512" Type="http://schemas.openxmlformats.org/officeDocument/2006/relationships/customXml" Target="../ink/ink309.xml"/><Relationship Id="rId44" Type="http://schemas.openxmlformats.org/officeDocument/2006/relationships/customXml" Target="../ink/ink22.xml"/><Relationship Id="rId86" Type="http://schemas.openxmlformats.org/officeDocument/2006/relationships/customXml" Target="../ink/ink49.xml"/><Relationship Id="rId151" Type="http://schemas.openxmlformats.org/officeDocument/2006/relationships/customXml" Target="../ink/ink114.xml"/><Relationship Id="rId389" Type="http://schemas.openxmlformats.org/officeDocument/2006/relationships/customXml" Target="../ink/ink247.xml"/><Relationship Id="rId554" Type="http://schemas.openxmlformats.org/officeDocument/2006/relationships/image" Target="../media/image220.png"/><Relationship Id="rId193" Type="http://schemas.openxmlformats.org/officeDocument/2006/relationships/image" Target="../media/image44.png"/><Relationship Id="rId207" Type="http://schemas.openxmlformats.org/officeDocument/2006/relationships/image" Target="../media/image51.png"/><Relationship Id="rId249" Type="http://schemas.openxmlformats.org/officeDocument/2006/relationships/customXml" Target="../ink/ink176.xml"/><Relationship Id="rId414" Type="http://schemas.openxmlformats.org/officeDocument/2006/relationships/image" Target="../media/image153.png"/><Relationship Id="rId456" Type="http://schemas.openxmlformats.org/officeDocument/2006/relationships/image" Target="../media/image174.png"/><Relationship Id="rId498" Type="http://schemas.openxmlformats.org/officeDocument/2006/relationships/customXml" Target="../ink/ink302.xml"/><Relationship Id="rId13" Type="http://schemas.openxmlformats.org/officeDocument/2006/relationships/customXml" Target="../ink/ink6.xml"/><Relationship Id="rId109" Type="http://schemas.openxmlformats.org/officeDocument/2006/relationships/customXml" Target="../ink/ink72.xml"/><Relationship Id="rId260" Type="http://schemas.openxmlformats.org/officeDocument/2006/relationships/image" Target="../media/image77.png"/><Relationship Id="rId316" Type="http://schemas.openxmlformats.org/officeDocument/2006/relationships/image" Target="../media/image105.png"/><Relationship Id="rId523" Type="http://schemas.openxmlformats.org/officeDocument/2006/relationships/image" Target="../media/image205.png"/><Relationship Id="rId55" Type="http://schemas.openxmlformats.org/officeDocument/2006/relationships/image" Target="../media/image26.png"/><Relationship Id="rId97" Type="http://schemas.openxmlformats.org/officeDocument/2006/relationships/customXml" Target="../ink/ink60.xml"/><Relationship Id="rId120" Type="http://schemas.openxmlformats.org/officeDocument/2006/relationships/customXml" Target="../ink/ink83.xml"/><Relationship Id="rId358" Type="http://schemas.openxmlformats.org/officeDocument/2006/relationships/image" Target="../media/image125.png"/><Relationship Id="rId162" Type="http://schemas.openxmlformats.org/officeDocument/2006/relationships/customXml" Target="../ink/ink125.xml"/><Relationship Id="rId218" Type="http://schemas.openxmlformats.org/officeDocument/2006/relationships/customXml" Target="../ink/ink160.xml"/><Relationship Id="rId425" Type="http://schemas.openxmlformats.org/officeDocument/2006/relationships/customXml" Target="../ink/ink265.xml"/><Relationship Id="rId467" Type="http://schemas.openxmlformats.org/officeDocument/2006/relationships/customXml" Target="../ink/ink286.xml"/><Relationship Id="rId271" Type="http://schemas.openxmlformats.org/officeDocument/2006/relationships/customXml" Target="../ink/ink187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customXml" Target="../ink/ink94.xml"/><Relationship Id="rId327" Type="http://schemas.openxmlformats.org/officeDocument/2006/relationships/customXml" Target="../ink/ink216.xml"/><Relationship Id="rId369" Type="http://schemas.openxmlformats.org/officeDocument/2006/relationships/customXml" Target="../ink/ink237.xml"/><Relationship Id="rId534" Type="http://schemas.openxmlformats.org/officeDocument/2006/relationships/customXml" Target="../ink/ink322.xml"/><Relationship Id="rId173" Type="http://schemas.openxmlformats.org/officeDocument/2006/relationships/customXml" Target="../ink/ink136.xml"/><Relationship Id="rId229" Type="http://schemas.openxmlformats.org/officeDocument/2006/relationships/image" Target="../media/image62.png"/><Relationship Id="rId380" Type="http://schemas.openxmlformats.org/officeDocument/2006/relationships/image" Target="../media/image136.png"/><Relationship Id="rId436" Type="http://schemas.openxmlformats.org/officeDocument/2006/relationships/image" Target="../media/image164.png"/><Relationship Id="rId240" Type="http://schemas.openxmlformats.org/officeDocument/2006/relationships/image" Target="../media/image67.png"/><Relationship Id="rId478" Type="http://schemas.openxmlformats.org/officeDocument/2006/relationships/customXml" Target="../ink/ink292.xml"/><Relationship Id="rId35" Type="http://schemas.openxmlformats.org/officeDocument/2006/relationships/image" Target="../media/image16.png"/><Relationship Id="rId77" Type="http://schemas.openxmlformats.org/officeDocument/2006/relationships/customXml" Target="../ink/ink40.xml"/><Relationship Id="rId100" Type="http://schemas.openxmlformats.org/officeDocument/2006/relationships/customXml" Target="../ink/ink63.xml"/><Relationship Id="rId282" Type="http://schemas.openxmlformats.org/officeDocument/2006/relationships/image" Target="../media/image88.png"/><Relationship Id="rId338" Type="http://schemas.openxmlformats.org/officeDocument/2006/relationships/image" Target="../media/image115.png"/><Relationship Id="rId503" Type="http://schemas.openxmlformats.org/officeDocument/2006/relationships/image" Target="../media/image197.png"/><Relationship Id="rId545" Type="http://schemas.openxmlformats.org/officeDocument/2006/relationships/customXml" Target="../ink/ink328.xml"/><Relationship Id="rId8" Type="http://schemas.openxmlformats.org/officeDocument/2006/relationships/image" Target="../media/image5.png"/><Relationship Id="rId142" Type="http://schemas.openxmlformats.org/officeDocument/2006/relationships/customXml" Target="../ink/ink105.xml"/><Relationship Id="rId184" Type="http://schemas.openxmlformats.org/officeDocument/2006/relationships/customXml" Target="../ink/ink143.xml"/><Relationship Id="rId391" Type="http://schemas.openxmlformats.org/officeDocument/2006/relationships/customXml" Target="../ink/ink248.xml"/><Relationship Id="rId405" Type="http://schemas.openxmlformats.org/officeDocument/2006/relationships/customXml" Target="../ink/ink255.xml"/><Relationship Id="rId447" Type="http://schemas.openxmlformats.org/officeDocument/2006/relationships/customXml" Target="../ink/ink276.xml"/><Relationship Id="rId251" Type="http://schemas.openxmlformats.org/officeDocument/2006/relationships/customXml" Target="../ink/ink177.xml"/><Relationship Id="rId489" Type="http://schemas.openxmlformats.org/officeDocument/2006/relationships/image" Target="../media/image190.png"/><Relationship Id="rId46" Type="http://schemas.openxmlformats.org/officeDocument/2006/relationships/customXml" Target="../ink/ink23.xml"/><Relationship Id="rId293" Type="http://schemas.openxmlformats.org/officeDocument/2006/relationships/customXml" Target="../ink/ink198.xml"/><Relationship Id="rId307" Type="http://schemas.openxmlformats.org/officeDocument/2006/relationships/customXml" Target="../ink/ink205.xml"/><Relationship Id="rId349" Type="http://schemas.openxmlformats.org/officeDocument/2006/relationships/customXml" Target="../ink/ink227.xml"/><Relationship Id="rId514" Type="http://schemas.openxmlformats.org/officeDocument/2006/relationships/customXml" Target="../ink/ink310.xml"/><Relationship Id="rId556" Type="http://schemas.openxmlformats.org/officeDocument/2006/relationships/image" Target="../media/image221.png"/><Relationship Id="rId88" Type="http://schemas.openxmlformats.org/officeDocument/2006/relationships/customXml" Target="../ink/ink51.xml"/><Relationship Id="rId111" Type="http://schemas.openxmlformats.org/officeDocument/2006/relationships/customXml" Target="../ink/ink74.xml"/><Relationship Id="rId153" Type="http://schemas.openxmlformats.org/officeDocument/2006/relationships/customXml" Target="../ink/ink116.xml"/><Relationship Id="rId195" Type="http://schemas.openxmlformats.org/officeDocument/2006/relationships/image" Target="../media/image45.png"/><Relationship Id="rId209" Type="http://schemas.openxmlformats.org/officeDocument/2006/relationships/image" Target="../media/image52.png"/><Relationship Id="rId360" Type="http://schemas.openxmlformats.org/officeDocument/2006/relationships/image" Target="../media/image126.png"/><Relationship Id="rId416" Type="http://schemas.openxmlformats.org/officeDocument/2006/relationships/image" Target="../media/image154.png"/><Relationship Id="rId220" Type="http://schemas.openxmlformats.org/officeDocument/2006/relationships/customXml" Target="../ink/ink161.xml"/><Relationship Id="rId458" Type="http://schemas.openxmlformats.org/officeDocument/2006/relationships/image" Target="../media/image175.png"/><Relationship Id="rId15" Type="http://schemas.openxmlformats.org/officeDocument/2006/relationships/image" Target="../media/image6.png"/><Relationship Id="rId57" Type="http://schemas.openxmlformats.org/officeDocument/2006/relationships/image" Target="../media/image27.png"/><Relationship Id="rId262" Type="http://schemas.openxmlformats.org/officeDocument/2006/relationships/image" Target="../media/image78.png"/><Relationship Id="rId318" Type="http://schemas.openxmlformats.org/officeDocument/2006/relationships/image" Target="../media/image106.png"/><Relationship Id="rId525" Type="http://schemas.openxmlformats.org/officeDocument/2006/relationships/image" Target="../media/image206.png"/><Relationship Id="rId99" Type="http://schemas.openxmlformats.org/officeDocument/2006/relationships/customXml" Target="../ink/ink62.xml"/><Relationship Id="rId122" Type="http://schemas.openxmlformats.org/officeDocument/2006/relationships/customXml" Target="../ink/ink85.xml"/><Relationship Id="rId164" Type="http://schemas.openxmlformats.org/officeDocument/2006/relationships/customXml" Target="../ink/ink127.xml"/><Relationship Id="rId371" Type="http://schemas.openxmlformats.org/officeDocument/2006/relationships/customXml" Target="../ink/ink238.xml"/><Relationship Id="rId427" Type="http://schemas.openxmlformats.org/officeDocument/2006/relationships/customXml" Target="../ink/ink266.xml"/><Relationship Id="rId469" Type="http://schemas.openxmlformats.org/officeDocument/2006/relationships/customXml" Target="../ink/ink287.xml"/><Relationship Id="rId26" Type="http://schemas.openxmlformats.org/officeDocument/2006/relationships/customXml" Target="../ink/ink13.xml"/><Relationship Id="rId231" Type="http://schemas.openxmlformats.org/officeDocument/2006/relationships/customXml" Target="../ink/ink167.xml"/><Relationship Id="rId273" Type="http://schemas.openxmlformats.org/officeDocument/2006/relationships/customXml" Target="../ink/ink188.xml"/><Relationship Id="rId329" Type="http://schemas.openxmlformats.org/officeDocument/2006/relationships/customXml" Target="../ink/ink217.xml"/><Relationship Id="rId480" Type="http://schemas.openxmlformats.org/officeDocument/2006/relationships/customXml" Target="../ink/ink293.xml"/><Relationship Id="rId536" Type="http://schemas.openxmlformats.org/officeDocument/2006/relationships/customXml" Target="../ink/ink323.xml"/><Relationship Id="rId68" Type="http://schemas.openxmlformats.org/officeDocument/2006/relationships/customXml" Target="../ink/ink34.xml"/><Relationship Id="rId133" Type="http://schemas.openxmlformats.org/officeDocument/2006/relationships/customXml" Target="../ink/ink96.xml"/><Relationship Id="rId175" Type="http://schemas.openxmlformats.org/officeDocument/2006/relationships/customXml" Target="../ink/ink138.xml"/><Relationship Id="rId340" Type="http://schemas.openxmlformats.org/officeDocument/2006/relationships/image" Target="../media/image116.png"/><Relationship Id="rId200" Type="http://schemas.openxmlformats.org/officeDocument/2006/relationships/customXml" Target="../ink/ink151.xml"/><Relationship Id="rId382" Type="http://schemas.openxmlformats.org/officeDocument/2006/relationships/image" Target="../media/image137.png"/><Relationship Id="rId438" Type="http://schemas.openxmlformats.org/officeDocument/2006/relationships/image" Target="../media/image165.png"/><Relationship Id="rId242" Type="http://schemas.openxmlformats.org/officeDocument/2006/relationships/image" Target="../media/image68.png"/><Relationship Id="rId284" Type="http://schemas.openxmlformats.org/officeDocument/2006/relationships/image" Target="../media/image89.png"/><Relationship Id="rId491" Type="http://schemas.openxmlformats.org/officeDocument/2006/relationships/image" Target="../media/image191.png"/><Relationship Id="rId505" Type="http://schemas.openxmlformats.org/officeDocument/2006/relationships/image" Target="../media/image198.png"/><Relationship Id="rId37" Type="http://schemas.openxmlformats.org/officeDocument/2006/relationships/image" Target="../media/image17.png"/><Relationship Id="rId79" Type="http://schemas.openxmlformats.org/officeDocument/2006/relationships/customXml" Target="../ink/ink42.xml"/><Relationship Id="rId102" Type="http://schemas.openxmlformats.org/officeDocument/2006/relationships/customXml" Target="../ink/ink65.xml"/><Relationship Id="rId144" Type="http://schemas.openxmlformats.org/officeDocument/2006/relationships/customXml" Target="../ink/ink107.xml"/><Relationship Id="rId547" Type="http://schemas.openxmlformats.org/officeDocument/2006/relationships/customXml" Target="../ink/ink329.xml"/><Relationship Id="rId90" Type="http://schemas.openxmlformats.org/officeDocument/2006/relationships/customXml" Target="../ink/ink53.xml"/><Relationship Id="rId186" Type="http://schemas.openxmlformats.org/officeDocument/2006/relationships/customXml" Target="../ink/ink144.xml"/><Relationship Id="rId351" Type="http://schemas.openxmlformats.org/officeDocument/2006/relationships/customXml" Target="../ink/ink228.xml"/><Relationship Id="rId393" Type="http://schemas.openxmlformats.org/officeDocument/2006/relationships/customXml" Target="../ink/ink249.xml"/><Relationship Id="rId407" Type="http://schemas.openxmlformats.org/officeDocument/2006/relationships/customXml" Target="../ink/ink256.xml"/><Relationship Id="rId449" Type="http://schemas.openxmlformats.org/officeDocument/2006/relationships/customXml" Target="../ink/ink277.xml"/><Relationship Id="rId211" Type="http://schemas.openxmlformats.org/officeDocument/2006/relationships/image" Target="../media/image53.png"/><Relationship Id="rId253" Type="http://schemas.openxmlformats.org/officeDocument/2006/relationships/customXml" Target="../ink/ink178.xml"/><Relationship Id="rId295" Type="http://schemas.openxmlformats.org/officeDocument/2006/relationships/customXml" Target="../ink/ink199.xml"/><Relationship Id="rId309" Type="http://schemas.openxmlformats.org/officeDocument/2006/relationships/customXml" Target="../ink/ink206.xml"/><Relationship Id="rId460" Type="http://schemas.openxmlformats.org/officeDocument/2006/relationships/image" Target="../media/image176.png"/><Relationship Id="rId516" Type="http://schemas.openxmlformats.org/officeDocument/2006/relationships/customXml" Target="../ink/ink312.xml"/><Relationship Id="rId48" Type="http://schemas.openxmlformats.org/officeDocument/2006/relationships/customXml" Target="../ink/ink24.xml"/><Relationship Id="rId113" Type="http://schemas.openxmlformats.org/officeDocument/2006/relationships/customXml" Target="../ink/ink76.xml"/><Relationship Id="rId320" Type="http://schemas.openxmlformats.org/officeDocument/2006/relationships/image" Target="../media/image107.png"/><Relationship Id="rId558" Type="http://schemas.openxmlformats.org/officeDocument/2006/relationships/image" Target="../media/image222.png"/><Relationship Id="rId155" Type="http://schemas.openxmlformats.org/officeDocument/2006/relationships/customXml" Target="../ink/ink118.xml"/><Relationship Id="rId197" Type="http://schemas.openxmlformats.org/officeDocument/2006/relationships/image" Target="../media/image46.png"/><Relationship Id="rId362" Type="http://schemas.openxmlformats.org/officeDocument/2006/relationships/image" Target="../media/image127.png"/><Relationship Id="rId418" Type="http://schemas.openxmlformats.org/officeDocument/2006/relationships/image" Target="../media/image155.png"/><Relationship Id="rId222" Type="http://schemas.openxmlformats.org/officeDocument/2006/relationships/customXml" Target="../ink/ink162.xml"/><Relationship Id="rId264" Type="http://schemas.openxmlformats.org/officeDocument/2006/relationships/image" Target="../media/image79.png"/><Relationship Id="rId471" Type="http://schemas.openxmlformats.org/officeDocument/2006/relationships/customXml" Target="../ink/ink288.xml"/><Relationship Id="rId17" Type="http://schemas.openxmlformats.org/officeDocument/2006/relationships/image" Target="../media/image7.png"/><Relationship Id="rId59" Type="http://schemas.openxmlformats.org/officeDocument/2006/relationships/image" Target="../media/image28.png"/><Relationship Id="rId124" Type="http://schemas.openxmlformats.org/officeDocument/2006/relationships/customXml" Target="../ink/ink87.xml"/><Relationship Id="rId527" Type="http://schemas.openxmlformats.org/officeDocument/2006/relationships/image" Target="../media/image207.png"/><Relationship Id="rId70" Type="http://schemas.openxmlformats.org/officeDocument/2006/relationships/customXml" Target="../ink/ink35.xml"/><Relationship Id="rId166" Type="http://schemas.openxmlformats.org/officeDocument/2006/relationships/customXml" Target="../ink/ink129.xml"/><Relationship Id="rId331" Type="http://schemas.openxmlformats.org/officeDocument/2006/relationships/customXml" Target="../ink/ink218.xml"/><Relationship Id="rId373" Type="http://schemas.openxmlformats.org/officeDocument/2006/relationships/customXml" Target="../ink/ink239.xml"/><Relationship Id="rId429" Type="http://schemas.openxmlformats.org/officeDocument/2006/relationships/customXml" Target="../ink/ink267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68.xml"/><Relationship Id="rId440" Type="http://schemas.openxmlformats.org/officeDocument/2006/relationships/image" Target="../media/image166.png"/><Relationship Id="rId28" Type="http://schemas.openxmlformats.org/officeDocument/2006/relationships/customXml" Target="../ink/ink14.xml"/><Relationship Id="rId275" Type="http://schemas.openxmlformats.org/officeDocument/2006/relationships/customXml" Target="../ink/ink189.xml"/><Relationship Id="rId300" Type="http://schemas.openxmlformats.org/officeDocument/2006/relationships/image" Target="../media/image97.png"/><Relationship Id="rId482" Type="http://schemas.openxmlformats.org/officeDocument/2006/relationships/customXml" Target="../ink/ink294.xml"/><Relationship Id="rId538" Type="http://schemas.openxmlformats.org/officeDocument/2006/relationships/customXml" Target="../ink/ink324.xml"/><Relationship Id="rId81" Type="http://schemas.openxmlformats.org/officeDocument/2006/relationships/customXml" Target="../ink/ink44.xml"/><Relationship Id="rId135" Type="http://schemas.openxmlformats.org/officeDocument/2006/relationships/customXml" Target="../ink/ink98.xml"/><Relationship Id="rId177" Type="http://schemas.openxmlformats.org/officeDocument/2006/relationships/image" Target="../media/image36.png"/><Relationship Id="rId342" Type="http://schemas.openxmlformats.org/officeDocument/2006/relationships/image" Target="../media/image117.png"/><Relationship Id="rId384" Type="http://schemas.openxmlformats.org/officeDocument/2006/relationships/image" Target="../media/image138.png"/><Relationship Id="rId202" Type="http://schemas.openxmlformats.org/officeDocument/2006/relationships/customXml" Target="../ink/ink152.xml"/><Relationship Id="rId244" Type="http://schemas.openxmlformats.org/officeDocument/2006/relationships/image" Target="../media/image69.png"/><Relationship Id="rId39" Type="http://schemas.openxmlformats.org/officeDocument/2006/relationships/image" Target="../media/image18.png"/><Relationship Id="rId286" Type="http://schemas.openxmlformats.org/officeDocument/2006/relationships/image" Target="../media/image90.png"/><Relationship Id="rId451" Type="http://schemas.openxmlformats.org/officeDocument/2006/relationships/customXml" Target="../ink/ink278.xml"/><Relationship Id="rId493" Type="http://schemas.openxmlformats.org/officeDocument/2006/relationships/image" Target="../media/image192.png"/><Relationship Id="rId507" Type="http://schemas.openxmlformats.org/officeDocument/2006/relationships/image" Target="../media/image199.png"/><Relationship Id="rId549" Type="http://schemas.openxmlformats.org/officeDocument/2006/relationships/customXml" Target="../ink/ink330.xml"/><Relationship Id="rId50" Type="http://schemas.openxmlformats.org/officeDocument/2006/relationships/customXml" Target="../ink/ink25.xml"/><Relationship Id="rId104" Type="http://schemas.openxmlformats.org/officeDocument/2006/relationships/customXml" Target="../ink/ink67.xml"/><Relationship Id="rId146" Type="http://schemas.openxmlformats.org/officeDocument/2006/relationships/customXml" Target="../ink/ink109.xml"/><Relationship Id="rId188" Type="http://schemas.openxmlformats.org/officeDocument/2006/relationships/customXml" Target="../ink/ink145.xml"/><Relationship Id="rId311" Type="http://schemas.openxmlformats.org/officeDocument/2006/relationships/customXml" Target="../ink/ink207.xml"/><Relationship Id="rId353" Type="http://schemas.openxmlformats.org/officeDocument/2006/relationships/customXml" Target="../ink/ink229.xml"/><Relationship Id="rId395" Type="http://schemas.openxmlformats.org/officeDocument/2006/relationships/customXml" Target="../ink/ink250.xml"/><Relationship Id="rId409" Type="http://schemas.openxmlformats.org/officeDocument/2006/relationships/customXml" Target="../ink/ink257.xml"/><Relationship Id="rId92" Type="http://schemas.openxmlformats.org/officeDocument/2006/relationships/customXml" Target="../ink/ink55.xml"/><Relationship Id="rId213" Type="http://schemas.openxmlformats.org/officeDocument/2006/relationships/image" Target="../media/image54.png"/><Relationship Id="rId420" Type="http://schemas.openxmlformats.org/officeDocument/2006/relationships/image" Target="../media/image156.png"/><Relationship Id="rId255" Type="http://schemas.openxmlformats.org/officeDocument/2006/relationships/customXml" Target="../ink/ink179.xml"/><Relationship Id="rId297" Type="http://schemas.openxmlformats.org/officeDocument/2006/relationships/customXml" Target="../ink/ink200.xml"/><Relationship Id="rId462" Type="http://schemas.openxmlformats.org/officeDocument/2006/relationships/image" Target="../media/image177.png"/><Relationship Id="rId518" Type="http://schemas.openxmlformats.org/officeDocument/2006/relationships/customXml" Target="../ink/ink314.xml"/><Relationship Id="rId115" Type="http://schemas.openxmlformats.org/officeDocument/2006/relationships/customXml" Target="../ink/ink78.xml"/><Relationship Id="rId157" Type="http://schemas.openxmlformats.org/officeDocument/2006/relationships/customXml" Target="../ink/ink120.xml"/><Relationship Id="rId322" Type="http://schemas.openxmlformats.org/officeDocument/2006/relationships/customXml" Target="../ink/ink213.xml"/><Relationship Id="rId364" Type="http://schemas.openxmlformats.org/officeDocument/2006/relationships/image" Target="../media/image128.png"/><Relationship Id="rId61" Type="http://schemas.openxmlformats.org/officeDocument/2006/relationships/image" Target="../media/image29.png"/><Relationship Id="rId199" Type="http://schemas.openxmlformats.org/officeDocument/2006/relationships/image" Target="../media/image47.png"/><Relationship Id="rId19" Type="http://schemas.openxmlformats.org/officeDocument/2006/relationships/image" Target="../media/image8.png"/><Relationship Id="rId224" Type="http://schemas.openxmlformats.org/officeDocument/2006/relationships/customXml" Target="../ink/ink163.xml"/><Relationship Id="rId266" Type="http://schemas.openxmlformats.org/officeDocument/2006/relationships/image" Target="../media/image80.png"/><Relationship Id="rId431" Type="http://schemas.openxmlformats.org/officeDocument/2006/relationships/customXml" Target="../ink/ink268.xml"/><Relationship Id="rId473" Type="http://schemas.openxmlformats.org/officeDocument/2006/relationships/image" Target="../media/image182.png"/><Relationship Id="rId529" Type="http://schemas.openxmlformats.org/officeDocument/2006/relationships/image" Target="../media/image208.png"/><Relationship Id="rId30" Type="http://schemas.openxmlformats.org/officeDocument/2006/relationships/customXml" Target="../ink/ink15.xml"/><Relationship Id="rId126" Type="http://schemas.openxmlformats.org/officeDocument/2006/relationships/customXml" Target="../ink/ink89.xml"/><Relationship Id="rId168" Type="http://schemas.openxmlformats.org/officeDocument/2006/relationships/customXml" Target="../ink/ink131.xml"/><Relationship Id="rId333" Type="http://schemas.openxmlformats.org/officeDocument/2006/relationships/customXml" Target="../ink/ink219.xml"/><Relationship Id="rId540" Type="http://schemas.openxmlformats.org/officeDocument/2006/relationships/customXml" Target="../ink/ink325.xml"/><Relationship Id="rId72" Type="http://schemas.openxmlformats.org/officeDocument/2006/relationships/customXml" Target="../ink/ink37.xml"/><Relationship Id="rId375" Type="http://schemas.openxmlformats.org/officeDocument/2006/relationships/customXml" Target="../ink/ink240.xml"/><Relationship Id="rId3" Type="http://schemas.openxmlformats.org/officeDocument/2006/relationships/image" Target="../media/image1.svg"/><Relationship Id="rId235" Type="http://schemas.openxmlformats.org/officeDocument/2006/relationships/customXml" Target="../ink/ink169.xml"/><Relationship Id="rId277" Type="http://schemas.openxmlformats.org/officeDocument/2006/relationships/customXml" Target="../ink/ink190.xml"/><Relationship Id="rId400" Type="http://schemas.openxmlformats.org/officeDocument/2006/relationships/image" Target="../media/image146.png"/><Relationship Id="rId442" Type="http://schemas.openxmlformats.org/officeDocument/2006/relationships/image" Target="../media/image167.png"/><Relationship Id="rId484" Type="http://schemas.openxmlformats.org/officeDocument/2006/relationships/customXml" Target="../ink/ink295.xml"/><Relationship Id="rId137" Type="http://schemas.openxmlformats.org/officeDocument/2006/relationships/customXml" Target="../ink/ink100.xml"/><Relationship Id="rId302" Type="http://schemas.openxmlformats.org/officeDocument/2006/relationships/image" Target="../media/image98.png"/><Relationship Id="rId344" Type="http://schemas.openxmlformats.org/officeDocument/2006/relationships/image" Target="../media/image118.png"/><Relationship Id="rId41" Type="http://schemas.openxmlformats.org/officeDocument/2006/relationships/image" Target="../media/image19.png"/><Relationship Id="rId83" Type="http://schemas.openxmlformats.org/officeDocument/2006/relationships/customXml" Target="../ink/ink46.xml"/><Relationship Id="rId179" Type="http://schemas.openxmlformats.org/officeDocument/2006/relationships/image" Target="../media/image37.png"/><Relationship Id="rId386" Type="http://schemas.openxmlformats.org/officeDocument/2006/relationships/image" Target="../media/image139.png"/><Relationship Id="rId551" Type="http://schemas.openxmlformats.org/officeDocument/2006/relationships/customXml" Target="../ink/ink331.xml"/><Relationship Id="rId190" Type="http://schemas.openxmlformats.org/officeDocument/2006/relationships/customXml" Target="../ink/ink146.xml"/><Relationship Id="rId204" Type="http://schemas.openxmlformats.org/officeDocument/2006/relationships/customXml" Target="../ink/ink153.xml"/><Relationship Id="rId246" Type="http://schemas.openxmlformats.org/officeDocument/2006/relationships/image" Target="../media/image70.png"/><Relationship Id="rId288" Type="http://schemas.openxmlformats.org/officeDocument/2006/relationships/image" Target="../media/image91.png"/><Relationship Id="rId411" Type="http://schemas.openxmlformats.org/officeDocument/2006/relationships/customXml" Target="../ink/ink258.xml"/><Relationship Id="rId453" Type="http://schemas.openxmlformats.org/officeDocument/2006/relationships/customXml" Target="../ink/ink279.xml"/><Relationship Id="rId509" Type="http://schemas.openxmlformats.org/officeDocument/2006/relationships/image" Target="../media/image200.png"/><Relationship Id="rId106" Type="http://schemas.openxmlformats.org/officeDocument/2006/relationships/customXml" Target="../ink/ink69.xml"/><Relationship Id="rId313" Type="http://schemas.openxmlformats.org/officeDocument/2006/relationships/customXml" Target="../ink/ink208.xml"/><Relationship Id="rId495" Type="http://schemas.openxmlformats.org/officeDocument/2006/relationships/image" Target="../media/image193.png"/><Relationship Id="rId10" Type="http://schemas.openxmlformats.org/officeDocument/2006/relationships/customXml" Target="../ink/ink3.xml"/><Relationship Id="rId52" Type="http://schemas.openxmlformats.org/officeDocument/2006/relationships/customXml" Target="../ink/ink26.xml"/><Relationship Id="rId94" Type="http://schemas.openxmlformats.org/officeDocument/2006/relationships/customXml" Target="../ink/ink57.xml"/><Relationship Id="rId148" Type="http://schemas.openxmlformats.org/officeDocument/2006/relationships/customXml" Target="../ink/ink111.xml"/><Relationship Id="rId355" Type="http://schemas.openxmlformats.org/officeDocument/2006/relationships/customXml" Target="../ink/ink230.xml"/><Relationship Id="rId397" Type="http://schemas.openxmlformats.org/officeDocument/2006/relationships/customXml" Target="../ink/ink251.xml"/><Relationship Id="rId520" Type="http://schemas.openxmlformats.org/officeDocument/2006/relationships/customXml" Target="../ink/ink315.xml"/><Relationship Id="rId215" Type="http://schemas.openxmlformats.org/officeDocument/2006/relationships/image" Target="../media/image55.png"/><Relationship Id="rId257" Type="http://schemas.openxmlformats.org/officeDocument/2006/relationships/customXml" Target="../ink/ink180.xml"/><Relationship Id="rId422" Type="http://schemas.openxmlformats.org/officeDocument/2006/relationships/image" Target="../media/image157.png"/><Relationship Id="rId464" Type="http://schemas.openxmlformats.org/officeDocument/2006/relationships/image" Target="../media/image178.png"/><Relationship Id="rId299" Type="http://schemas.openxmlformats.org/officeDocument/2006/relationships/customXml" Target="../ink/ink201.xml"/><Relationship Id="rId63" Type="http://schemas.openxmlformats.org/officeDocument/2006/relationships/image" Target="../media/image30.png"/><Relationship Id="rId159" Type="http://schemas.openxmlformats.org/officeDocument/2006/relationships/customXml" Target="../ink/ink122.xml"/><Relationship Id="rId366" Type="http://schemas.openxmlformats.org/officeDocument/2006/relationships/image" Target="../media/image129.png"/><Relationship Id="rId226" Type="http://schemas.openxmlformats.org/officeDocument/2006/relationships/customXml" Target="../ink/ink164.xml"/><Relationship Id="rId433" Type="http://schemas.openxmlformats.org/officeDocument/2006/relationships/customXml" Target="../ink/ink269.xml"/><Relationship Id="rId74" Type="http://schemas.openxmlformats.org/officeDocument/2006/relationships/customXml" Target="../ink/ink38.xml"/><Relationship Id="rId377" Type="http://schemas.openxmlformats.org/officeDocument/2006/relationships/customXml" Target="../ink/ink241.xml"/><Relationship Id="rId500" Type="http://schemas.openxmlformats.org/officeDocument/2006/relationships/customXml" Target="../ink/ink303.xml"/><Relationship Id="rId5" Type="http://schemas.openxmlformats.org/officeDocument/2006/relationships/image" Target="../media/image3.svg"/><Relationship Id="rId237" Type="http://schemas.openxmlformats.org/officeDocument/2006/relationships/customXml" Target="../ink/ink170.xml"/><Relationship Id="rId444" Type="http://schemas.openxmlformats.org/officeDocument/2006/relationships/image" Target="../media/image168.png"/><Relationship Id="rId290" Type="http://schemas.openxmlformats.org/officeDocument/2006/relationships/image" Target="../media/image92.png"/><Relationship Id="rId304" Type="http://schemas.openxmlformats.org/officeDocument/2006/relationships/image" Target="../media/image99.png"/><Relationship Id="rId388" Type="http://schemas.openxmlformats.org/officeDocument/2006/relationships/image" Target="../media/image140.png"/><Relationship Id="rId511" Type="http://schemas.openxmlformats.org/officeDocument/2006/relationships/image" Target="../media/image201.png"/><Relationship Id="rId85" Type="http://schemas.openxmlformats.org/officeDocument/2006/relationships/customXml" Target="../ink/ink48.xml"/><Relationship Id="rId150" Type="http://schemas.openxmlformats.org/officeDocument/2006/relationships/customXml" Target="../ink/ink113.xml"/><Relationship Id="rId248" Type="http://schemas.openxmlformats.org/officeDocument/2006/relationships/image" Target="../media/image71.png"/><Relationship Id="rId455" Type="http://schemas.openxmlformats.org/officeDocument/2006/relationships/customXml" Target="../ink/ink280.xml"/><Relationship Id="rId12" Type="http://schemas.openxmlformats.org/officeDocument/2006/relationships/customXml" Target="../ink/ink5.xml"/><Relationship Id="rId108" Type="http://schemas.openxmlformats.org/officeDocument/2006/relationships/customXml" Target="../ink/ink71.xml"/><Relationship Id="rId315" Type="http://schemas.openxmlformats.org/officeDocument/2006/relationships/customXml" Target="../ink/ink209.xml"/><Relationship Id="rId522" Type="http://schemas.openxmlformats.org/officeDocument/2006/relationships/customXml" Target="../ink/ink316.xml"/><Relationship Id="rId96" Type="http://schemas.openxmlformats.org/officeDocument/2006/relationships/customXml" Target="../ink/ink59.xml"/><Relationship Id="rId161" Type="http://schemas.openxmlformats.org/officeDocument/2006/relationships/customXml" Target="../ink/ink124.xml"/><Relationship Id="rId399" Type="http://schemas.openxmlformats.org/officeDocument/2006/relationships/customXml" Target="../ink/ink25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5.png"/><Relationship Id="rId299" Type="http://schemas.openxmlformats.org/officeDocument/2006/relationships/customXml" Target="../ink/ink487.xml"/><Relationship Id="rId21" Type="http://schemas.openxmlformats.org/officeDocument/2006/relationships/customXml" Target="../ink/ink342.xml"/><Relationship Id="rId63" Type="http://schemas.openxmlformats.org/officeDocument/2006/relationships/customXml" Target="../ink/ink363.xml"/><Relationship Id="rId159" Type="http://schemas.openxmlformats.org/officeDocument/2006/relationships/image" Target="../media/image291.png"/><Relationship Id="rId324" Type="http://schemas.openxmlformats.org/officeDocument/2006/relationships/image" Target="../media/image369.png"/><Relationship Id="rId366" Type="http://schemas.openxmlformats.org/officeDocument/2006/relationships/customXml" Target="../ink/ink523.xml"/><Relationship Id="rId170" Type="http://schemas.openxmlformats.org/officeDocument/2006/relationships/customXml" Target="../ink/ink422.xml"/><Relationship Id="rId226" Type="http://schemas.openxmlformats.org/officeDocument/2006/relationships/customXml" Target="../ink/ink450.xml"/><Relationship Id="rId433" Type="http://schemas.openxmlformats.org/officeDocument/2006/relationships/image" Target="../media/image420.png"/><Relationship Id="rId268" Type="http://schemas.openxmlformats.org/officeDocument/2006/relationships/image" Target="../media/image128.png"/><Relationship Id="rId475" Type="http://schemas.openxmlformats.org/officeDocument/2006/relationships/image" Target="../media/image441.png"/><Relationship Id="rId32" Type="http://schemas.openxmlformats.org/officeDocument/2006/relationships/image" Target="../media/image235.png"/><Relationship Id="rId74" Type="http://schemas.openxmlformats.org/officeDocument/2006/relationships/customXml" Target="../ink/ink369.xml"/><Relationship Id="rId128" Type="http://schemas.openxmlformats.org/officeDocument/2006/relationships/image" Target="../media/image280.png"/><Relationship Id="rId335" Type="http://schemas.openxmlformats.org/officeDocument/2006/relationships/customXml" Target="../ink/ink505.xml"/><Relationship Id="rId377" Type="http://schemas.openxmlformats.org/officeDocument/2006/relationships/image" Target="../media/image392.png"/><Relationship Id="rId5" Type="http://schemas.openxmlformats.org/officeDocument/2006/relationships/image" Target="../media/image3.svg"/><Relationship Id="rId181" Type="http://schemas.openxmlformats.org/officeDocument/2006/relationships/image" Target="../media/image302.png"/><Relationship Id="rId237" Type="http://schemas.openxmlformats.org/officeDocument/2006/relationships/customXml" Target="../ink/ink456.xml"/><Relationship Id="rId402" Type="http://schemas.openxmlformats.org/officeDocument/2006/relationships/customXml" Target="../ink/ink541.xml"/><Relationship Id="rId279" Type="http://schemas.openxmlformats.org/officeDocument/2006/relationships/customXml" Target="../ink/ink477.xml"/><Relationship Id="rId444" Type="http://schemas.openxmlformats.org/officeDocument/2006/relationships/customXml" Target="../ink/ink562.xml"/><Relationship Id="rId486" Type="http://schemas.openxmlformats.org/officeDocument/2006/relationships/customXml" Target="../ink/ink583.xml"/><Relationship Id="rId43" Type="http://schemas.openxmlformats.org/officeDocument/2006/relationships/customXml" Target="../ink/ink353.xml"/><Relationship Id="rId139" Type="http://schemas.openxmlformats.org/officeDocument/2006/relationships/image" Target="../media/image282.png"/><Relationship Id="rId290" Type="http://schemas.openxmlformats.org/officeDocument/2006/relationships/image" Target="../media/image352.png"/><Relationship Id="rId304" Type="http://schemas.openxmlformats.org/officeDocument/2006/relationships/image" Target="../media/image359.png"/><Relationship Id="rId346" Type="http://schemas.openxmlformats.org/officeDocument/2006/relationships/customXml" Target="../ink/ink512.xml"/><Relationship Id="rId388" Type="http://schemas.openxmlformats.org/officeDocument/2006/relationships/customXml" Target="../ink/ink534.xml"/><Relationship Id="rId85" Type="http://schemas.openxmlformats.org/officeDocument/2006/relationships/image" Target="../media/image259.png"/><Relationship Id="rId150" Type="http://schemas.openxmlformats.org/officeDocument/2006/relationships/customXml" Target="../ink/ink412.xml"/><Relationship Id="rId192" Type="http://schemas.openxmlformats.org/officeDocument/2006/relationships/customXml" Target="../ink/ink433.xml"/><Relationship Id="rId206" Type="http://schemas.openxmlformats.org/officeDocument/2006/relationships/customXml" Target="../ink/ink440.xml"/><Relationship Id="rId413" Type="http://schemas.openxmlformats.org/officeDocument/2006/relationships/image" Target="../media/image410.png"/><Relationship Id="rId248" Type="http://schemas.openxmlformats.org/officeDocument/2006/relationships/image" Target="../media/image333.png"/><Relationship Id="rId455" Type="http://schemas.openxmlformats.org/officeDocument/2006/relationships/image" Target="../media/image431.png"/><Relationship Id="rId497" Type="http://schemas.openxmlformats.org/officeDocument/2006/relationships/image" Target="../media/image452.png"/><Relationship Id="rId12" Type="http://schemas.openxmlformats.org/officeDocument/2006/relationships/image" Target="../media/image225.png"/><Relationship Id="rId108" Type="http://schemas.openxmlformats.org/officeDocument/2006/relationships/customXml" Target="../ink/ink387.xml"/><Relationship Id="rId315" Type="http://schemas.openxmlformats.org/officeDocument/2006/relationships/customXml" Target="../ink/ink495.xml"/><Relationship Id="rId357" Type="http://schemas.openxmlformats.org/officeDocument/2006/relationships/image" Target="../media/image382.png"/><Relationship Id="rId54" Type="http://schemas.openxmlformats.org/officeDocument/2006/relationships/image" Target="../media/image246.png"/><Relationship Id="rId96" Type="http://schemas.openxmlformats.org/officeDocument/2006/relationships/customXml" Target="../ink/ink381.xml"/><Relationship Id="rId161" Type="http://schemas.openxmlformats.org/officeDocument/2006/relationships/image" Target="../media/image292.png"/><Relationship Id="rId217" Type="http://schemas.openxmlformats.org/officeDocument/2006/relationships/image" Target="../media/image320.png"/><Relationship Id="rId399" Type="http://schemas.openxmlformats.org/officeDocument/2006/relationships/image" Target="../media/image403.png"/><Relationship Id="rId259" Type="http://schemas.openxmlformats.org/officeDocument/2006/relationships/customXml" Target="../ink/ink467.xml"/><Relationship Id="rId424" Type="http://schemas.openxmlformats.org/officeDocument/2006/relationships/customXml" Target="../ink/ink552.xml"/><Relationship Id="rId466" Type="http://schemas.openxmlformats.org/officeDocument/2006/relationships/customXml" Target="../ink/ink573.xml"/><Relationship Id="rId23" Type="http://schemas.openxmlformats.org/officeDocument/2006/relationships/customXml" Target="../ink/ink343.xml"/><Relationship Id="rId119" Type="http://schemas.openxmlformats.org/officeDocument/2006/relationships/image" Target="../media/image276.png"/><Relationship Id="rId270" Type="http://schemas.openxmlformats.org/officeDocument/2006/relationships/image" Target="../media/image217.png"/><Relationship Id="rId326" Type="http://schemas.openxmlformats.org/officeDocument/2006/relationships/image" Target="../media/image370.png"/><Relationship Id="rId65" Type="http://schemas.openxmlformats.org/officeDocument/2006/relationships/customXml" Target="../ink/ink364.xml"/><Relationship Id="rId130" Type="http://schemas.openxmlformats.org/officeDocument/2006/relationships/image" Target="../media/image281.png"/><Relationship Id="rId368" Type="http://schemas.openxmlformats.org/officeDocument/2006/relationships/customXml" Target="../ink/ink524.xml"/><Relationship Id="rId172" Type="http://schemas.openxmlformats.org/officeDocument/2006/relationships/customXml" Target="../ink/ink423.xml"/><Relationship Id="rId228" Type="http://schemas.openxmlformats.org/officeDocument/2006/relationships/customXml" Target="../ink/ink451.xml"/><Relationship Id="rId435" Type="http://schemas.openxmlformats.org/officeDocument/2006/relationships/image" Target="../media/image421.png"/><Relationship Id="rId477" Type="http://schemas.openxmlformats.org/officeDocument/2006/relationships/image" Target="../media/image442.png"/><Relationship Id="rId281" Type="http://schemas.openxmlformats.org/officeDocument/2006/relationships/customXml" Target="../ink/ink478.xml"/><Relationship Id="rId337" Type="http://schemas.openxmlformats.org/officeDocument/2006/relationships/customXml" Target="../ink/ink506.xml"/><Relationship Id="rId34" Type="http://schemas.openxmlformats.org/officeDocument/2006/relationships/image" Target="../media/image236.png"/><Relationship Id="rId76" Type="http://schemas.openxmlformats.org/officeDocument/2006/relationships/image" Target="../media/image255.png"/><Relationship Id="rId141" Type="http://schemas.openxmlformats.org/officeDocument/2006/relationships/image" Target="../media/image283.png"/><Relationship Id="rId379" Type="http://schemas.openxmlformats.org/officeDocument/2006/relationships/image" Target="../media/image393.png"/><Relationship Id="rId7" Type="http://schemas.openxmlformats.org/officeDocument/2006/relationships/customXml" Target="../ink/ink335.xml"/><Relationship Id="rId183" Type="http://schemas.openxmlformats.org/officeDocument/2006/relationships/image" Target="../media/image303.png"/><Relationship Id="rId239" Type="http://schemas.openxmlformats.org/officeDocument/2006/relationships/customXml" Target="../ink/ink457.xml"/><Relationship Id="rId390" Type="http://schemas.openxmlformats.org/officeDocument/2006/relationships/customXml" Target="../ink/ink535.xml"/><Relationship Id="rId404" Type="http://schemas.openxmlformats.org/officeDocument/2006/relationships/customXml" Target="../ink/ink542.xml"/><Relationship Id="rId446" Type="http://schemas.openxmlformats.org/officeDocument/2006/relationships/customXml" Target="../ink/ink563.xml"/><Relationship Id="rId250" Type="http://schemas.openxmlformats.org/officeDocument/2006/relationships/image" Target="../media/image334.png"/><Relationship Id="rId292" Type="http://schemas.openxmlformats.org/officeDocument/2006/relationships/image" Target="../media/image353.png"/><Relationship Id="rId306" Type="http://schemas.openxmlformats.org/officeDocument/2006/relationships/image" Target="../media/image360.png"/><Relationship Id="rId488" Type="http://schemas.openxmlformats.org/officeDocument/2006/relationships/customXml" Target="../ink/ink584.xml"/><Relationship Id="rId45" Type="http://schemas.openxmlformats.org/officeDocument/2006/relationships/customXml" Target="../ink/ink354.xml"/><Relationship Id="rId87" Type="http://schemas.openxmlformats.org/officeDocument/2006/relationships/image" Target="../media/image260.png"/><Relationship Id="rId110" Type="http://schemas.openxmlformats.org/officeDocument/2006/relationships/customXml" Target="../ink/ink388.xml"/><Relationship Id="rId348" Type="http://schemas.openxmlformats.org/officeDocument/2006/relationships/customXml" Target="../ink/ink514.xml"/><Relationship Id="rId152" Type="http://schemas.openxmlformats.org/officeDocument/2006/relationships/customXml" Target="../ink/ink413.xml"/><Relationship Id="rId194" Type="http://schemas.openxmlformats.org/officeDocument/2006/relationships/customXml" Target="../ink/ink434.xml"/><Relationship Id="rId208" Type="http://schemas.openxmlformats.org/officeDocument/2006/relationships/customXml" Target="../ink/ink441.xml"/><Relationship Id="rId415" Type="http://schemas.openxmlformats.org/officeDocument/2006/relationships/image" Target="../media/image411.png"/><Relationship Id="rId457" Type="http://schemas.openxmlformats.org/officeDocument/2006/relationships/image" Target="../media/image432.png"/><Relationship Id="rId261" Type="http://schemas.openxmlformats.org/officeDocument/2006/relationships/customXml" Target="../ink/ink468.xml"/><Relationship Id="rId499" Type="http://schemas.openxmlformats.org/officeDocument/2006/relationships/image" Target="../media/image453.png"/><Relationship Id="rId14" Type="http://schemas.openxmlformats.org/officeDocument/2006/relationships/image" Target="../media/image226.png"/><Relationship Id="rId56" Type="http://schemas.openxmlformats.org/officeDocument/2006/relationships/image" Target="../media/image247.png"/><Relationship Id="rId317" Type="http://schemas.openxmlformats.org/officeDocument/2006/relationships/customXml" Target="../ink/ink496.xml"/><Relationship Id="rId359" Type="http://schemas.openxmlformats.org/officeDocument/2006/relationships/image" Target="../media/image383.png"/><Relationship Id="rId98" Type="http://schemas.openxmlformats.org/officeDocument/2006/relationships/customXml" Target="../ink/ink382.xml"/><Relationship Id="rId121" Type="http://schemas.openxmlformats.org/officeDocument/2006/relationships/image" Target="../media/image277.png"/><Relationship Id="rId163" Type="http://schemas.openxmlformats.org/officeDocument/2006/relationships/image" Target="../media/image293.png"/><Relationship Id="rId219" Type="http://schemas.openxmlformats.org/officeDocument/2006/relationships/image" Target="../media/image321.png"/><Relationship Id="rId370" Type="http://schemas.openxmlformats.org/officeDocument/2006/relationships/customXml" Target="../ink/ink525.xml"/><Relationship Id="rId426" Type="http://schemas.openxmlformats.org/officeDocument/2006/relationships/customXml" Target="../ink/ink553.xml"/><Relationship Id="rId230" Type="http://schemas.openxmlformats.org/officeDocument/2006/relationships/image" Target="../media/image324.png"/><Relationship Id="rId468" Type="http://schemas.openxmlformats.org/officeDocument/2006/relationships/customXml" Target="../ink/ink574.xml"/><Relationship Id="rId25" Type="http://schemas.openxmlformats.org/officeDocument/2006/relationships/customXml" Target="../ink/ink344.xml"/><Relationship Id="rId67" Type="http://schemas.openxmlformats.org/officeDocument/2006/relationships/customXml" Target="../ink/ink365.xml"/><Relationship Id="rId272" Type="http://schemas.openxmlformats.org/officeDocument/2006/relationships/image" Target="../media/image343.png"/><Relationship Id="rId328" Type="http://schemas.openxmlformats.org/officeDocument/2006/relationships/image" Target="../media/image371.png"/><Relationship Id="rId132" Type="http://schemas.openxmlformats.org/officeDocument/2006/relationships/customXml" Target="../ink/ink400.xml"/><Relationship Id="rId174" Type="http://schemas.openxmlformats.org/officeDocument/2006/relationships/customXml" Target="../ink/ink424.xml"/><Relationship Id="rId381" Type="http://schemas.openxmlformats.org/officeDocument/2006/relationships/image" Target="../media/image394.png"/><Relationship Id="rId241" Type="http://schemas.openxmlformats.org/officeDocument/2006/relationships/customXml" Target="../ink/ink458.xml"/><Relationship Id="rId437" Type="http://schemas.openxmlformats.org/officeDocument/2006/relationships/image" Target="../media/image422.png"/><Relationship Id="rId479" Type="http://schemas.openxmlformats.org/officeDocument/2006/relationships/image" Target="../media/image443.png"/><Relationship Id="rId36" Type="http://schemas.openxmlformats.org/officeDocument/2006/relationships/image" Target="../media/image237.png"/><Relationship Id="rId283" Type="http://schemas.openxmlformats.org/officeDocument/2006/relationships/customXml" Target="../ink/ink479.xml"/><Relationship Id="rId339" Type="http://schemas.openxmlformats.org/officeDocument/2006/relationships/image" Target="../media/image60.png"/><Relationship Id="rId490" Type="http://schemas.openxmlformats.org/officeDocument/2006/relationships/customXml" Target="../ink/ink585.xml"/><Relationship Id="rId78" Type="http://schemas.openxmlformats.org/officeDocument/2006/relationships/image" Target="../media/image256.png"/><Relationship Id="rId101" Type="http://schemas.openxmlformats.org/officeDocument/2006/relationships/image" Target="../media/image267.png"/><Relationship Id="rId143" Type="http://schemas.openxmlformats.org/officeDocument/2006/relationships/image" Target="../media/image284.png"/><Relationship Id="rId185" Type="http://schemas.openxmlformats.org/officeDocument/2006/relationships/image" Target="../media/image304.png"/><Relationship Id="rId350" Type="http://schemas.openxmlformats.org/officeDocument/2006/relationships/customXml" Target="../ink/ink515.xml"/><Relationship Id="rId406" Type="http://schemas.openxmlformats.org/officeDocument/2006/relationships/customXml" Target="../ink/ink543.xml"/><Relationship Id="rId9" Type="http://schemas.openxmlformats.org/officeDocument/2006/relationships/customXml" Target="../ink/ink336.xml"/><Relationship Id="rId210" Type="http://schemas.openxmlformats.org/officeDocument/2006/relationships/customXml" Target="../ink/ink442.xml"/><Relationship Id="rId392" Type="http://schemas.openxmlformats.org/officeDocument/2006/relationships/customXml" Target="../ink/ink536.xml"/><Relationship Id="rId448" Type="http://schemas.openxmlformats.org/officeDocument/2006/relationships/customXml" Target="../ink/ink564.xml"/><Relationship Id="rId252" Type="http://schemas.openxmlformats.org/officeDocument/2006/relationships/image" Target="../media/image335.png"/><Relationship Id="rId294" Type="http://schemas.openxmlformats.org/officeDocument/2006/relationships/image" Target="../media/image354.png"/><Relationship Id="rId308" Type="http://schemas.openxmlformats.org/officeDocument/2006/relationships/image" Target="../media/image361.png"/><Relationship Id="rId47" Type="http://schemas.openxmlformats.org/officeDocument/2006/relationships/customXml" Target="../ink/ink355.xml"/><Relationship Id="rId89" Type="http://schemas.openxmlformats.org/officeDocument/2006/relationships/image" Target="../media/image261.png"/><Relationship Id="rId112" Type="http://schemas.openxmlformats.org/officeDocument/2006/relationships/customXml" Target="../ink/ink389.xml"/><Relationship Id="rId154" Type="http://schemas.openxmlformats.org/officeDocument/2006/relationships/customXml" Target="../ink/ink414.xml"/><Relationship Id="rId361" Type="http://schemas.openxmlformats.org/officeDocument/2006/relationships/image" Target="../media/image384.png"/><Relationship Id="rId196" Type="http://schemas.openxmlformats.org/officeDocument/2006/relationships/customXml" Target="../ink/ink435.xml"/><Relationship Id="rId417" Type="http://schemas.openxmlformats.org/officeDocument/2006/relationships/image" Target="../media/image412.png"/><Relationship Id="rId459" Type="http://schemas.openxmlformats.org/officeDocument/2006/relationships/image" Target="../media/image433.png"/><Relationship Id="rId16" Type="http://schemas.openxmlformats.org/officeDocument/2006/relationships/image" Target="../media/image227.png"/><Relationship Id="rId221" Type="http://schemas.openxmlformats.org/officeDocument/2006/relationships/image" Target="../media/image322.png"/><Relationship Id="rId263" Type="http://schemas.openxmlformats.org/officeDocument/2006/relationships/customXml" Target="../ink/ink469.xml"/><Relationship Id="rId319" Type="http://schemas.openxmlformats.org/officeDocument/2006/relationships/customXml" Target="../ink/ink497.xml"/><Relationship Id="rId470" Type="http://schemas.openxmlformats.org/officeDocument/2006/relationships/customXml" Target="../ink/ink575.xml"/><Relationship Id="rId58" Type="http://schemas.openxmlformats.org/officeDocument/2006/relationships/image" Target="../media/image248.png"/><Relationship Id="rId123" Type="http://schemas.openxmlformats.org/officeDocument/2006/relationships/image" Target="../media/image278.png"/><Relationship Id="rId330" Type="http://schemas.openxmlformats.org/officeDocument/2006/relationships/image" Target="../media/image372.png"/><Relationship Id="rId165" Type="http://schemas.openxmlformats.org/officeDocument/2006/relationships/image" Target="../media/image294.png"/><Relationship Id="rId372" Type="http://schemas.openxmlformats.org/officeDocument/2006/relationships/customXml" Target="../ink/ink526.xml"/><Relationship Id="rId428" Type="http://schemas.openxmlformats.org/officeDocument/2006/relationships/customXml" Target="../ink/ink554.xml"/><Relationship Id="rId232" Type="http://schemas.openxmlformats.org/officeDocument/2006/relationships/image" Target="../media/image325.png"/><Relationship Id="rId274" Type="http://schemas.openxmlformats.org/officeDocument/2006/relationships/image" Target="../media/image344.png"/><Relationship Id="rId481" Type="http://schemas.openxmlformats.org/officeDocument/2006/relationships/image" Target="../media/image444.png"/><Relationship Id="rId27" Type="http://schemas.openxmlformats.org/officeDocument/2006/relationships/customXml" Target="../ink/ink345.xml"/><Relationship Id="rId69" Type="http://schemas.openxmlformats.org/officeDocument/2006/relationships/customXml" Target="../ink/ink366.xml"/><Relationship Id="rId134" Type="http://schemas.openxmlformats.org/officeDocument/2006/relationships/customXml" Target="../ink/ink402.xml"/><Relationship Id="rId80" Type="http://schemas.openxmlformats.org/officeDocument/2006/relationships/customXml" Target="../ink/ink373.xml"/><Relationship Id="rId176" Type="http://schemas.openxmlformats.org/officeDocument/2006/relationships/customXml" Target="../ink/ink425.xml"/><Relationship Id="rId341" Type="http://schemas.openxmlformats.org/officeDocument/2006/relationships/image" Target="../media/image376.png"/><Relationship Id="rId383" Type="http://schemas.openxmlformats.org/officeDocument/2006/relationships/image" Target="../media/image395.png"/><Relationship Id="rId439" Type="http://schemas.openxmlformats.org/officeDocument/2006/relationships/image" Target="../media/image423.png"/><Relationship Id="rId201" Type="http://schemas.openxmlformats.org/officeDocument/2006/relationships/image" Target="../media/image312.png"/><Relationship Id="rId243" Type="http://schemas.openxmlformats.org/officeDocument/2006/relationships/customXml" Target="../ink/ink459.xml"/><Relationship Id="rId285" Type="http://schemas.openxmlformats.org/officeDocument/2006/relationships/customXml" Target="../ink/ink480.xml"/><Relationship Id="rId450" Type="http://schemas.openxmlformats.org/officeDocument/2006/relationships/customXml" Target="../ink/ink565.xml"/><Relationship Id="rId38" Type="http://schemas.openxmlformats.org/officeDocument/2006/relationships/image" Target="../media/image238.png"/><Relationship Id="rId103" Type="http://schemas.openxmlformats.org/officeDocument/2006/relationships/image" Target="../media/image268.png"/><Relationship Id="rId310" Type="http://schemas.openxmlformats.org/officeDocument/2006/relationships/image" Target="../media/image362.png"/><Relationship Id="rId492" Type="http://schemas.openxmlformats.org/officeDocument/2006/relationships/customXml" Target="../ink/ink586.xml"/><Relationship Id="rId91" Type="http://schemas.openxmlformats.org/officeDocument/2006/relationships/image" Target="../media/image262.png"/><Relationship Id="rId145" Type="http://schemas.openxmlformats.org/officeDocument/2006/relationships/image" Target="../media/image285.png"/><Relationship Id="rId187" Type="http://schemas.openxmlformats.org/officeDocument/2006/relationships/image" Target="../media/image305.png"/><Relationship Id="rId352" Type="http://schemas.openxmlformats.org/officeDocument/2006/relationships/customXml" Target="../ink/ink516.xml"/><Relationship Id="rId394" Type="http://schemas.openxmlformats.org/officeDocument/2006/relationships/customXml" Target="../ink/ink537.xml"/><Relationship Id="rId408" Type="http://schemas.openxmlformats.org/officeDocument/2006/relationships/customXml" Target="../ink/ink544.xml"/><Relationship Id="rId212" Type="http://schemas.openxmlformats.org/officeDocument/2006/relationships/customXml" Target="../ink/ink443.xml"/><Relationship Id="rId254" Type="http://schemas.openxmlformats.org/officeDocument/2006/relationships/image" Target="../media/image336.png"/><Relationship Id="rId49" Type="http://schemas.openxmlformats.org/officeDocument/2006/relationships/customXml" Target="../ink/ink356.xml"/><Relationship Id="rId114" Type="http://schemas.openxmlformats.org/officeDocument/2006/relationships/customXml" Target="../ink/ink390.xml"/><Relationship Id="rId296" Type="http://schemas.openxmlformats.org/officeDocument/2006/relationships/image" Target="../media/image355.png"/><Relationship Id="rId461" Type="http://schemas.openxmlformats.org/officeDocument/2006/relationships/image" Target="../media/image434.png"/><Relationship Id="rId60" Type="http://schemas.openxmlformats.org/officeDocument/2006/relationships/image" Target="../media/image249.png"/><Relationship Id="rId156" Type="http://schemas.openxmlformats.org/officeDocument/2006/relationships/customXml" Target="../ink/ink415.xml"/><Relationship Id="rId198" Type="http://schemas.openxmlformats.org/officeDocument/2006/relationships/customXml" Target="../ink/ink436.xml"/><Relationship Id="rId321" Type="http://schemas.openxmlformats.org/officeDocument/2006/relationships/customXml" Target="../ink/ink498.xml"/><Relationship Id="rId363" Type="http://schemas.openxmlformats.org/officeDocument/2006/relationships/image" Target="../media/image385.png"/><Relationship Id="rId419" Type="http://schemas.openxmlformats.org/officeDocument/2006/relationships/image" Target="../media/image413.png"/><Relationship Id="rId223" Type="http://schemas.openxmlformats.org/officeDocument/2006/relationships/image" Target="../media/image107.png"/><Relationship Id="rId430" Type="http://schemas.openxmlformats.org/officeDocument/2006/relationships/customXml" Target="../ink/ink555.xml"/><Relationship Id="rId18" Type="http://schemas.openxmlformats.org/officeDocument/2006/relationships/image" Target="../media/image228.png"/><Relationship Id="rId265" Type="http://schemas.openxmlformats.org/officeDocument/2006/relationships/customXml" Target="../ink/ink470.xml"/><Relationship Id="rId472" Type="http://schemas.openxmlformats.org/officeDocument/2006/relationships/customXml" Target="../ink/ink576.xml"/><Relationship Id="rId125" Type="http://schemas.openxmlformats.org/officeDocument/2006/relationships/customXml" Target="../ink/ink396.xml"/><Relationship Id="rId167" Type="http://schemas.openxmlformats.org/officeDocument/2006/relationships/image" Target="../media/image295.png"/><Relationship Id="rId332" Type="http://schemas.openxmlformats.org/officeDocument/2006/relationships/image" Target="../media/image373.png"/><Relationship Id="rId374" Type="http://schemas.openxmlformats.org/officeDocument/2006/relationships/customXml" Target="../ink/ink527.xml"/><Relationship Id="rId71" Type="http://schemas.openxmlformats.org/officeDocument/2006/relationships/customXml" Target="../ink/ink367.xml"/><Relationship Id="rId234" Type="http://schemas.openxmlformats.org/officeDocument/2006/relationships/image" Target="../media/image326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346.xml"/><Relationship Id="rId276" Type="http://schemas.openxmlformats.org/officeDocument/2006/relationships/image" Target="../media/image345.png"/><Relationship Id="rId441" Type="http://schemas.openxmlformats.org/officeDocument/2006/relationships/image" Target="../media/image424.png"/><Relationship Id="rId483" Type="http://schemas.openxmlformats.org/officeDocument/2006/relationships/image" Target="../media/image445.png"/><Relationship Id="rId40" Type="http://schemas.openxmlformats.org/officeDocument/2006/relationships/image" Target="../media/image239.png"/><Relationship Id="rId136" Type="http://schemas.openxmlformats.org/officeDocument/2006/relationships/customXml" Target="../ink/ink404.xml"/><Relationship Id="rId178" Type="http://schemas.openxmlformats.org/officeDocument/2006/relationships/customXml" Target="../ink/ink426.xml"/><Relationship Id="rId301" Type="http://schemas.openxmlformats.org/officeDocument/2006/relationships/customXml" Target="../ink/ink488.xml"/><Relationship Id="rId343" Type="http://schemas.openxmlformats.org/officeDocument/2006/relationships/image" Target="../media/image377.png"/><Relationship Id="rId82" Type="http://schemas.openxmlformats.org/officeDocument/2006/relationships/customXml" Target="../ink/ink374.xml"/><Relationship Id="rId203" Type="http://schemas.openxmlformats.org/officeDocument/2006/relationships/image" Target="../media/image313.png"/><Relationship Id="rId385" Type="http://schemas.openxmlformats.org/officeDocument/2006/relationships/image" Target="../media/image396.png"/><Relationship Id="rId245" Type="http://schemas.openxmlformats.org/officeDocument/2006/relationships/customXml" Target="../ink/ink460.xml"/><Relationship Id="rId287" Type="http://schemas.openxmlformats.org/officeDocument/2006/relationships/customXml" Target="../ink/ink481.xml"/><Relationship Id="rId410" Type="http://schemas.openxmlformats.org/officeDocument/2006/relationships/customXml" Target="../ink/ink545.xml"/><Relationship Id="rId452" Type="http://schemas.openxmlformats.org/officeDocument/2006/relationships/customXml" Target="../ink/ink566.xml"/><Relationship Id="rId494" Type="http://schemas.openxmlformats.org/officeDocument/2006/relationships/customXml" Target="../ink/ink587.xml"/><Relationship Id="rId105" Type="http://schemas.openxmlformats.org/officeDocument/2006/relationships/image" Target="../media/image269.png"/><Relationship Id="rId147" Type="http://schemas.openxmlformats.org/officeDocument/2006/relationships/image" Target="../media/image286.png"/><Relationship Id="rId312" Type="http://schemas.openxmlformats.org/officeDocument/2006/relationships/image" Target="../media/image363.png"/><Relationship Id="rId354" Type="http://schemas.openxmlformats.org/officeDocument/2006/relationships/customXml" Target="../ink/ink517.xml"/><Relationship Id="rId51" Type="http://schemas.openxmlformats.org/officeDocument/2006/relationships/customXml" Target="../ink/ink357.xml"/><Relationship Id="rId93" Type="http://schemas.openxmlformats.org/officeDocument/2006/relationships/image" Target="../media/image263.png"/><Relationship Id="rId189" Type="http://schemas.openxmlformats.org/officeDocument/2006/relationships/image" Target="../media/image306.png"/><Relationship Id="rId396" Type="http://schemas.openxmlformats.org/officeDocument/2006/relationships/customXml" Target="../ink/ink538.xml"/><Relationship Id="rId214" Type="http://schemas.openxmlformats.org/officeDocument/2006/relationships/customXml" Target="../ink/ink444.xml"/><Relationship Id="rId256" Type="http://schemas.openxmlformats.org/officeDocument/2006/relationships/image" Target="../media/image337.png"/><Relationship Id="rId298" Type="http://schemas.openxmlformats.org/officeDocument/2006/relationships/image" Target="../media/image356.png"/><Relationship Id="rId421" Type="http://schemas.openxmlformats.org/officeDocument/2006/relationships/image" Target="../media/image414.png"/><Relationship Id="rId463" Type="http://schemas.openxmlformats.org/officeDocument/2006/relationships/image" Target="../media/image435.png"/><Relationship Id="rId116" Type="http://schemas.openxmlformats.org/officeDocument/2006/relationships/customXml" Target="../ink/ink391.xml"/><Relationship Id="rId158" Type="http://schemas.openxmlformats.org/officeDocument/2006/relationships/customXml" Target="../ink/ink416.xml"/><Relationship Id="rId323" Type="http://schemas.openxmlformats.org/officeDocument/2006/relationships/customXml" Target="../ink/ink499.xml"/><Relationship Id="rId20" Type="http://schemas.openxmlformats.org/officeDocument/2006/relationships/image" Target="../media/image229.png"/><Relationship Id="rId62" Type="http://schemas.openxmlformats.org/officeDocument/2006/relationships/image" Target="../media/image250.png"/><Relationship Id="rId365" Type="http://schemas.openxmlformats.org/officeDocument/2006/relationships/image" Target="../media/image386.png"/><Relationship Id="rId225" Type="http://schemas.openxmlformats.org/officeDocument/2006/relationships/image" Target="../media/image34.png"/><Relationship Id="rId267" Type="http://schemas.openxmlformats.org/officeDocument/2006/relationships/customXml" Target="../ink/ink471.xml"/><Relationship Id="rId432" Type="http://schemas.openxmlformats.org/officeDocument/2006/relationships/customXml" Target="../ink/ink556.xml"/><Relationship Id="rId474" Type="http://schemas.openxmlformats.org/officeDocument/2006/relationships/customXml" Target="../ink/ink577.xml"/><Relationship Id="rId106" Type="http://schemas.openxmlformats.org/officeDocument/2006/relationships/customXml" Target="../ink/ink386.xml"/><Relationship Id="rId127" Type="http://schemas.openxmlformats.org/officeDocument/2006/relationships/customXml" Target="../ink/ink397.xml"/><Relationship Id="rId313" Type="http://schemas.openxmlformats.org/officeDocument/2006/relationships/customXml" Target="../ink/ink494.xml"/><Relationship Id="rId495" Type="http://schemas.openxmlformats.org/officeDocument/2006/relationships/image" Target="../media/image451.png"/><Relationship Id="rId10" Type="http://schemas.openxmlformats.org/officeDocument/2006/relationships/image" Target="../media/image224.png"/><Relationship Id="rId31" Type="http://schemas.openxmlformats.org/officeDocument/2006/relationships/customXml" Target="../ink/ink347.xml"/><Relationship Id="rId52" Type="http://schemas.openxmlformats.org/officeDocument/2006/relationships/image" Target="../media/image245.png"/><Relationship Id="rId73" Type="http://schemas.openxmlformats.org/officeDocument/2006/relationships/customXml" Target="../ink/ink368.xml"/><Relationship Id="rId94" Type="http://schemas.openxmlformats.org/officeDocument/2006/relationships/customXml" Target="../ink/ink380.xml"/><Relationship Id="rId148" Type="http://schemas.openxmlformats.org/officeDocument/2006/relationships/customXml" Target="../ink/ink411.xml"/><Relationship Id="rId169" Type="http://schemas.openxmlformats.org/officeDocument/2006/relationships/image" Target="../media/image296.png"/><Relationship Id="rId334" Type="http://schemas.openxmlformats.org/officeDocument/2006/relationships/image" Target="../media/image374.png"/><Relationship Id="rId355" Type="http://schemas.openxmlformats.org/officeDocument/2006/relationships/image" Target="../media/image381.png"/><Relationship Id="rId376" Type="http://schemas.openxmlformats.org/officeDocument/2006/relationships/customXml" Target="../ink/ink528.xml"/><Relationship Id="rId397" Type="http://schemas.openxmlformats.org/officeDocument/2006/relationships/image" Target="../media/image402.png"/><Relationship Id="rId4" Type="http://schemas.openxmlformats.org/officeDocument/2006/relationships/image" Target="../media/image2.svg"/><Relationship Id="rId180" Type="http://schemas.openxmlformats.org/officeDocument/2006/relationships/customXml" Target="../ink/ink427.xml"/><Relationship Id="rId215" Type="http://schemas.openxmlformats.org/officeDocument/2006/relationships/image" Target="../media/image319.png"/><Relationship Id="rId236" Type="http://schemas.openxmlformats.org/officeDocument/2006/relationships/image" Target="../media/image327.png"/><Relationship Id="rId257" Type="http://schemas.openxmlformats.org/officeDocument/2006/relationships/customXml" Target="../ink/ink466.xml"/><Relationship Id="rId278" Type="http://schemas.openxmlformats.org/officeDocument/2006/relationships/image" Target="../media/image346.png"/><Relationship Id="rId401" Type="http://schemas.openxmlformats.org/officeDocument/2006/relationships/image" Target="../media/image404.png"/><Relationship Id="rId422" Type="http://schemas.openxmlformats.org/officeDocument/2006/relationships/customXml" Target="../ink/ink551.xml"/><Relationship Id="rId443" Type="http://schemas.openxmlformats.org/officeDocument/2006/relationships/image" Target="../media/image425.png"/><Relationship Id="rId464" Type="http://schemas.openxmlformats.org/officeDocument/2006/relationships/customXml" Target="../ink/ink572.xml"/><Relationship Id="rId303" Type="http://schemas.openxmlformats.org/officeDocument/2006/relationships/customXml" Target="../ink/ink489.xml"/><Relationship Id="rId485" Type="http://schemas.openxmlformats.org/officeDocument/2006/relationships/image" Target="../media/image446.png"/><Relationship Id="rId42" Type="http://schemas.openxmlformats.org/officeDocument/2006/relationships/image" Target="../media/image240.png"/><Relationship Id="rId84" Type="http://schemas.openxmlformats.org/officeDocument/2006/relationships/customXml" Target="../ink/ink375.xml"/><Relationship Id="rId138" Type="http://schemas.openxmlformats.org/officeDocument/2006/relationships/customXml" Target="../ink/ink406.xml"/><Relationship Id="rId345" Type="http://schemas.openxmlformats.org/officeDocument/2006/relationships/customXml" Target="../ink/ink511.xml"/><Relationship Id="rId387" Type="http://schemas.openxmlformats.org/officeDocument/2006/relationships/image" Target="../media/image397.png"/><Relationship Id="rId191" Type="http://schemas.openxmlformats.org/officeDocument/2006/relationships/image" Target="../media/image307.png"/><Relationship Id="rId205" Type="http://schemas.openxmlformats.org/officeDocument/2006/relationships/image" Target="../media/image314.png"/><Relationship Id="rId247" Type="http://schemas.openxmlformats.org/officeDocument/2006/relationships/customXml" Target="../ink/ink461.xml"/><Relationship Id="rId412" Type="http://schemas.openxmlformats.org/officeDocument/2006/relationships/customXml" Target="../ink/ink546.xml"/><Relationship Id="rId107" Type="http://schemas.openxmlformats.org/officeDocument/2006/relationships/image" Target="../media/image270.png"/><Relationship Id="rId289" Type="http://schemas.openxmlformats.org/officeDocument/2006/relationships/customXml" Target="../ink/ink482.xml"/><Relationship Id="rId454" Type="http://schemas.openxmlformats.org/officeDocument/2006/relationships/customXml" Target="../ink/ink567.xml"/><Relationship Id="rId496" Type="http://schemas.openxmlformats.org/officeDocument/2006/relationships/customXml" Target="../ink/ink588.xml"/><Relationship Id="rId11" Type="http://schemas.openxmlformats.org/officeDocument/2006/relationships/customXml" Target="../ink/ink337.xml"/><Relationship Id="rId53" Type="http://schemas.openxmlformats.org/officeDocument/2006/relationships/customXml" Target="../ink/ink358.xml"/><Relationship Id="rId149" Type="http://schemas.openxmlformats.org/officeDocument/2006/relationships/image" Target="../media/image70.png"/><Relationship Id="rId314" Type="http://schemas.openxmlformats.org/officeDocument/2006/relationships/image" Target="../media/image364.png"/><Relationship Id="rId356" Type="http://schemas.openxmlformats.org/officeDocument/2006/relationships/customXml" Target="../ink/ink518.xml"/><Relationship Id="rId398" Type="http://schemas.openxmlformats.org/officeDocument/2006/relationships/customXml" Target="../ink/ink539.xml"/><Relationship Id="rId95" Type="http://schemas.openxmlformats.org/officeDocument/2006/relationships/image" Target="../media/image264.png"/><Relationship Id="rId160" Type="http://schemas.openxmlformats.org/officeDocument/2006/relationships/customXml" Target="../ink/ink417.xml"/><Relationship Id="rId216" Type="http://schemas.openxmlformats.org/officeDocument/2006/relationships/customXml" Target="../ink/ink445.xml"/><Relationship Id="rId423" Type="http://schemas.openxmlformats.org/officeDocument/2006/relationships/image" Target="../media/image415.png"/><Relationship Id="rId258" Type="http://schemas.openxmlformats.org/officeDocument/2006/relationships/image" Target="../media/image338.png"/><Relationship Id="rId465" Type="http://schemas.openxmlformats.org/officeDocument/2006/relationships/image" Target="../media/image436.png"/><Relationship Id="rId22" Type="http://schemas.openxmlformats.org/officeDocument/2006/relationships/image" Target="../media/image230.png"/><Relationship Id="rId64" Type="http://schemas.openxmlformats.org/officeDocument/2006/relationships/image" Target="../media/image251.png"/><Relationship Id="rId118" Type="http://schemas.openxmlformats.org/officeDocument/2006/relationships/customXml" Target="../ink/ink392.xml"/><Relationship Id="rId325" Type="http://schemas.openxmlformats.org/officeDocument/2006/relationships/customXml" Target="../ink/ink500.xml"/><Relationship Id="rId367" Type="http://schemas.openxmlformats.org/officeDocument/2006/relationships/image" Target="../media/image387.png"/><Relationship Id="rId171" Type="http://schemas.openxmlformats.org/officeDocument/2006/relationships/image" Target="../media/image297.png"/><Relationship Id="rId227" Type="http://schemas.openxmlformats.org/officeDocument/2006/relationships/image" Target="../media/image323.png"/><Relationship Id="rId269" Type="http://schemas.openxmlformats.org/officeDocument/2006/relationships/customXml" Target="../ink/ink472.xml"/><Relationship Id="rId434" Type="http://schemas.openxmlformats.org/officeDocument/2006/relationships/customXml" Target="../ink/ink557.xml"/><Relationship Id="rId476" Type="http://schemas.openxmlformats.org/officeDocument/2006/relationships/customXml" Target="../ink/ink578.xml"/><Relationship Id="rId33" Type="http://schemas.openxmlformats.org/officeDocument/2006/relationships/customXml" Target="../ink/ink348.xml"/><Relationship Id="rId129" Type="http://schemas.openxmlformats.org/officeDocument/2006/relationships/customXml" Target="../ink/ink398.xml"/><Relationship Id="rId280" Type="http://schemas.openxmlformats.org/officeDocument/2006/relationships/image" Target="../media/image347.png"/><Relationship Id="rId336" Type="http://schemas.openxmlformats.org/officeDocument/2006/relationships/image" Target="../media/image375.png"/><Relationship Id="rId75" Type="http://schemas.openxmlformats.org/officeDocument/2006/relationships/customXml" Target="../ink/ink370.xml"/><Relationship Id="rId140" Type="http://schemas.openxmlformats.org/officeDocument/2006/relationships/customXml" Target="../ink/ink407.xml"/><Relationship Id="rId182" Type="http://schemas.openxmlformats.org/officeDocument/2006/relationships/customXml" Target="../ink/ink428.xml"/><Relationship Id="rId378" Type="http://schemas.openxmlformats.org/officeDocument/2006/relationships/customXml" Target="../ink/ink529.xml"/><Relationship Id="rId403" Type="http://schemas.openxmlformats.org/officeDocument/2006/relationships/image" Target="../media/image405.png"/><Relationship Id="rId6" Type="http://schemas.openxmlformats.org/officeDocument/2006/relationships/image" Target="../media/image4.svg"/><Relationship Id="rId238" Type="http://schemas.openxmlformats.org/officeDocument/2006/relationships/image" Target="../media/image328.png"/><Relationship Id="rId445" Type="http://schemas.openxmlformats.org/officeDocument/2006/relationships/image" Target="../media/image426.png"/><Relationship Id="rId487" Type="http://schemas.openxmlformats.org/officeDocument/2006/relationships/image" Target="../media/image447.png"/><Relationship Id="rId291" Type="http://schemas.openxmlformats.org/officeDocument/2006/relationships/customXml" Target="../ink/ink483.xml"/><Relationship Id="rId305" Type="http://schemas.openxmlformats.org/officeDocument/2006/relationships/customXml" Target="../ink/ink490.xml"/><Relationship Id="rId347" Type="http://schemas.openxmlformats.org/officeDocument/2006/relationships/customXml" Target="../ink/ink513.xml"/><Relationship Id="rId44" Type="http://schemas.openxmlformats.org/officeDocument/2006/relationships/image" Target="../media/image241.png"/><Relationship Id="rId86" Type="http://schemas.openxmlformats.org/officeDocument/2006/relationships/customXml" Target="../ink/ink376.xml"/><Relationship Id="rId151" Type="http://schemas.openxmlformats.org/officeDocument/2006/relationships/image" Target="../media/image287.png"/><Relationship Id="rId389" Type="http://schemas.openxmlformats.org/officeDocument/2006/relationships/image" Target="../media/image398.png"/><Relationship Id="rId193" Type="http://schemas.openxmlformats.org/officeDocument/2006/relationships/image" Target="../media/image308.png"/><Relationship Id="rId207" Type="http://schemas.openxmlformats.org/officeDocument/2006/relationships/image" Target="../media/image315.png"/><Relationship Id="rId249" Type="http://schemas.openxmlformats.org/officeDocument/2006/relationships/customXml" Target="../ink/ink462.xml"/><Relationship Id="rId414" Type="http://schemas.openxmlformats.org/officeDocument/2006/relationships/customXml" Target="../ink/ink547.xml"/><Relationship Id="rId456" Type="http://schemas.openxmlformats.org/officeDocument/2006/relationships/customXml" Target="../ink/ink568.xml"/><Relationship Id="rId498" Type="http://schemas.openxmlformats.org/officeDocument/2006/relationships/customXml" Target="../ink/ink589.xml"/><Relationship Id="rId13" Type="http://schemas.openxmlformats.org/officeDocument/2006/relationships/customXml" Target="../ink/ink338.xml"/><Relationship Id="rId109" Type="http://schemas.openxmlformats.org/officeDocument/2006/relationships/image" Target="../media/image271.png"/><Relationship Id="rId260" Type="http://schemas.openxmlformats.org/officeDocument/2006/relationships/image" Target="../media/image339.png"/><Relationship Id="rId316" Type="http://schemas.openxmlformats.org/officeDocument/2006/relationships/image" Target="../media/image365.png"/><Relationship Id="rId55" Type="http://schemas.openxmlformats.org/officeDocument/2006/relationships/customXml" Target="../ink/ink359.xml"/><Relationship Id="rId97" Type="http://schemas.openxmlformats.org/officeDocument/2006/relationships/image" Target="../media/image265.png"/><Relationship Id="rId120" Type="http://schemas.openxmlformats.org/officeDocument/2006/relationships/customXml" Target="../ink/ink393.xml"/><Relationship Id="rId358" Type="http://schemas.openxmlformats.org/officeDocument/2006/relationships/customXml" Target="../ink/ink519.xml"/><Relationship Id="rId162" Type="http://schemas.openxmlformats.org/officeDocument/2006/relationships/customXml" Target="../ink/ink418.xml"/><Relationship Id="rId218" Type="http://schemas.openxmlformats.org/officeDocument/2006/relationships/customXml" Target="../ink/ink446.xml"/><Relationship Id="rId425" Type="http://schemas.openxmlformats.org/officeDocument/2006/relationships/image" Target="../media/image416.png"/><Relationship Id="rId467" Type="http://schemas.openxmlformats.org/officeDocument/2006/relationships/image" Target="../media/image437.png"/><Relationship Id="rId271" Type="http://schemas.openxmlformats.org/officeDocument/2006/relationships/customXml" Target="../ink/ink473.xml"/><Relationship Id="rId24" Type="http://schemas.openxmlformats.org/officeDocument/2006/relationships/image" Target="../media/image231.png"/><Relationship Id="rId66" Type="http://schemas.openxmlformats.org/officeDocument/2006/relationships/image" Target="../media/image252.png"/><Relationship Id="rId131" Type="http://schemas.openxmlformats.org/officeDocument/2006/relationships/customXml" Target="../ink/ink399.xml"/><Relationship Id="rId327" Type="http://schemas.openxmlformats.org/officeDocument/2006/relationships/customXml" Target="../ink/ink501.xml"/><Relationship Id="rId369" Type="http://schemas.openxmlformats.org/officeDocument/2006/relationships/image" Target="../media/image388.png"/><Relationship Id="rId173" Type="http://schemas.openxmlformats.org/officeDocument/2006/relationships/image" Target="../media/image298.png"/><Relationship Id="rId229" Type="http://schemas.openxmlformats.org/officeDocument/2006/relationships/customXml" Target="../ink/ink452.xml"/><Relationship Id="rId380" Type="http://schemas.openxmlformats.org/officeDocument/2006/relationships/customXml" Target="../ink/ink530.xml"/><Relationship Id="rId436" Type="http://schemas.openxmlformats.org/officeDocument/2006/relationships/customXml" Target="../ink/ink558.xml"/><Relationship Id="rId240" Type="http://schemas.openxmlformats.org/officeDocument/2006/relationships/image" Target="../media/image329.png"/><Relationship Id="rId478" Type="http://schemas.openxmlformats.org/officeDocument/2006/relationships/customXml" Target="../ink/ink579.xml"/><Relationship Id="rId35" Type="http://schemas.openxmlformats.org/officeDocument/2006/relationships/customXml" Target="../ink/ink349.xml"/><Relationship Id="rId77" Type="http://schemas.openxmlformats.org/officeDocument/2006/relationships/customXml" Target="../ink/ink371.xml"/><Relationship Id="rId100" Type="http://schemas.openxmlformats.org/officeDocument/2006/relationships/customXml" Target="../ink/ink383.xml"/><Relationship Id="rId282" Type="http://schemas.openxmlformats.org/officeDocument/2006/relationships/image" Target="../media/image348.png"/><Relationship Id="rId338" Type="http://schemas.openxmlformats.org/officeDocument/2006/relationships/customXml" Target="../ink/ink507.xml"/><Relationship Id="rId8" Type="http://schemas.openxmlformats.org/officeDocument/2006/relationships/image" Target="../media/image223.png"/><Relationship Id="rId142" Type="http://schemas.openxmlformats.org/officeDocument/2006/relationships/customXml" Target="../ink/ink408.xml"/><Relationship Id="rId184" Type="http://schemas.openxmlformats.org/officeDocument/2006/relationships/customXml" Target="../ink/ink429.xml"/><Relationship Id="rId391" Type="http://schemas.openxmlformats.org/officeDocument/2006/relationships/image" Target="../media/image399.png"/><Relationship Id="rId405" Type="http://schemas.openxmlformats.org/officeDocument/2006/relationships/image" Target="../media/image406.png"/><Relationship Id="rId447" Type="http://schemas.openxmlformats.org/officeDocument/2006/relationships/image" Target="../media/image427.png"/><Relationship Id="rId251" Type="http://schemas.openxmlformats.org/officeDocument/2006/relationships/customXml" Target="../ink/ink463.xml"/><Relationship Id="rId489" Type="http://schemas.openxmlformats.org/officeDocument/2006/relationships/image" Target="../media/image448.png"/><Relationship Id="rId46" Type="http://schemas.openxmlformats.org/officeDocument/2006/relationships/image" Target="../media/image242.png"/><Relationship Id="rId293" Type="http://schemas.openxmlformats.org/officeDocument/2006/relationships/customXml" Target="../ink/ink484.xml"/><Relationship Id="rId307" Type="http://schemas.openxmlformats.org/officeDocument/2006/relationships/customXml" Target="../ink/ink491.xml"/><Relationship Id="rId349" Type="http://schemas.openxmlformats.org/officeDocument/2006/relationships/image" Target="../media/image378.png"/><Relationship Id="rId88" Type="http://schemas.openxmlformats.org/officeDocument/2006/relationships/customXml" Target="../ink/ink377.xml"/><Relationship Id="rId111" Type="http://schemas.openxmlformats.org/officeDocument/2006/relationships/image" Target="../media/image272.png"/><Relationship Id="rId153" Type="http://schemas.openxmlformats.org/officeDocument/2006/relationships/image" Target="../media/image288.png"/><Relationship Id="rId195" Type="http://schemas.openxmlformats.org/officeDocument/2006/relationships/image" Target="../media/image309.png"/><Relationship Id="rId209" Type="http://schemas.openxmlformats.org/officeDocument/2006/relationships/image" Target="../media/image316.png"/><Relationship Id="rId360" Type="http://schemas.openxmlformats.org/officeDocument/2006/relationships/customXml" Target="../ink/ink520.xml"/><Relationship Id="rId416" Type="http://schemas.openxmlformats.org/officeDocument/2006/relationships/customXml" Target="../ink/ink548.xml"/><Relationship Id="rId220" Type="http://schemas.openxmlformats.org/officeDocument/2006/relationships/customXml" Target="../ink/ink447.xml"/><Relationship Id="rId458" Type="http://schemas.openxmlformats.org/officeDocument/2006/relationships/customXml" Target="../ink/ink569.xml"/><Relationship Id="rId15" Type="http://schemas.openxmlformats.org/officeDocument/2006/relationships/customXml" Target="../ink/ink339.xml"/><Relationship Id="rId57" Type="http://schemas.openxmlformats.org/officeDocument/2006/relationships/customXml" Target="../ink/ink360.xml"/><Relationship Id="rId262" Type="http://schemas.openxmlformats.org/officeDocument/2006/relationships/image" Target="../media/image340.png"/><Relationship Id="rId318" Type="http://schemas.openxmlformats.org/officeDocument/2006/relationships/image" Target="../media/image366.png"/><Relationship Id="rId99" Type="http://schemas.openxmlformats.org/officeDocument/2006/relationships/image" Target="../media/image266.png"/><Relationship Id="rId122" Type="http://schemas.openxmlformats.org/officeDocument/2006/relationships/customXml" Target="../ink/ink394.xml"/><Relationship Id="rId164" Type="http://schemas.openxmlformats.org/officeDocument/2006/relationships/customXml" Target="../ink/ink419.xml"/><Relationship Id="rId371" Type="http://schemas.openxmlformats.org/officeDocument/2006/relationships/image" Target="../media/image389.png"/><Relationship Id="rId427" Type="http://schemas.openxmlformats.org/officeDocument/2006/relationships/image" Target="../media/image417.png"/><Relationship Id="rId469" Type="http://schemas.openxmlformats.org/officeDocument/2006/relationships/image" Target="../media/image438.png"/><Relationship Id="rId26" Type="http://schemas.openxmlformats.org/officeDocument/2006/relationships/image" Target="../media/image232.png"/><Relationship Id="rId231" Type="http://schemas.openxmlformats.org/officeDocument/2006/relationships/customXml" Target="../ink/ink453.xml"/><Relationship Id="rId273" Type="http://schemas.openxmlformats.org/officeDocument/2006/relationships/customXml" Target="../ink/ink474.xml"/><Relationship Id="rId329" Type="http://schemas.openxmlformats.org/officeDocument/2006/relationships/customXml" Target="../ink/ink502.xml"/><Relationship Id="rId480" Type="http://schemas.openxmlformats.org/officeDocument/2006/relationships/customXml" Target="../ink/ink580.xml"/><Relationship Id="rId68" Type="http://schemas.openxmlformats.org/officeDocument/2006/relationships/image" Target="../media/image253.png"/><Relationship Id="rId133" Type="http://schemas.openxmlformats.org/officeDocument/2006/relationships/customXml" Target="../ink/ink401.xml"/><Relationship Id="rId175" Type="http://schemas.openxmlformats.org/officeDocument/2006/relationships/image" Target="../media/image299.png"/><Relationship Id="rId340" Type="http://schemas.openxmlformats.org/officeDocument/2006/relationships/customXml" Target="../ink/ink508.xml"/><Relationship Id="rId200" Type="http://schemas.openxmlformats.org/officeDocument/2006/relationships/customXml" Target="../ink/ink437.xml"/><Relationship Id="rId382" Type="http://schemas.openxmlformats.org/officeDocument/2006/relationships/customXml" Target="../ink/ink531.xml"/><Relationship Id="rId438" Type="http://schemas.openxmlformats.org/officeDocument/2006/relationships/customXml" Target="../ink/ink559.xml"/><Relationship Id="rId242" Type="http://schemas.openxmlformats.org/officeDocument/2006/relationships/image" Target="../media/image330.png"/><Relationship Id="rId284" Type="http://schemas.openxmlformats.org/officeDocument/2006/relationships/image" Target="../media/image349.png"/><Relationship Id="rId491" Type="http://schemas.openxmlformats.org/officeDocument/2006/relationships/image" Target="../media/image449.png"/><Relationship Id="rId37" Type="http://schemas.openxmlformats.org/officeDocument/2006/relationships/customXml" Target="../ink/ink350.xml"/><Relationship Id="rId79" Type="http://schemas.openxmlformats.org/officeDocument/2006/relationships/customXml" Target="../ink/ink372.xml"/><Relationship Id="rId102" Type="http://schemas.openxmlformats.org/officeDocument/2006/relationships/customXml" Target="../ink/ink384.xml"/><Relationship Id="rId144" Type="http://schemas.openxmlformats.org/officeDocument/2006/relationships/customXml" Target="../ink/ink409.xml"/><Relationship Id="rId90" Type="http://schemas.openxmlformats.org/officeDocument/2006/relationships/customXml" Target="../ink/ink378.xml"/><Relationship Id="rId186" Type="http://schemas.openxmlformats.org/officeDocument/2006/relationships/customXml" Target="../ink/ink430.xml"/><Relationship Id="rId351" Type="http://schemas.openxmlformats.org/officeDocument/2006/relationships/image" Target="../media/image379.png"/><Relationship Id="rId393" Type="http://schemas.openxmlformats.org/officeDocument/2006/relationships/image" Target="../media/image400.png"/><Relationship Id="rId407" Type="http://schemas.openxmlformats.org/officeDocument/2006/relationships/image" Target="../media/image407.png"/><Relationship Id="rId449" Type="http://schemas.openxmlformats.org/officeDocument/2006/relationships/image" Target="../media/image428.png"/><Relationship Id="rId211" Type="http://schemas.openxmlformats.org/officeDocument/2006/relationships/image" Target="../media/image317.png"/><Relationship Id="rId253" Type="http://schemas.openxmlformats.org/officeDocument/2006/relationships/customXml" Target="../ink/ink464.xml"/><Relationship Id="rId295" Type="http://schemas.openxmlformats.org/officeDocument/2006/relationships/customXml" Target="../ink/ink485.xml"/><Relationship Id="rId309" Type="http://schemas.openxmlformats.org/officeDocument/2006/relationships/customXml" Target="../ink/ink492.xml"/><Relationship Id="rId460" Type="http://schemas.openxmlformats.org/officeDocument/2006/relationships/customXml" Target="../ink/ink570.xml"/><Relationship Id="rId48" Type="http://schemas.openxmlformats.org/officeDocument/2006/relationships/image" Target="../media/image243.png"/><Relationship Id="rId113" Type="http://schemas.openxmlformats.org/officeDocument/2006/relationships/image" Target="../media/image273.png"/><Relationship Id="rId320" Type="http://schemas.openxmlformats.org/officeDocument/2006/relationships/image" Target="../media/image367.png"/><Relationship Id="rId155" Type="http://schemas.openxmlformats.org/officeDocument/2006/relationships/image" Target="../media/image289.png"/><Relationship Id="rId197" Type="http://schemas.openxmlformats.org/officeDocument/2006/relationships/image" Target="../media/image310.png"/><Relationship Id="rId362" Type="http://schemas.openxmlformats.org/officeDocument/2006/relationships/customXml" Target="../ink/ink521.xml"/><Relationship Id="rId418" Type="http://schemas.openxmlformats.org/officeDocument/2006/relationships/customXml" Target="../ink/ink549.xml"/><Relationship Id="rId222" Type="http://schemas.openxmlformats.org/officeDocument/2006/relationships/customXml" Target="../ink/ink448.xml"/><Relationship Id="rId264" Type="http://schemas.openxmlformats.org/officeDocument/2006/relationships/image" Target="../media/image341.png"/><Relationship Id="rId471" Type="http://schemas.openxmlformats.org/officeDocument/2006/relationships/image" Target="../media/image439.png"/><Relationship Id="rId17" Type="http://schemas.openxmlformats.org/officeDocument/2006/relationships/customXml" Target="../ink/ink340.xml"/><Relationship Id="rId59" Type="http://schemas.openxmlformats.org/officeDocument/2006/relationships/customXml" Target="../ink/ink361.xml"/><Relationship Id="rId124" Type="http://schemas.openxmlformats.org/officeDocument/2006/relationships/customXml" Target="../ink/ink395.xml"/><Relationship Id="rId70" Type="http://schemas.openxmlformats.org/officeDocument/2006/relationships/image" Target="../media/image254.png"/><Relationship Id="rId166" Type="http://schemas.openxmlformats.org/officeDocument/2006/relationships/customXml" Target="../ink/ink420.xml"/><Relationship Id="rId331" Type="http://schemas.openxmlformats.org/officeDocument/2006/relationships/customXml" Target="../ink/ink503.xml"/><Relationship Id="rId373" Type="http://schemas.openxmlformats.org/officeDocument/2006/relationships/image" Target="../media/image390.png"/><Relationship Id="rId429" Type="http://schemas.openxmlformats.org/officeDocument/2006/relationships/image" Target="../media/image418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454.xml"/><Relationship Id="rId440" Type="http://schemas.openxmlformats.org/officeDocument/2006/relationships/customXml" Target="../ink/ink560.xml"/><Relationship Id="rId28" Type="http://schemas.openxmlformats.org/officeDocument/2006/relationships/image" Target="../media/image233.png"/><Relationship Id="rId275" Type="http://schemas.openxmlformats.org/officeDocument/2006/relationships/customXml" Target="../ink/ink475.xml"/><Relationship Id="rId300" Type="http://schemas.openxmlformats.org/officeDocument/2006/relationships/image" Target="../media/image357.png"/><Relationship Id="rId482" Type="http://schemas.openxmlformats.org/officeDocument/2006/relationships/customXml" Target="../ink/ink581.xml"/><Relationship Id="rId81" Type="http://schemas.openxmlformats.org/officeDocument/2006/relationships/image" Target="../media/image257.png"/><Relationship Id="rId135" Type="http://schemas.openxmlformats.org/officeDocument/2006/relationships/customXml" Target="../ink/ink403.xml"/><Relationship Id="rId177" Type="http://schemas.openxmlformats.org/officeDocument/2006/relationships/image" Target="../media/image300.png"/><Relationship Id="rId342" Type="http://schemas.openxmlformats.org/officeDocument/2006/relationships/customXml" Target="../ink/ink509.xml"/><Relationship Id="rId384" Type="http://schemas.openxmlformats.org/officeDocument/2006/relationships/customXml" Target="../ink/ink532.xml"/><Relationship Id="rId202" Type="http://schemas.openxmlformats.org/officeDocument/2006/relationships/customXml" Target="../ink/ink438.xml"/><Relationship Id="rId244" Type="http://schemas.openxmlformats.org/officeDocument/2006/relationships/image" Target="../media/image331.png"/><Relationship Id="rId39" Type="http://schemas.openxmlformats.org/officeDocument/2006/relationships/customXml" Target="../ink/ink351.xml"/><Relationship Id="rId286" Type="http://schemas.openxmlformats.org/officeDocument/2006/relationships/image" Target="../media/image350.png"/><Relationship Id="rId451" Type="http://schemas.openxmlformats.org/officeDocument/2006/relationships/image" Target="../media/image429.png"/><Relationship Id="rId493" Type="http://schemas.openxmlformats.org/officeDocument/2006/relationships/image" Target="../media/image450.png"/><Relationship Id="rId50" Type="http://schemas.openxmlformats.org/officeDocument/2006/relationships/image" Target="../media/image244.png"/><Relationship Id="rId104" Type="http://schemas.openxmlformats.org/officeDocument/2006/relationships/customXml" Target="../ink/ink385.xml"/><Relationship Id="rId146" Type="http://schemas.openxmlformats.org/officeDocument/2006/relationships/customXml" Target="../ink/ink410.xml"/><Relationship Id="rId188" Type="http://schemas.openxmlformats.org/officeDocument/2006/relationships/customXml" Target="../ink/ink431.xml"/><Relationship Id="rId311" Type="http://schemas.openxmlformats.org/officeDocument/2006/relationships/customXml" Target="../ink/ink493.xml"/><Relationship Id="rId353" Type="http://schemas.openxmlformats.org/officeDocument/2006/relationships/image" Target="../media/image380.png"/><Relationship Id="rId395" Type="http://schemas.openxmlformats.org/officeDocument/2006/relationships/image" Target="../media/image401.png"/><Relationship Id="rId409" Type="http://schemas.openxmlformats.org/officeDocument/2006/relationships/image" Target="../media/image408.png"/><Relationship Id="rId92" Type="http://schemas.openxmlformats.org/officeDocument/2006/relationships/customXml" Target="../ink/ink379.xml"/><Relationship Id="rId213" Type="http://schemas.openxmlformats.org/officeDocument/2006/relationships/image" Target="../media/image318.png"/><Relationship Id="rId420" Type="http://schemas.openxmlformats.org/officeDocument/2006/relationships/customXml" Target="../ink/ink550.xml"/><Relationship Id="rId255" Type="http://schemas.openxmlformats.org/officeDocument/2006/relationships/customXml" Target="../ink/ink465.xml"/><Relationship Id="rId297" Type="http://schemas.openxmlformats.org/officeDocument/2006/relationships/customXml" Target="../ink/ink486.xml"/><Relationship Id="rId462" Type="http://schemas.openxmlformats.org/officeDocument/2006/relationships/customXml" Target="../ink/ink571.xml"/><Relationship Id="rId115" Type="http://schemas.openxmlformats.org/officeDocument/2006/relationships/image" Target="../media/image274.png"/><Relationship Id="rId157" Type="http://schemas.openxmlformats.org/officeDocument/2006/relationships/image" Target="../media/image290.png"/><Relationship Id="rId322" Type="http://schemas.openxmlformats.org/officeDocument/2006/relationships/image" Target="../media/image368.png"/><Relationship Id="rId364" Type="http://schemas.openxmlformats.org/officeDocument/2006/relationships/customXml" Target="../ink/ink522.xml"/><Relationship Id="rId61" Type="http://schemas.openxmlformats.org/officeDocument/2006/relationships/customXml" Target="../ink/ink362.xml"/><Relationship Id="rId199" Type="http://schemas.openxmlformats.org/officeDocument/2006/relationships/image" Target="../media/image311.png"/><Relationship Id="rId19" Type="http://schemas.openxmlformats.org/officeDocument/2006/relationships/customXml" Target="../ink/ink341.xml"/><Relationship Id="rId224" Type="http://schemas.openxmlformats.org/officeDocument/2006/relationships/customXml" Target="../ink/ink449.xml"/><Relationship Id="rId266" Type="http://schemas.openxmlformats.org/officeDocument/2006/relationships/image" Target="../media/image342.png"/><Relationship Id="rId431" Type="http://schemas.openxmlformats.org/officeDocument/2006/relationships/image" Target="../media/image419.png"/><Relationship Id="rId473" Type="http://schemas.openxmlformats.org/officeDocument/2006/relationships/image" Target="../media/image440.png"/><Relationship Id="rId30" Type="http://schemas.openxmlformats.org/officeDocument/2006/relationships/image" Target="../media/image234.png"/><Relationship Id="rId126" Type="http://schemas.openxmlformats.org/officeDocument/2006/relationships/image" Target="../media/image279.png"/><Relationship Id="rId168" Type="http://schemas.openxmlformats.org/officeDocument/2006/relationships/customXml" Target="../ink/ink421.xml"/><Relationship Id="rId333" Type="http://schemas.openxmlformats.org/officeDocument/2006/relationships/customXml" Target="../ink/ink504.xml"/><Relationship Id="rId72" Type="http://schemas.openxmlformats.org/officeDocument/2006/relationships/image" Target="../media/image33.png"/><Relationship Id="rId375" Type="http://schemas.openxmlformats.org/officeDocument/2006/relationships/image" Target="../media/image391.png"/><Relationship Id="rId3" Type="http://schemas.openxmlformats.org/officeDocument/2006/relationships/image" Target="../media/image1.svg"/><Relationship Id="rId235" Type="http://schemas.openxmlformats.org/officeDocument/2006/relationships/customXml" Target="../ink/ink455.xml"/><Relationship Id="rId277" Type="http://schemas.openxmlformats.org/officeDocument/2006/relationships/customXml" Target="../ink/ink476.xml"/><Relationship Id="rId400" Type="http://schemas.openxmlformats.org/officeDocument/2006/relationships/customXml" Target="../ink/ink540.xml"/><Relationship Id="rId442" Type="http://schemas.openxmlformats.org/officeDocument/2006/relationships/customXml" Target="../ink/ink561.xml"/><Relationship Id="rId484" Type="http://schemas.openxmlformats.org/officeDocument/2006/relationships/customXml" Target="../ink/ink582.xml"/><Relationship Id="rId137" Type="http://schemas.openxmlformats.org/officeDocument/2006/relationships/customXml" Target="../ink/ink405.xml"/><Relationship Id="rId302" Type="http://schemas.openxmlformats.org/officeDocument/2006/relationships/image" Target="../media/image358.png"/><Relationship Id="rId344" Type="http://schemas.openxmlformats.org/officeDocument/2006/relationships/customXml" Target="../ink/ink510.xml"/><Relationship Id="rId41" Type="http://schemas.openxmlformats.org/officeDocument/2006/relationships/customXml" Target="../ink/ink352.xml"/><Relationship Id="rId83" Type="http://schemas.openxmlformats.org/officeDocument/2006/relationships/image" Target="../media/image258.png"/><Relationship Id="rId179" Type="http://schemas.openxmlformats.org/officeDocument/2006/relationships/image" Target="../media/image301.png"/><Relationship Id="rId386" Type="http://schemas.openxmlformats.org/officeDocument/2006/relationships/customXml" Target="../ink/ink533.xml"/><Relationship Id="rId190" Type="http://schemas.openxmlformats.org/officeDocument/2006/relationships/customXml" Target="../ink/ink432.xml"/><Relationship Id="rId204" Type="http://schemas.openxmlformats.org/officeDocument/2006/relationships/customXml" Target="../ink/ink439.xml"/><Relationship Id="rId246" Type="http://schemas.openxmlformats.org/officeDocument/2006/relationships/image" Target="../media/image332.png"/><Relationship Id="rId288" Type="http://schemas.openxmlformats.org/officeDocument/2006/relationships/image" Target="../media/image351.png"/><Relationship Id="rId411" Type="http://schemas.openxmlformats.org/officeDocument/2006/relationships/image" Target="../media/image409.png"/><Relationship Id="rId453" Type="http://schemas.openxmlformats.org/officeDocument/2006/relationships/image" Target="../media/image43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63.xml"/><Relationship Id="rId21" Type="http://schemas.openxmlformats.org/officeDocument/2006/relationships/customXml" Target="../ink/ink597.xml"/><Relationship Id="rId324" Type="http://schemas.openxmlformats.org/officeDocument/2006/relationships/image" Target="../media/image590.png"/><Relationship Id="rId531" Type="http://schemas.openxmlformats.org/officeDocument/2006/relationships/image" Target="../media/image690.png"/><Relationship Id="rId170" Type="http://schemas.openxmlformats.org/officeDocument/2006/relationships/customXml" Target="../ink/ink690.xml"/><Relationship Id="rId268" Type="http://schemas.openxmlformats.org/officeDocument/2006/relationships/image" Target="../media/image562.png"/><Relationship Id="rId475" Type="http://schemas.openxmlformats.org/officeDocument/2006/relationships/customXml" Target="../ink/ink849.xml"/><Relationship Id="rId32" Type="http://schemas.openxmlformats.org/officeDocument/2006/relationships/image" Target="../media/image466.png"/><Relationship Id="rId128" Type="http://schemas.openxmlformats.org/officeDocument/2006/relationships/image" Target="../media/image496.png"/><Relationship Id="rId335" Type="http://schemas.openxmlformats.org/officeDocument/2006/relationships/customXml" Target="../ink/ink776.xml"/><Relationship Id="rId542" Type="http://schemas.openxmlformats.org/officeDocument/2006/relationships/customXml" Target="../ink/ink883.xml"/><Relationship Id="rId181" Type="http://schemas.openxmlformats.org/officeDocument/2006/relationships/customXml" Target="../ink/ink696.xml"/><Relationship Id="rId402" Type="http://schemas.openxmlformats.org/officeDocument/2006/relationships/image" Target="../media/image628.png"/><Relationship Id="rId279" Type="http://schemas.openxmlformats.org/officeDocument/2006/relationships/customXml" Target="../ink/ink748.xml"/><Relationship Id="rId486" Type="http://schemas.openxmlformats.org/officeDocument/2006/relationships/image" Target="../media/image668.png"/><Relationship Id="rId43" Type="http://schemas.openxmlformats.org/officeDocument/2006/relationships/customXml" Target="../ink/ink608.xml"/><Relationship Id="rId139" Type="http://schemas.openxmlformats.org/officeDocument/2006/relationships/image" Target="../media/image501.png"/><Relationship Id="rId346" Type="http://schemas.openxmlformats.org/officeDocument/2006/relationships/image" Target="../media/image601.png"/><Relationship Id="rId553" Type="http://schemas.openxmlformats.org/officeDocument/2006/relationships/image" Target="../media/image701.png"/><Relationship Id="rId192" Type="http://schemas.openxmlformats.org/officeDocument/2006/relationships/image" Target="../media/image526.png"/><Relationship Id="rId206" Type="http://schemas.openxmlformats.org/officeDocument/2006/relationships/customXml" Target="../ink/ink710.xml"/><Relationship Id="rId413" Type="http://schemas.openxmlformats.org/officeDocument/2006/relationships/image" Target="../media/image633.png"/><Relationship Id="rId497" Type="http://schemas.openxmlformats.org/officeDocument/2006/relationships/customXml" Target="../ink/ink860.xml"/><Relationship Id="rId357" Type="http://schemas.openxmlformats.org/officeDocument/2006/relationships/customXml" Target="../ink/ink787.xml"/><Relationship Id="rId54" Type="http://schemas.openxmlformats.org/officeDocument/2006/relationships/image" Target="../media/image477.png"/><Relationship Id="rId217" Type="http://schemas.openxmlformats.org/officeDocument/2006/relationships/customXml" Target="../ink/ink717.xml"/><Relationship Id="rId564" Type="http://schemas.openxmlformats.org/officeDocument/2006/relationships/customXml" Target="../ink/ink894.xml"/><Relationship Id="rId424" Type="http://schemas.openxmlformats.org/officeDocument/2006/relationships/customXml" Target="../ink/ink822.xml"/><Relationship Id="rId270" Type="http://schemas.openxmlformats.org/officeDocument/2006/relationships/image" Target="../media/image563.png"/><Relationship Id="rId65" Type="http://schemas.openxmlformats.org/officeDocument/2006/relationships/customXml" Target="../ink/ink620.xml"/><Relationship Id="rId130" Type="http://schemas.openxmlformats.org/officeDocument/2006/relationships/image" Target="../media/image497.png"/><Relationship Id="rId368" Type="http://schemas.openxmlformats.org/officeDocument/2006/relationships/image" Target="../media/image612.png"/><Relationship Id="rId228" Type="http://schemas.openxmlformats.org/officeDocument/2006/relationships/image" Target="../media/image542.png"/><Relationship Id="rId435" Type="http://schemas.openxmlformats.org/officeDocument/2006/relationships/customXml" Target="../ink/ink828.xml"/><Relationship Id="rId281" Type="http://schemas.openxmlformats.org/officeDocument/2006/relationships/customXml" Target="../ink/ink749.xml"/><Relationship Id="rId337" Type="http://schemas.openxmlformats.org/officeDocument/2006/relationships/customXml" Target="../ink/ink777.xml"/><Relationship Id="rId502" Type="http://schemas.openxmlformats.org/officeDocument/2006/relationships/customXml" Target="../ink/ink863.xml"/><Relationship Id="rId34" Type="http://schemas.openxmlformats.org/officeDocument/2006/relationships/image" Target="../media/image467.png"/><Relationship Id="rId76" Type="http://schemas.openxmlformats.org/officeDocument/2006/relationships/customXml" Target="../ink/ink629.xml"/><Relationship Id="rId141" Type="http://schemas.openxmlformats.org/officeDocument/2006/relationships/image" Target="../media/image502.png"/><Relationship Id="rId379" Type="http://schemas.openxmlformats.org/officeDocument/2006/relationships/customXml" Target="../ink/ink798.xml"/><Relationship Id="rId544" Type="http://schemas.openxmlformats.org/officeDocument/2006/relationships/customXml" Target="../ink/ink884.xml"/><Relationship Id="rId7" Type="http://schemas.openxmlformats.org/officeDocument/2006/relationships/customXml" Target="../ink/ink590.xml"/><Relationship Id="rId183" Type="http://schemas.openxmlformats.org/officeDocument/2006/relationships/customXml" Target="../ink/ink697.xml"/><Relationship Id="rId239" Type="http://schemas.openxmlformats.org/officeDocument/2006/relationships/customXml" Target="../ink/ink728.xml"/><Relationship Id="rId390" Type="http://schemas.openxmlformats.org/officeDocument/2006/relationships/customXml" Target="../ink/ink804.xml"/><Relationship Id="rId404" Type="http://schemas.openxmlformats.org/officeDocument/2006/relationships/image" Target="../media/image629.png"/><Relationship Id="rId446" Type="http://schemas.openxmlformats.org/officeDocument/2006/relationships/customXml" Target="../ink/ink834.xml"/><Relationship Id="rId250" Type="http://schemas.openxmlformats.org/officeDocument/2006/relationships/image" Target="../media/image553.png"/><Relationship Id="rId292" Type="http://schemas.openxmlformats.org/officeDocument/2006/relationships/image" Target="../media/image574.png"/><Relationship Id="rId306" Type="http://schemas.openxmlformats.org/officeDocument/2006/relationships/image" Target="../media/image581.png"/><Relationship Id="rId488" Type="http://schemas.openxmlformats.org/officeDocument/2006/relationships/image" Target="../media/image669.png"/><Relationship Id="rId45" Type="http://schemas.openxmlformats.org/officeDocument/2006/relationships/customXml" Target="../ink/ink609.xml"/><Relationship Id="rId87" Type="http://schemas.openxmlformats.org/officeDocument/2006/relationships/customXml" Target="../ink/ink640.xml"/><Relationship Id="rId110" Type="http://schemas.openxmlformats.org/officeDocument/2006/relationships/image" Target="../media/image487.png"/><Relationship Id="rId348" Type="http://schemas.openxmlformats.org/officeDocument/2006/relationships/image" Target="../media/image602.png"/><Relationship Id="rId513" Type="http://schemas.openxmlformats.org/officeDocument/2006/relationships/image" Target="../media/image681.png"/><Relationship Id="rId555" Type="http://schemas.openxmlformats.org/officeDocument/2006/relationships/image" Target="../media/image702.png"/><Relationship Id="rId152" Type="http://schemas.openxmlformats.org/officeDocument/2006/relationships/customXml" Target="../ink/ink681.xml"/><Relationship Id="rId194" Type="http://schemas.openxmlformats.org/officeDocument/2006/relationships/image" Target="../media/image527.png"/><Relationship Id="rId208" Type="http://schemas.openxmlformats.org/officeDocument/2006/relationships/image" Target="../media/image533.png"/><Relationship Id="rId415" Type="http://schemas.openxmlformats.org/officeDocument/2006/relationships/image" Target="../media/image634.png"/><Relationship Id="rId457" Type="http://schemas.openxmlformats.org/officeDocument/2006/relationships/customXml" Target="../ink/ink840.xml"/><Relationship Id="rId261" Type="http://schemas.openxmlformats.org/officeDocument/2006/relationships/customXml" Target="../ink/ink739.xml"/><Relationship Id="rId499" Type="http://schemas.openxmlformats.org/officeDocument/2006/relationships/customXml" Target="../ink/ink861.xml"/><Relationship Id="rId14" Type="http://schemas.openxmlformats.org/officeDocument/2006/relationships/image" Target="../media/image457.png"/><Relationship Id="rId56" Type="http://schemas.openxmlformats.org/officeDocument/2006/relationships/image" Target="../media/image478.png"/><Relationship Id="rId317" Type="http://schemas.openxmlformats.org/officeDocument/2006/relationships/customXml" Target="../ink/ink767.xml"/><Relationship Id="rId359" Type="http://schemas.openxmlformats.org/officeDocument/2006/relationships/customXml" Target="../ink/ink788.xml"/><Relationship Id="rId524" Type="http://schemas.openxmlformats.org/officeDocument/2006/relationships/customXml" Target="../ink/ink874.xml"/><Relationship Id="rId566" Type="http://schemas.openxmlformats.org/officeDocument/2006/relationships/customXml" Target="../ink/ink895.xml"/><Relationship Id="rId98" Type="http://schemas.openxmlformats.org/officeDocument/2006/relationships/customXml" Target="../ink/ink651.xml"/><Relationship Id="rId121" Type="http://schemas.openxmlformats.org/officeDocument/2006/relationships/customXml" Target="../ink/ink665.xml"/><Relationship Id="rId163" Type="http://schemas.openxmlformats.org/officeDocument/2006/relationships/image" Target="../media/image513.png"/><Relationship Id="rId219" Type="http://schemas.openxmlformats.org/officeDocument/2006/relationships/customXml" Target="../ink/ink718.xml"/><Relationship Id="rId370" Type="http://schemas.openxmlformats.org/officeDocument/2006/relationships/image" Target="../media/image613.png"/><Relationship Id="rId426" Type="http://schemas.openxmlformats.org/officeDocument/2006/relationships/customXml" Target="../ink/ink823.xml"/><Relationship Id="rId230" Type="http://schemas.openxmlformats.org/officeDocument/2006/relationships/image" Target="../media/image543.png"/><Relationship Id="rId468" Type="http://schemas.openxmlformats.org/officeDocument/2006/relationships/image" Target="../media/image659.png"/><Relationship Id="rId25" Type="http://schemas.openxmlformats.org/officeDocument/2006/relationships/customXml" Target="../ink/ink599.xml"/><Relationship Id="rId67" Type="http://schemas.openxmlformats.org/officeDocument/2006/relationships/customXml" Target="../ink/ink621.xml"/><Relationship Id="rId272" Type="http://schemas.openxmlformats.org/officeDocument/2006/relationships/image" Target="../media/image564.png"/><Relationship Id="rId328" Type="http://schemas.openxmlformats.org/officeDocument/2006/relationships/image" Target="../media/image592.png"/><Relationship Id="rId535" Type="http://schemas.openxmlformats.org/officeDocument/2006/relationships/image" Target="../media/image692.png"/><Relationship Id="rId132" Type="http://schemas.openxmlformats.org/officeDocument/2006/relationships/image" Target="../media/image498.png"/><Relationship Id="rId174" Type="http://schemas.openxmlformats.org/officeDocument/2006/relationships/customXml" Target="../ink/ink692.xml"/><Relationship Id="rId381" Type="http://schemas.openxmlformats.org/officeDocument/2006/relationships/customXml" Target="../ink/ink799.xml"/><Relationship Id="rId241" Type="http://schemas.openxmlformats.org/officeDocument/2006/relationships/customXml" Target="../ink/ink729.xml"/><Relationship Id="rId437" Type="http://schemas.openxmlformats.org/officeDocument/2006/relationships/customXml" Target="../ink/ink829.xml"/><Relationship Id="rId479" Type="http://schemas.openxmlformats.org/officeDocument/2006/relationships/customXml" Target="../ink/ink851.xml"/><Relationship Id="rId36" Type="http://schemas.openxmlformats.org/officeDocument/2006/relationships/image" Target="../media/image468.png"/><Relationship Id="rId283" Type="http://schemas.openxmlformats.org/officeDocument/2006/relationships/customXml" Target="../ink/ink750.xml"/><Relationship Id="rId339" Type="http://schemas.openxmlformats.org/officeDocument/2006/relationships/customXml" Target="../ink/ink778.xml"/><Relationship Id="rId490" Type="http://schemas.openxmlformats.org/officeDocument/2006/relationships/image" Target="../media/image670.png"/><Relationship Id="rId504" Type="http://schemas.openxmlformats.org/officeDocument/2006/relationships/customXml" Target="../ink/ink864.xml"/><Relationship Id="rId546" Type="http://schemas.openxmlformats.org/officeDocument/2006/relationships/customXml" Target="../ink/ink885.xml"/><Relationship Id="rId78" Type="http://schemas.openxmlformats.org/officeDocument/2006/relationships/customXml" Target="../ink/ink631.xml"/><Relationship Id="rId101" Type="http://schemas.openxmlformats.org/officeDocument/2006/relationships/customXml" Target="../ink/ink654.xml"/><Relationship Id="rId143" Type="http://schemas.openxmlformats.org/officeDocument/2006/relationships/image" Target="../media/image503.png"/><Relationship Id="rId185" Type="http://schemas.openxmlformats.org/officeDocument/2006/relationships/customXml" Target="../ink/ink698.xml"/><Relationship Id="rId350" Type="http://schemas.openxmlformats.org/officeDocument/2006/relationships/image" Target="../media/image603.png"/><Relationship Id="rId406" Type="http://schemas.openxmlformats.org/officeDocument/2006/relationships/image" Target="../media/image630.png"/><Relationship Id="rId9" Type="http://schemas.openxmlformats.org/officeDocument/2006/relationships/customXml" Target="../ink/ink591.xml"/><Relationship Id="rId210" Type="http://schemas.openxmlformats.org/officeDocument/2006/relationships/customXml" Target="../ink/ink713.xml"/><Relationship Id="rId392" Type="http://schemas.openxmlformats.org/officeDocument/2006/relationships/customXml" Target="../ink/ink805.xml"/><Relationship Id="rId448" Type="http://schemas.openxmlformats.org/officeDocument/2006/relationships/customXml" Target="../ink/ink835.xml"/><Relationship Id="rId252" Type="http://schemas.openxmlformats.org/officeDocument/2006/relationships/image" Target="../media/image554.png"/><Relationship Id="rId294" Type="http://schemas.openxmlformats.org/officeDocument/2006/relationships/image" Target="../media/image575.png"/><Relationship Id="rId308" Type="http://schemas.openxmlformats.org/officeDocument/2006/relationships/image" Target="../media/image582.png"/><Relationship Id="rId515" Type="http://schemas.openxmlformats.org/officeDocument/2006/relationships/image" Target="../media/image682.png"/><Relationship Id="rId47" Type="http://schemas.openxmlformats.org/officeDocument/2006/relationships/customXml" Target="../ink/ink610.xml"/><Relationship Id="rId89" Type="http://schemas.openxmlformats.org/officeDocument/2006/relationships/customXml" Target="../ink/ink642.xml"/><Relationship Id="rId112" Type="http://schemas.openxmlformats.org/officeDocument/2006/relationships/image" Target="../media/image488.png"/><Relationship Id="rId154" Type="http://schemas.openxmlformats.org/officeDocument/2006/relationships/customXml" Target="../ink/ink682.xml"/><Relationship Id="rId361" Type="http://schemas.openxmlformats.org/officeDocument/2006/relationships/customXml" Target="../ink/ink789.xml"/><Relationship Id="rId557" Type="http://schemas.openxmlformats.org/officeDocument/2006/relationships/image" Target="../media/image703.png"/><Relationship Id="rId196" Type="http://schemas.openxmlformats.org/officeDocument/2006/relationships/image" Target="../media/image528.png"/><Relationship Id="rId417" Type="http://schemas.openxmlformats.org/officeDocument/2006/relationships/image" Target="../media/image635.png"/><Relationship Id="rId459" Type="http://schemas.openxmlformats.org/officeDocument/2006/relationships/customXml" Target="../ink/ink841.xml"/><Relationship Id="rId16" Type="http://schemas.openxmlformats.org/officeDocument/2006/relationships/image" Target="../media/image458.png"/><Relationship Id="rId221" Type="http://schemas.openxmlformats.org/officeDocument/2006/relationships/customXml" Target="../ink/ink719.xml"/><Relationship Id="rId263" Type="http://schemas.openxmlformats.org/officeDocument/2006/relationships/customXml" Target="../ink/ink740.xml"/><Relationship Id="rId319" Type="http://schemas.openxmlformats.org/officeDocument/2006/relationships/customXml" Target="../ink/ink768.xml"/><Relationship Id="rId470" Type="http://schemas.openxmlformats.org/officeDocument/2006/relationships/image" Target="../media/image660.png"/><Relationship Id="rId526" Type="http://schemas.openxmlformats.org/officeDocument/2006/relationships/customXml" Target="../ink/ink875.xml"/><Relationship Id="rId58" Type="http://schemas.openxmlformats.org/officeDocument/2006/relationships/image" Target="../media/image479.png"/><Relationship Id="rId123" Type="http://schemas.openxmlformats.org/officeDocument/2006/relationships/customXml" Target="../ink/ink666.xml"/><Relationship Id="rId330" Type="http://schemas.openxmlformats.org/officeDocument/2006/relationships/image" Target="../media/image593.png"/><Relationship Id="rId568" Type="http://schemas.openxmlformats.org/officeDocument/2006/relationships/customXml" Target="../ink/ink896.xml"/><Relationship Id="rId165" Type="http://schemas.openxmlformats.org/officeDocument/2006/relationships/image" Target="../media/image514.png"/><Relationship Id="rId372" Type="http://schemas.openxmlformats.org/officeDocument/2006/relationships/image" Target="../media/image614.png"/><Relationship Id="rId428" Type="http://schemas.openxmlformats.org/officeDocument/2006/relationships/customXml" Target="../ink/ink824.xml"/><Relationship Id="rId232" Type="http://schemas.openxmlformats.org/officeDocument/2006/relationships/image" Target="../media/image544.png"/><Relationship Id="rId274" Type="http://schemas.openxmlformats.org/officeDocument/2006/relationships/image" Target="../media/image565.png"/><Relationship Id="rId481" Type="http://schemas.openxmlformats.org/officeDocument/2006/relationships/customXml" Target="../ink/ink852.xml"/><Relationship Id="rId27" Type="http://schemas.openxmlformats.org/officeDocument/2006/relationships/customXml" Target="../ink/ink600.xml"/><Relationship Id="rId69" Type="http://schemas.openxmlformats.org/officeDocument/2006/relationships/customXml" Target="../ink/ink622.xml"/><Relationship Id="rId134" Type="http://schemas.openxmlformats.org/officeDocument/2006/relationships/image" Target="../media/image499.png"/><Relationship Id="rId537" Type="http://schemas.openxmlformats.org/officeDocument/2006/relationships/image" Target="../media/image693.png"/><Relationship Id="rId80" Type="http://schemas.openxmlformats.org/officeDocument/2006/relationships/customXml" Target="../ink/ink633.xml"/><Relationship Id="rId176" Type="http://schemas.openxmlformats.org/officeDocument/2006/relationships/customXml" Target="../ink/ink693.xml"/><Relationship Id="rId341" Type="http://schemas.openxmlformats.org/officeDocument/2006/relationships/customXml" Target="../ink/ink779.xml"/><Relationship Id="rId383" Type="http://schemas.openxmlformats.org/officeDocument/2006/relationships/customXml" Target="../ink/ink800.xml"/><Relationship Id="rId439" Type="http://schemas.openxmlformats.org/officeDocument/2006/relationships/customXml" Target="../ink/ink830.xml"/><Relationship Id="rId201" Type="http://schemas.openxmlformats.org/officeDocument/2006/relationships/customXml" Target="../ink/ink707.xml"/><Relationship Id="rId243" Type="http://schemas.openxmlformats.org/officeDocument/2006/relationships/customXml" Target="../ink/ink730.xml"/><Relationship Id="rId285" Type="http://schemas.openxmlformats.org/officeDocument/2006/relationships/customXml" Target="../ink/ink751.xml"/><Relationship Id="rId450" Type="http://schemas.openxmlformats.org/officeDocument/2006/relationships/customXml" Target="../ink/ink836.xml"/><Relationship Id="rId506" Type="http://schemas.openxmlformats.org/officeDocument/2006/relationships/customXml" Target="../ink/ink865.xml"/><Relationship Id="rId38" Type="http://schemas.openxmlformats.org/officeDocument/2006/relationships/image" Target="../media/image469.png"/><Relationship Id="rId103" Type="http://schemas.openxmlformats.org/officeDocument/2006/relationships/customXml" Target="../ink/ink656.xml"/><Relationship Id="rId310" Type="http://schemas.openxmlformats.org/officeDocument/2006/relationships/image" Target="../media/image583.png"/><Relationship Id="rId492" Type="http://schemas.openxmlformats.org/officeDocument/2006/relationships/image" Target="../media/image671.png"/><Relationship Id="rId548" Type="http://schemas.openxmlformats.org/officeDocument/2006/relationships/customXml" Target="../ink/ink886.xml"/><Relationship Id="rId91" Type="http://schemas.openxmlformats.org/officeDocument/2006/relationships/customXml" Target="../ink/ink644.xml"/><Relationship Id="rId145" Type="http://schemas.openxmlformats.org/officeDocument/2006/relationships/image" Target="../media/image504.png"/><Relationship Id="rId187" Type="http://schemas.openxmlformats.org/officeDocument/2006/relationships/customXml" Target="../ink/ink699.xml"/><Relationship Id="rId352" Type="http://schemas.openxmlformats.org/officeDocument/2006/relationships/image" Target="../media/image604.png"/><Relationship Id="rId394" Type="http://schemas.openxmlformats.org/officeDocument/2006/relationships/image" Target="../media/image624.png"/><Relationship Id="rId408" Type="http://schemas.openxmlformats.org/officeDocument/2006/relationships/customXml" Target="../ink/ink814.xml"/><Relationship Id="rId212" Type="http://schemas.openxmlformats.org/officeDocument/2006/relationships/customXml" Target="../ink/ink714.xml"/><Relationship Id="rId254" Type="http://schemas.openxmlformats.org/officeDocument/2006/relationships/image" Target="../media/image555.png"/><Relationship Id="rId49" Type="http://schemas.openxmlformats.org/officeDocument/2006/relationships/customXml" Target="../ink/ink611.xml"/><Relationship Id="rId114" Type="http://schemas.openxmlformats.org/officeDocument/2006/relationships/image" Target="../media/image489.png"/><Relationship Id="rId296" Type="http://schemas.openxmlformats.org/officeDocument/2006/relationships/image" Target="../media/image576.png"/><Relationship Id="rId461" Type="http://schemas.openxmlformats.org/officeDocument/2006/relationships/customXml" Target="../ink/ink842.xml"/><Relationship Id="rId517" Type="http://schemas.openxmlformats.org/officeDocument/2006/relationships/image" Target="../media/image683.png"/><Relationship Id="rId559" Type="http://schemas.openxmlformats.org/officeDocument/2006/relationships/image" Target="../media/image704.png"/><Relationship Id="rId60" Type="http://schemas.openxmlformats.org/officeDocument/2006/relationships/image" Target="../media/image480.png"/><Relationship Id="rId156" Type="http://schemas.openxmlformats.org/officeDocument/2006/relationships/customXml" Target="../ink/ink683.xml"/><Relationship Id="rId198" Type="http://schemas.openxmlformats.org/officeDocument/2006/relationships/image" Target="../media/image529.png"/><Relationship Id="rId321" Type="http://schemas.openxmlformats.org/officeDocument/2006/relationships/customXml" Target="../ink/ink769.xml"/><Relationship Id="rId363" Type="http://schemas.openxmlformats.org/officeDocument/2006/relationships/customXml" Target="../ink/ink790.xml"/><Relationship Id="rId419" Type="http://schemas.openxmlformats.org/officeDocument/2006/relationships/image" Target="../media/image636.png"/><Relationship Id="rId570" Type="http://schemas.openxmlformats.org/officeDocument/2006/relationships/customXml" Target="../ink/ink897.xml"/><Relationship Id="rId223" Type="http://schemas.openxmlformats.org/officeDocument/2006/relationships/customXml" Target="../ink/ink720.xml"/><Relationship Id="rId430" Type="http://schemas.openxmlformats.org/officeDocument/2006/relationships/image" Target="../media/image641.png"/><Relationship Id="rId18" Type="http://schemas.openxmlformats.org/officeDocument/2006/relationships/image" Target="../media/image459.png"/><Relationship Id="rId265" Type="http://schemas.openxmlformats.org/officeDocument/2006/relationships/customXml" Target="../ink/ink741.xml"/><Relationship Id="rId472" Type="http://schemas.openxmlformats.org/officeDocument/2006/relationships/image" Target="../media/image661.png"/><Relationship Id="rId528" Type="http://schemas.openxmlformats.org/officeDocument/2006/relationships/customXml" Target="../ink/ink876.xml"/><Relationship Id="rId125" Type="http://schemas.openxmlformats.org/officeDocument/2006/relationships/customXml" Target="../ink/ink667.xml"/><Relationship Id="rId167" Type="http://schemas.openxmlformats.org/officeDocument/2006/relationships/image" Target="../media/image515.png"/><Relationship Id="rId332" Type="http://schemas.openxmlformats.org/officeDocument/2006/relationships/image" Target="../media/image594.png"/><Relationship Id="rId374" Type="http://schemas.openxmlformats.org/officeDocument/2006/relationships/image" Target="../media/image615.png"/><Relationship Id="rId71" Type="http://schemas.openxmlformats.org/officeDocument/2006/relationships/customXml" Target="../ink/ink624.xml"/><Relationship Id="rId234" Type="http://schemas.openxmlformats.org/officeDocument/2006/relationships/image" Target="../media/image545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601.xml"/><Relationship Id="rId276" Type="http://schemas.openxmlformats.org/officeDocument/2006/relationships/image" Target="../media/image566.png"/><Relationship Id="rId441" Type="http://schemas.openxmlformats.org/officeDocument/2006/relationships/image" Target="../media/image646.png"/><Relationship Id="rId483" Type="http://schemas.openxmlformats.org/officeDocument/2006/relationships/customXml" Target="../ink/ink853.xml"/><Relationship Id="rId539" Type="http://schemas.openxmlformats.org/officeDocument/2006/relationships/image" Target="../media/image694.png"/><Relationship Id="rId40" Type="http://schemas.openxmlformats.org/officeDocument/2006/relationships/image" Target="../media/image470.png"/><Relationship Id="rId136" Type="http://schemas.openxmlformats.org/officeDocument/2006/relationships/image" Target="../media/image500.png"/><Relationship Id="rId178" Type="http://schemas.openxmlformats.org/officeDocument/2006/relationships/image" Target="../media/image520.png"/><Relationship Id="rId301" Type="http://schemas.openxmlformats.org/officeDocument/2006/relationships/customXml" Target="../ink/ink759.xml"/><Relationship Id="rId343" Type="http://schemas.openxmlformats.org/officeDocument/2006/relationships/customXml" Target="../ink/ink780.xml"/><Relationship Id="rId550" Type="http://schemas.openxmlformats.org/officeDocument/2006/relationships/customXml" Target="../ink/ink887.xml"/><Relationship Id="rId82" Type="http://schemas.openxmlformats.org/officeDocument/2006/relationships/customXml" Target="../ink/ink635.xml"/><Relationship Id="rId203" Type="http://schemas.openxmlformats.org/officeDocument/2006/relationships/image" Target="../media/image531.png"/><Relationship Id="rId385" Type="http://schemas.openxmlformats.org/officeDocument/2006/relationships/image" Target="../media/image620.png"/><Relationship Id="rId245" Type="http://schemas.openxmlformats.org/officeDocument/2006/relationships/customXml" Target="../ink/ink731.xml"/><Relationship Id="rId287" Type="http://schemas.openxmlformats.org/officeDocument/2006/relationships/customXml" Target="../ink/ink752.xml"/><Relationship Id="rId410" Type="http://schemas.openxmlformats.org/officeDocument/2006/relationships/customXml" Target="../ink/ink815.xml"/><Relationship Id="rId452" Type="http://schemas.openxmlformats.org/officeDocument/2006/relationships/customXml" Target="../ink/ink837.xml"/><Relationship Id="rId494" Type="http://schemas.openxmlformats.org/officeDocument/2006/relationships/image" Target="../media/image672.png"/><Relationship Id="rId508" Type="http://schemas.openxmlformats.org/officeDocument/2006/relationships/customXml" Target="../ink/ink866.xml"/><Relationship Id="rId105" Type="http://schemas.openxmlformats.org/officeDocument/2006/relationships/customXml" Target="../ink/ink657.xml"/><Relationship Id="rId147" Type="http://schemas.openxmlformats.org/officeDocument/2006/relationships/image" Target="../media/image505.png"/><Relationship Id="rId312" Type="http://schemas.openxmlformats.org/officeDocument/2006/relationships/image" Target="../media/image584.png"/><Relationship Id="rId354" Type="http://schemas.openxmlformats.org/officeDocument/2006/relationships/image" Target="../media/image605.png"/><Relationship Id="rId51" Type="http://schemas.openxmlformats.org/officeDocument/2006/relationships/customXml" Target="../ink/ink612.xml"/><Relationship Id="rId93" Type="http://schemas.openxmlformats.org/officeDocument/2006/relationships/customXml" Target="../ink/ink646.xml"/><Relationship Id="rId189" Type="http://schemas.openxmlformats.org/officeDocument/2006/relationships/image" Target="../media/image525.png"/><Relationship Id="rId396" Type="http://schemas.openxmlformats.org/officeDocument/2006/relationships/image" Target="../media/image625.png"/><Relationship Id="rId561" Type="http://schemas.openxmlformats.org/officeDocument/2006/relationships/image" Target="../media/image705.png"/><Relationship Id="rId214" Type="http://schemas.openxmlformats.org/officeDocument/2006/relationships/image" Target="../media/image535.png"/><Relationship Id="rId256" Type="http://schemas.openxmlformats.org/officeDocument/2006/relationships/image" Target="../media/image556.png"/><Relationship Id="rId298" Type="http://schemas.openxmlformats.org/officeDocument/2006/relationships/image" Target="../media/image577.png"/><Relationship Id="rId421" Type="http://schemas.openxmlformats.org/officeDocument/2006/relationships/image" Target="../media/image637.png"/><Relationship Id="rId463" Type="http://schemas.openxmlformats.org/officeDocument/2006/relationships/customXml" Target="../ink/ink843.xml"/><Relationship Id="rId519" Type="http://schemas.openxmlformats.org/officeDocument/2006/relationships/image" Target="../media/image684.png"/><Relationship Id="rId116" Type="http://schemas.openxmlformats.org/officeDocument/2006/relationships/image" Target="../media/image490.png"/><Relationship Id="rId158" Type="http://schemas.openxmlformats.org/officeDocument/2006/relationships/customXml" Target="../ink/ink684.xml"/><Relationship Id="rId323" Type="http://schemas.openxmlformats.org/officeDocument/2006/relationships/customXml" Target="../ink/ink770.xml"/><Relationship Id="rId530" Type="http://schemas.openxmlformats.org/officeDocument/2006/relationships/customXml" Target="../ink/ink877.xml"/><Relationship Id="rId20" Type="http://schemas.openxmlformats.org/officeDocument/2006/relationships/image" Target="../media/image460.png"/><Relationship Id="rId62" Type="http://schemas.openxmlformats.org/officeDocument/2006/relationships/image" Target="../media/image481.png"/><Relationship Id="rId365" Type="http://schemas.openxmlformats.org/officeDocument/2006/relationships/customXml" Target="../ink/ink791.xml"/><Relationship Id="rId572" Type="http://schemas.openxmlformats.org/officeDocument/2006/relationships/customXml" Target="../ink/ink898.xml"/><Relationship Id="rId225" Type="http://schemas.openxmlformats.org/officeDocument/2006/relationships/customXml" Target="../ink/ink721.xml"/><Relationship Id="rId267" Type="http://schemas.openxmlformats.org/officeDocument/2006/relationships/customXml" Target="../ink/ink742.xml"/><Relationship Id="rId432" Type="http://schemas.openxmlformats.org/officeDocument/2006/relationships/image" Target="../media/image642.png"/><Relationship Id="rId474" Type="http://schemas.openxmlformats.org/officeDocument/2006/relationships/image" Target="../media/image662.png"/><Relationship Id="rId127" Type="http://schemas.openxmlformats.org/officeDocument/2006/relationships/customXml" Target="../ink/ink668.xml"/><Relationship Id="rId31" Type="http://schemas.openxmlformats.org/officeDocument/2006/relationships/customXml" Target="../ink/ink602.xml"/><Relationship Id="rId73" Type="http://schemas.openxmlformats.org/officeDocument/2006/relationships/customXml" Target="../ink/ink626.xml"/><Relationship Id="rId169" Type="http://schemas.openxmlformats.org/officeDocument/2006/relationships/image" Target="../media/image516.png"/><Relationship Id="rId334" Type="http://schemas.openxmlformats.org/officeDocument/2006/relationships/image" Target="../media/image595.png"/><Relationship Id="rId376" Type="http://schemas.openxmlformats.org/officeDocument/2006/relationships/image" Target="../media/image616.png"/><Relationship Id="rId541" Type="http://schemas.openxmlformats.org/officeDocument/2006/relationships/image" Target="../media/image695.png"/><Relationship Id="rId4" Type="http://schemas.openxmlformats.org/officeDocument/2006/relationships/image" Target="../media/image2.svg"/><Relationship Id="rId180" Type="http://schemas.openxmlformats.org/officeDocument/2006/relationships/image" Target="../media/image521.png"/><Relationship Id="rId236" Type="http://schemas.openxmlformats.org/officeDocument/2006/relationships/image" Target="../media/image546.png"/><Relationship Id="rId278" Type="http://schemas.openxmlformats.org/officeDocument/2006/relationships/image" Target="../media/image567.png"/><Relationship Id="rId401" Type="http://schemas.openxmlformats.org/officeDocument/2006/relationships/customXml" Target="../ink/ink810.xml"/><Relationship Id="rId443" Type="http://schemas.openxmlformats.org/officeDocument/2006/relationships/image" Target="../media/image647.png"/><Relationship Id="rId303" Type="http://schemas.openxmlformats.org/officeDocument/2006/relationships/customXml" Target="../ink/ink760.xml"/><Relationship Id="rId485" Type="http://schemas.openxmlformats.org/officeDocument/2006/relationships/customXml" Target="../ink/ink854.xml"/><Relationship Id="rId42" Type="http://schemas.openxmlformats.org/officeDocument/2006/relationships/image" Target="../media/image471.png"/><Relationship Id="rId84" Type="http://schemas.openxmlformats.org/officeDocument/2006/relationships/customXml" Target="../ink/ink637.xml"/><Relationship Id="rId138" Type="http://schemas.openxmlformats.org/officeDocument/2006/relationships/customXml" Target="../ink/ink674.xml"/><Relationship Id="rId345" Type="http://schemas.openxmlformats.org/officeDocument/2006/relationships/customXml" Target="../ink/ink781.xml"/><Relationship Id="rId387" Type="http://schemas.openxmlformats.org/officeDocument/2006/relationships/image" Target="../media/image621.png"/><Relationship Id="rId510" Type="http://schemas.openxmlformats.org/officeDocument/2006/relationships/customXml" Target="../ink/ink867.xml"/><Relationship Id="rId552" Type="http://schemas.openxmlformats.org/officeDocument/2006/relationships/customXml" Target="../ink/ink888.xml"/><Relationship Id="rId191" Type="http://schemas.openxmlformats.org/officeDocument/2006/relationships/customXml" Target="../ink/ink702.xml"/><Relationship Id="rId205" Type="http://schemas.openxmlformats.org/officeDocument/2006/relationships/image" Target="../media/image532.png"/><Relationship Id="rId247" Type="http://schemas.openxmlformats.org/officeDocument/2006/relationships/customXml" Target="../ink/ink732.xml"/><Relationship Id="rId412" Type="http://schemas.openxmlformats.org/officeDocument/2006/relationships/customXml" Target="../ink/ink816.xml"/><Relationship Id="rId107" Type="http://schemas.openxmlformats.org/officeDocument/2006/relationships/customXml" Target="../ink/ink658.xml"/><Relationship Id="rId289" Type="http://schemas.openxmlformats.org/officeDocument/2006/relationships/customXml" Target="../ink/ink753.xml"/><Relationship Id="rId454" Type="http://schemas.openxmlformats.org/officeDocument/2006/relationships/customXml" Target="../ink/ink838.xml"/><Relationship Id="rId496" Type="http://schemas.openxmlformats.org/officeDocument/2006/relationships/image" Target="../media/image673.png"/><Relationship Id="rId11" Type="http://schemas.openxmlformats.org/officeDocument/2006/relationships/customXml" Target="../ink/ink592.xml"/><Relationship Id="rId53" Type="http://schemas.openxmlformats.org/officeDocument/2006/relationships/customXml" Target="../ink/ink613.xml"/><Relationship Id="rId149" Type="http://schemas.openxmlformats.org/officeDocument/2006/relationships/image" Target="../media/image506.png"/><Relationship Id="rId314" Type="http://schemas.openxmlformats.org/officeDocument/2006/relationships/image" Target="../media/image585.png"/><Relationship Id="rId356" Type="http://schemas.openxmlformats.org/officeDocument/2006/relationships/image" Target="../media/image606.png"/><Relationship Id="rId398" Type="http://schemas.openxmlformats.org/officeDocument/2006/relationships/image" Target="../media/image626.png"/><Relationship Id="rId521" Type="http://schemas.openxmlformats.org/officeDocument/2006/relationships/image" Target="../media/image685.png"/><Relationship Id="rId563" Type="http://schemas.openxmlformats.org/officeDocument/2006/relationships/image" Target="../media/image706.png"/><Relationship Id="rId95" Type="http://schemas.openxmlformats.org/officeDocument/2006/relationships/customXml" Target="../ink/ink648.xml"/><Relationship Id="rId160" Type="http://schemas.openxmlformats.org/officeDocument/2006/relationships/customXml" Target="../ink/ink685.xml"/><Relationship Id="rId216" Type="http://schemas.openxmlformats.org/officeDocument/2006/relationships/image" Target="../media/image536.png"/><Relationship Id="rId423" Type="http://schemas.openxmlformats.org/officeDocument/2006/relationships/image" Target="../media/image638.png"/><Relationship Id="rId258" Type="http://schemas.openxmlformats.org/officeDocument/2006/relationships/image" Target="../media/image557.png"/><Relationship Id="rId465" Type="http://schemas.openxmlformats.org/officeDocument/2006/relationships/customXml" Target="../ink/ink844.xml"/><Relationship Id="rId22" Type="http://schemas.openxmlformats.org/officeDocument/2006/relationships/image" Target="../media/image461.png"/><Relationship Id="rId64" Type="http://schemas.openxmlformats.org/officeDocument/2006/relationships/customXml" Target="../ink/ink619.xml"/><Relationship Id="rId118" Type="http://schemas.openxmlformats.org/officeDocument/2006/relationships/image" Target="../media/image491.png"/><Relationship Id="rId325" Type="http://schemas.openxmlformats.org/officeDocument/2006/relationships/customXml" Target="../ink/ink771.xml"/><Relationship Id="rId367" Type="http://schemas.openxmlformats.org/officeDocument/2006/relationships/customXml" Target="../ink/ink792.xml"/><Relationship Id="rId532" Type="http://schemas.openxmlformats.org/officeDocument/2006/relationships/customXml" Target="../ink/ink878.xml"/><Relationship Id="rId171" Type="http://schemas.openxmlformats.org/officeDocument/2006/relationships/image" Target="../media/image517.png"/><Relationship Id="rId227" Type="http://schemas.openxmlformats.org/officeDocument/2006/relationships/customXml" Target="../ink/ink722.xml"/><Relationship Id="rId269" Type="http://schemas.openxmlformats.org/officeDocument/2006/relationships/customXml" Target="../ink/ink743.xml"/><Relationship Id="rId434" Type="http://schemas.openxmlformats.org/officeDocument/2006/relationships/image" Target="../media/image643.png"/><Relationship Id="rId476" Type="http://schemas.openxmlformats.org/officeDocument/2006/relationships/image" Target="../media/image663.png"/><Relationship Id="rId33" Type="http://schemas.openxmlformats.org/officeDocument/2006/relationships/customXml" Target="../ink/ink603.xml"/><Relationship Id="rId129" Type="http://schemas.openxmlformats.org/officeDocument/2006/relationships/customXml" Target="../ink/ink669.xml"/><Relationship Id="rId280" Type="http://schemas.openxmlformats.org/officeDocument/2006/relationships/image" Target="../media/image568.png"/><Relationship Id="rId336" Type="http://schemas.openxmlformats.org/officeDocument/2006/relationships/image" Target="../media/image596.png"/><Relationship Id="rId501" Type="http://schemas.openxmlformats.org/officeDocument/2006/relationships/image" Target="../media/image675.png"/><Relationship Id="rId543" Type="http://schemas.openxmlformats.org/officeDocument/2006/relationships/image" Target="../media/image696.png"/><Relationship Id="rId75" Type="http://schemas.openxmlformats.org/officeDocument/2006/relationships/customXml" Target="../ink/ink628.xml"/><Relationship Id="rId140" Type="http://schemas.openxmlformats.org/officeDocument/2006/relationships/customXml" Target="../ink/ink675.xml"/><Relationship Id="rId182" Type="http://schemas.openxmlformats.org/officeDocument/2006/relationships/image" Target="../media/image522.png"/><Relationship Id="rId378" Type="http://schemas.openxmlformats.org/officeDocument/2006/relationships/image" Target="../media/image617.png"/><Relationship Id="rId403" Type="http://schemas.openxmlformats.org/officeDocument/2006/relationships/customXml" Target="../ink/ink811.xml"/><Relationship Id="rId6" Type="http://schemas.openxmlformats.org/officeDocument/2006/relationships/image" Target="../media/image4.svg"/><Relationship Id="rId238" Type="http://schemas.openxmlformats.org/officeDocument/2006/relationships/image" Target="../media/image547.png"/><Relationship Id="rId445" Type="http://schemas.openxmlformats.org/officeDocument/2006/relationships/image" Target="../media/image648.png"/><Relationship Id="rId487" Type="http://schemas.openxmlformats.org/officeDocument/2006/relationships/customXml" Target="../ink/ink855.xml"/><Relationship Id="rId291" Type="http://schemas.openxmlformats.org/officeDocument/2006/relationships/customXml" Target="../ink/ink754.xml"/><Relationship Id="rId305" Type="http://schemas.openxmlformats.org/officeDocument/2006/relationships/customXml" Target="../ink/ink761.xml"/><Relationship Id="rId347" Type="http://schemas.openxmlformats.org/officeDocument/2006/relationships/customXml" Target="../ink/ink782.xml"/><Relationship Id="rId512" Type="http://schemas.openxmlformats.org/officeDocument/2006/relationships/customXml" Target="../ink/ink868.xml"/><Relationship Id="rId44" Type="http://schemas.openxmlformats.org/officeDocument/2006/relationships/image" Target="../media/image472.png"/><Relationship Id="rId86" Type="http://schemas.openxmlformats.org/officeDocument/2006/relationships/customXml" Target="../ink/ink639.xml"/><Relationship Id="rId151" Type="http://schemas.openxmlformats.org/officeDocument/2006/relationships/image" Target="../media/image507.png"/><Relationship Id="rId389" Type="http://schemas.openxmlformats.org/officeDocument/2006/relationships/image" Target="../media/image622.png"/><Relationship Id="rId554" Type="http://schemas.openxmlformats.org/officeDocument/2006/relationships/customXml" Target="../ink/ink889.xml"/><Relationship Id="rId193" Type="http://schemas.openxmlformats.org/officeDocument/2006/relationships/customXml" Target="../ink/ink703.xml"/><Relationship Id="rId207" Type="http://schemas.openxmlformats.org/officeDocument/2006/relationships/customXml" Target="../ink/ink711.xml"/><Relationship Id="rId249" Type="http://schemas.openxmlformats.org/officeDocument/2006/relationships/customXml" Target="../ink/ink733.xml"/><Relationship Id="rId414" Type="http://schemas.openxmlformats.org/officeDocument/2006/relationships/customXml" Target="../ink/ink817.xml"/><Relationship Id="rId456" Type="http://schemas.openxmlformats.org/officeDocument/2006/relationships/image" Target="../media/image653.png"/><Relationship Id="rId498" Type="http://schemas.openxmlformats.org/officeDocument/2006/relationships/image" Target="../media/image674.png"/><Relationship Id="rId13" Type="http://schemas.openxmlformats.org/officeDocument/2006/relationships/customXml" Target="../ink/ink593.xml"/><Relationship Id="rId109" Type="http://schemas.openxmlformats.org/officeDocument/2006/relationships/customXml" Target="../ink/ink659.xml"/><Relationship Id="rId260" Type="http://schemas.openxmlformats.org/officeDocument/2006/relationships/image" Target="../media/image558.png"/><Relationship Id="rId316" Type="http://schemas.openxmlformats.org/officeDocument/2006/relationships/image" Target="../media/image586.png"/><Relationship Id="rId523" Type="http://schemas.openxmlformats.org/officeDocument/2006/relationships/image" Target="../media/image686.png"/><Relationship Id="rId55" Type="http://schemas.openxmlformats.org/officeDocument/2006/relationships/customXml" Target="../ink/ink614.xml"/><Relationship Id="rId97" Type="http://schemas.openxmlformats.org/officeDocument/2006/relationships/customXml" Target="../ink/ink650.xml"/><Relationship Id="rId120" Type="http://schemas.openxmlformats.org/officeDocument/2006/relationships/image" Target="../media/image492.png"/><Relationship Id="rId358" Type="http://schemas.openxmlformats.org/officeDocument/2006/relationships/image" Target="../media/image607.png"/><Relationship Id="rId565" Type="http://schemas.openxmlformats.org/officeDocument/2006/relationships/image" Target="../media/image707.png"/><Relationship Id="rId162" Type="http://schemas.openxmlformats.org/officeDocument/2006/relationships/customXml" Target="../ink/ink686.xml"/><Relationship Id="rId218" Type="http://schemas.openxmlformats.org/officeDocument/2006/relationships/image" Target="../media/image537.png"/><Relationship Id="rId425" Type="http://schemas.openxmlformats.org/officeDocument/2006/relationships/image" Target="../media/image639.png"/><Relationship Id="rId467" Type="http://schemas.openxmlformats.org/officeDocument/2006/relationships/customXml" Target="../ink/ink845.xml"/><Relationship Id="rId271" Type="http://schemas.openxmlformats.org/officeDocument/2006/relationships/customXml" Target="../ink/ink744.xml"/><Relationship Id="rId24" Type="http://schemas.openxmlformats.org/officeDocument/2006/relationships/image" Target="../media/image462.png"/><Relationship Id="rId66" Type="http://schemas.openxmlformats.org/officeDocument/2006/relationships/image" Target="../media/image482.png"/><Relationship Id="rId131" Type="http://schemas.openxmlformats.org/officeDocument/2006/relationships/customXml" Target="../ink/ink670.xml"/><Relationship Id="rId327" Type="http://schemas.openxmlformats.org/officeDocument/2006/relationships/customXml" Target="../ink/ink772.xml"/><Relationship Id="rId369" Type="http://schemas.openxmlformats.org/officeDocument/2006/relationships/customXml" Target="../ink/ink793.xml"/><Relationship Id="rId534" Type="http://schemas.openxmlformats.org/officeDocument/2006/relationships/customXml" Target="../ink/ink879.xml"/><Relationship Id="rId173" Type="http://schemas.openxmlformats.org/officeDocument/2006/relationships/image" Target="../media/image518.png"/><Relationship Id="rId229" Type="http://schemas.openxmlformats.org/officeDocument/2006/relationships/customXml" Target="../ink/ink723.xml"/><Relationship Id="rId380" Type="http://schemas.openxmlformats.org/officeDocument/2006/relationships/image" Target="../media/image618.png"/><Relationship Id="rId436" Type="http://schemas.openxmlformats.org/officeDocument/2006/relationships/image" Target="../media/image644.png"/><Relationship Id="rId240" Type="http://schemas.openxmlformats.org/officeDocument/2006/relationships/image" Target="../media/image548.png"/><Relationship Id="rId478" Type="http://schemas.openxmlformats.org/officeDocument/2006/relationships/image" Target="../media/image664.png"/><Relationship Id="rId35" Type="http://schemas.openxmlformats.org/officeDocument/2006/relationships/customXml" Target="../ink/ink604.xml"/><Relationship Id="rId77" Type="http://schemas.openxmlformats.org/officeDocument/2006/relationships/customXml" Target="../ink/ink630.xml"/><Relationship Id="rId100" Type="http://schemas.openxmlformats.org/officeDocument/2006/relationships/customXml" Target="../ink/ink653.xml"/><Relationship Id="rId282" Type="http://schemas.openxmlformats.org/officeDocument/2006/relationships/image" Target="../media/image569.png"/><Relationship Id="rId338" Type="http://schemas.openxmlformats.org/officeDocument/2006/relationships/image" Target="../media/image597.png"/><Relationship Id="rId503" Type="http://schemas.openxmlformats.org/officeDocument/2006/relationships/image" Target="../media/image676.png"/><Relationship Id="rId545" Type="http://schemas.openxmlformats.org/officeDocument/2006/relationships/image" Target="../media/image697.png"/><Relationship Id="rId8" Type="http://schemas.openxmlformats.org/officeDocument/2006/relationships/image" Target="../media/image454.png"/><Relationship Id="rId142" Type="http://schemas.openxmlformats.org/officeDocument/2006/relationships/customXml" Target="../ink/ink676.xml"/><Relationship Id="rId184" Type="http://schemas.openxmlformats.org/officeDocument/2006/relationships/image" Target="../media/image523.png"/><Relationship Id="rId391" Type="http://schemas.openxmlformats.org/officeDocument/2006/relationships/image" Target="../media/image623.png"/><Relationship Id="rId405" Type="http://schemas.openxmlformats.org/officeDocument/2006/relationships/customXml" Target="../ink/ink812.xml"/><Relationship Id="rId447" Type="http://schemas.openxmlformats.org/officeDocument/2006/relationships/image" Target="../media/image649.png"/><Relationship Id="rId251" Type="http://schemas.openxmlformats.org/officeDocument/2006/relationships/customXml" Target="../ink/ink734.xml"/><Relationship Id="rId489" Type="http://schemas.openxmlformats.org/officeDocument/2006/relationships/customXml" Target="../ink/ink856.xml"/><Relationship Id="rId46" Type="http://schemas.openxmlformats.org/officeDocument/2006/relationships/image" Target="../media/image473.png"/><Relationship Id="rId293" Type="http://schemas.openxmlformats.org/officeDocument/2006/relationships/customXml" Target="../ink/ink755.xml"/><Relationship Id="rId307" Type="http://schemas.openxmlformats.org/officeDocument/2006/relationships/customXml" Target="../ink/ink762.xml"/><Relationship Id="rId349" Type="http://schemas.openxmlformats.org/officeDocument/2006/relationships/customXml" Target="../ink/ink783.xml"/><Relationship Id="rId514" Type="http://schemas.openxmlformats.org/officeDocument/2006/relationships/customXml" Target="../ink/ink869.xml"/><Relationship Id="rId556" Type="http://schemas.openxmlformats.org/officeDocument/2006/relationships/customXml" Target="../ink/ink890.xml"/><Relationship Id="rId88" Type="http://schemas.openxmlformats.org/officeDocument/2006/relationships/customXml" Target="../ink/ink641.xml"/><Relationship Id="rId111" Type="http://schemas.openxmlformats.org/officeDocument/2006/relationships/customXml" Target="../ink/ink660.xml"/><Relationship Id="rId153" Type="http://schemas.openxmlformats.org/officeDocument/2006/relationships/image" Target="../media/image508.png"/><Relationship Id="rId195" Type="http://schemas.openxmlformats.org/officeDocument/2006/relationships/customXml" Target="../ink/ink704.xml"/><Relationship Id="rId209" Type="http://schemas.openxmlformats.org/officeDocument/2006/relationships/customXml" Target="../ink/ink712.xml"/><Relationship Id="rId360" Type="http://schemas.openxmlformats.org/officeDocument/2006/relationships/image" Target="../media/image608.png"/><Relationship Id="rId416" Type="http://schemas.openxmlformats.org/officeDocument/2006/relationships/customXml" Target="../ink/ink818.xml"/><Relationship Id="rId220" Type="http://schemas.openxmlformats.org/officeDocument/2006/relationships/image" Target="../media/image538.png"/><Relationship Id="rId458" Type="http://schemas.openxmlformats.org/officeDocument/2006/relationships/image" Target="../media/image654.png"/><Relationship Id="rId15" Type="http://schemas.openxmlformats.org/officeDocument/2006/relationships/customXml" Target="../ink/ink594.xml"/><Relationship Id="rId57" Type="http://schemas.openxmlformats.org/officeDocument/2006/relationships/customXml" Target="../ink/ink615.xml"/><Relationship Id="rId262" Type="http://schemas.openxmlformats.org/officeDocument/2006/relationships/image" Target="../media/image559.png"/><Relationship Id="rId318" Type="http://schemas.openxmlformats.org/officeDocument/2006/relationships/image" Target="../media/image587.png"/><Relationship Id="rId525" Type="http://schemas.openxmlformats.org/officeDocument/2006/relationships/image" Target="../media/image687.png"/><Relationship Id="rId567" Type="http://schemas.openxmlformats.org/officeDocument/2006/relationships/image" Target="../media/image708.png"/><Relationship Id="rId99" Type="http://schemas.openxmlformats.org/officeDocument/2006/relationships/customXml" Target="../ink/ink652.xml"/><Relationship Id="rId122" Type="http://schemas.openxmlformats.org/officeDocument/2006/relationships/image" Target="../media/image493.png"/><Relationship Id="rId164" Type="http://schemas.openxmlformats.org/officeDocument/2006/relationships/customXml" Target="../ink/ink687.xml"/><Relationship Id="rId371" Type="http://schemas.openxmlformats.org/officeDocument/2006/relationships/customXml" Target="../ink/ink794.xml"/><Relationship Id="rId427" Type="http://schemas.openxmlformats.org/officeDocument/2006/relationships/image" Target="../media/image640.png"/><Relationship Id="rId469" Type="http://schemas.openxmlformats.org/officeDocument/2006/relationships/customXml" Target="../ink/ink846.xml"/><Relationship Id="rId26" Type="http://schemas.openxmlformats.org/officeDocument/2006/relationships/image" Target="../media/image463.png"/><Relationship Id="rId231" Type="http://schemas.openxmlformats.org/officeDocument/2006/relationships/customXml" Target="../ink/ink724.xml"/><Relationship Id="rId273" Type="http://schemas.openxmlformats.org/officeDocument/2006/relationships/customXml" Target="../ink/ink745.xml"/><Relationship Id="rId329" Type="http://schemas.openxmlformats.org/officeDocument/2006/relationships/customXml" Target="../ink/ink773.xml"/><Relationship Id="rId480" Type="http://schemas.openxmlformats.org/officeDocument/2006/relationships/image" Target="../media/image665.png"/><Relationship Id="rId536" Type="http://schemas.openxmlformats.org/officeDocument/2006/relationships/customXml" Target="../ink/ink880.xml"/><Relationship Id="rId68" Type="http://schemas.openxmlformats.org/officeDocument/2006/relationships/image" Target="../media/image483.png"/><Relationship Id="rId133" Type="http://schemas.openxmlformats.org/officeDocument/2006/relationships/customXml" Target="../ink/ink671.xml"/><Relationship Id="rId175" Type="http://schemas.openxmlformats.org/officeDocument/2006/relationships/image" Target="../media/image519.png"/><Relationship Id="rId340" Type="http://schemas.openxmlformats.org/officeDocument/2006/relationships/image" Target="../media/image598.png"/><Relationship Id="rId200" Type="http://schemas.openxmlformats.org/officeDocument/2006/relationships/image" Target="../media/image530.png"/><Relationship Id="rId382" Type="http://schemas.openxmlformats.org/officeDocument/2006/relationships/image" Target="../media/image619.png"/><Relationship Id="rId438" Type="http://schemas.openxmlformats.org/officeDocument/2006/relationships/image" Target="../media/image645.png"/><Relationship Id="rId242" Type="http://schemas.openxmlformats.org/officeDocument/2006/relationships/image" Target="../media/image549.png"/><Relationship Id="rId284" Type="http://schemas.openxmlformats.org/officeDocument/2006/relationships/image" Target="../media/image570.png"/><Relationship Id="rId491" Type="http://schemas.openxmlformats.org/officeDocument/2006/relationships/customXml" Target="../ink/ink857.xml"/><Relationship Id="rId505" Type="http://schemas.openxmlformats.org/officeDocument/2006/relationships/image" Target="../media/image677.png"/><Relationship Id="rId37" Type="http://schemas.openxmlformats.org/officeDocument/2006/relationships/customXml" Target="../ink/ink605.xml"/><Relationship Id="rId79" Type="http://schemas.openxmlformats.org/officeDocument/2006/relationships/customXml" Target="../ink/ink632.xml"/><Relationship Id="rId102" Type="http://schemas.openxmlformats.org/officeDocument/2006/relationships/customXml" Target="../ink/ink655.xml"/><Relationship Id="rId144" Type="http://schemas.openxmlformats.org/officeDocument/2006/relationships/customXml" Target="../ink/ink677.xml"/><Relationship Id="rId547" Type="http://schemas.openxmlformats.org/officeDocument/2006/relationships/image" Target="../media/image698.png"/><Relationship Id="rId90" Type="http://schemas.openxmlformats.org/officeDocument/2006/relationships/customXml" Target="../ink/ink643.xml"/><Relationship Id="rId186" Type="http://schemas.openxmlformats.org/officeDocument/2006/relationships/image" Target="../media/image524.png"/><Relationship Id="rId351" Type="http://schemas.openxmlformats.org/officeDocument/2006/relationships/customXml" Target="../ink/ink784.xml"/><Relationship Id="rId393" Type="http://schemas.openxmlformats.org/officeDocument/2006/relationships/customXml" Target="../ink/ink806.xml"/><Relationship Id="rId407" Type="http://schemas.openxmlformats.org/officeDocument/2006/relationships/customXml" Target="../ink/ink813.xml"/><Relationship Id="rId449" Type="http://schemas.openxmlformats.org/officeDocument/2006/relationships/image" Target="../media/image650.png"/><Relationship Id="rId211" Type="http://schemas.openxmlformats.org/officeDocument/2006/relationships/image" Target="../media/image534.png"/><Relationship Id="rId253" Type="http://schemas.openxmlformats.org/officeDocument/2006/relationships/customXml" Target="../ink/ink735.xml"/><Relationship Id="rId295" Type="http://schemas.openxmlformats.org/officeDocument/2006/relationships/customXml" Target="../ink/ink756.xml"/><Relationship Id="rId309" Type="http://schemas.openxmlformats.org/officeDocument/2006/relationships/customXml" Target="../ink/ink763.xml"/><Relationship Id="rId460" Type="http://schemas.openxmlformats.org/officeDocument/2006/relationships/image" Target="../media/image655.png"/><Relationship Id="rId516" Type="http://schemas.openxmlformats.org/officeDocument/2006/relationships/customXml" Target="../ink/ink870.xml"/><Relationship Id="rId48" Type="http://schemas.openxmlformats.org/officeDocument/2006/relationships/image" Target="../media/image474.png"/><Relationship Id="rId113" Type="http://schemas.openxmlformats.org/officeDocument/2006/relationships/customXml" Target="../ink/ink661.xml"/><Relationship Id="rId320" Type="http://schemas.openxmlformats.org/officeDocument/2006/relationships/image" Target="../media/image588.png"/><Relationship Id="rId558" Type="http://schemas.openxmlformats.org/officeDocument/2006/relationships/customXml" Target="../ink/ink891.xml"/><Relationship Id="rId155" Type="http://schemas.openxmlformats.org/officeDocument/2006/relationships/image" Target="../media/image509.png"/><Relationship Id="rId197" Type="http://schemas.openxmlformats.org/officeDocument/2006/relationships/customXml" Target="../ink/ink705.xml"/><Relationship Id="rId362" Type="http://schemas.openxmlformats.org/officeDocument/2006/relationships/image" Target="../media/image609.png"/><Relationship Id="rId418" Type="http://schemas.openxmlformats.org/officeDocument/2006/relationships/customXml" Target="../ink/ink819.xml"/><Relationship Id="rId222" Type="http://schemas.openxmlformats.org/officeDocument/2006/relationships/image" Target="../media/image539.png"/><Relationship Id="rId264" Type="http://schemas.openxmlformats.org/officeDocument/2006/relationships/image" Target="../media/image560.png"/><Relationship Id="rId471" Type="http://schemas.openxmlformats.org/officeDocument/2006/relationships/customXml" Target="../ink/ink847.xml"/><Relationship Id="rId17" Type="http://schemas.openxmlformats.org/officeDocument/2006/relationships/customXml" Target="../ink/ink595.xml"/><Relationship Id="rId59" Type="http://schemas.openxmlformats.org/officeDocument/2006/relationships/customXml" Target="../ink/ink616.xml"/><Relationship Id="rId124" Type="http://schemas.openxmlformats.org/officeDocument/2006/relationships/image" Target="../media/image494.png"/><Relationship Id="rId527" Type="http://schemas.openxmlformats.org/officeDocument/2006/relationships/image" Target="../media/image688.png"/><Relationship Id="rId569" Type="http://schemas.openxmlformats.org/officeDocument/2006/relationships/image" Target="../media/image709.png"/><Relationship Id="rId70" Type="http://schemas.openxmlformats.org/officeDocument/2006/relationships/customXml" Target="../ink/ink623.xml"/><Relationship Id="rId166" Type="http://schemas.openxmlformats.org/officeDocument/2006/relationships/customXml" Target="../ink/ink688.xml"/><Relationship Id="rId331" Type="http://schemas.openxmlformats.org/officeDocument/2006/relationships/customXml" Target="../ink/ink774.xml"/><Relationship Id="rId373" Type="http://schemas.openxmlformats.org/officeDocument/2006/relationships/customXml" Target="../ink/ink795.xml"/><Relationship Id="rId429" Type="http://schemas.openxmlformats.org/officeDocument/2006/relationships/customXml" Target="../ink/ink825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725.xml"/><Relationship Id="rId440" Type="http://schemas.openxmlformats.org/officeDocument/2006/relationships/customXml" Target="../ink/ink831.xml"/><Relationship Id="rId28" Type="http://schemas.openxmlformats.org/officeDocument/2006/relationships/image" Target="../media/image464.png"/><Relationship Id="rId275" Type="http://schemas.openxmlformats.org/officeDocument/2006/relationships/customXml" Target="../ink/ink746.xml"/><Relationship Id="rId300" Type="http://schemas.openxmlformats.org/officeDocument/2006/relationships/image" Target="../media/image578.png"/><Relationship Id="rId482" Type="http://schemas.openxmlformats.org/officeDocument/2006/relationships/image" Target="../media/image666.png"/><Relationship Id="rId538" Type="http://schemas.openxmlformats.org/officeDocument/2006/relationships/customXml" Target="../ink/ink881.xml"/><Relationship Id="rId81" Type="http://schemas.openxmlformats.org/officeDocument/2006/relationships/customXml" Target="../ink/ink634.xml"/><Relationship Id="rId135" Type="http://schemas.openxmlformats.org/officeDocument/2006/relationships/customXml" Target="../ink/ink672.xml"/><Relationship Id="rId177" Type="http://schemas.openxmlformats.org/officeDocument/2006/relationships/customXml" Target="../ink/ink694.xml"/><Relationship Id="rId342" Type="http://schemas.openxmlformats.org/officeDocument/2006/relationships/image" Target="../media/image599.png"/><Relationship Id="rId384" Type="http://schemas.openxmlformats.org/officeDocument/2006/relationships/customXml" Target="../ink/ink801.xml"/><Relationship Id="rId202" Type="http://schemas.openxmlformats.org/officeDocument/2006/relationships/customXml" Target="../ink/ink708.xml"/><Relationship Id="rId244" Type="http://schemas.openxmlformats.org/officeDocument/2006/relationships/image" Target="../media/image550.png"/><Relationship Id="rId39" Type="http://schemas.openxmlformats.org/officeDocument/2006/relationships/customXml" Target="../ink/ink606.xml"/><Relationship Id="rId286" Type="http://schemas.openxmlformats.org/officeDocument/2006/relationships/image" Target="../media/image571.png"/><Relationship Id="rId451" Type="http://schemas.openxmlformats.org/officeDocument/2006/relationships/image" Target="../media/image651.png"/><Relationship Id="rId493" Type="http://schemas.openxmlformats.org/officeDocument/2006/relationships/customXml" Target="../ink/ink858.xml"/><Relationship Id="rId507" Type="http://schemas.openxmlformats.org/officeDocument/2006/relationships/image" Target="../media/image678.png"/><Relationship Id="rId549" Type="http://schemas.openxmlformats.org/officeDocument/2006/relationships/image" Target="../media/image699.png"/><Relationship Id="rId50" Type="http://schemas.openxmlformats.org/officeDocument/2006/relationships/image" Target="../media/image475.png"/><Relationship Id="rId104" Type="http://schemas.openxmlformats.org/officeDocument/2006/relationships/image" Target="../media/image484.png"/><Relationship Id="rId146" Type="http://schemas.openxmlformats.org/officeDocument/2006/relationships/customXml" Target="../ink/ink678.xml"/><Relationship Id="rId188" Type="http://schemas.openxmlformats.org/officeDocument/2006/relationships/customXml" Target="../ink/ink700.xml"/><Relationship Id="rId311" Type="http://schemas.openxmlformats.org/officeDocument/2006/relationships/customXml" Target="../ink/ink764.xml"/><Relationship Id="rId353" Type="http://schemas.openxmlformats.org/officeDocument/2006/relationships/customXml" Target="../ink/ink785.xml"/><Relationship Id="rId395" Type="http://schemas.openxmlformats.org/officeDocument/2006/relationships/customXml" Target="../ink/ink807.xml"/><Relationship Id="rId409" Type="http://schemas.openxmlformats.org/officeDocument/2006/relationships/image" Target="../media/image631.png"/><Relationship Id="rId560" Type="http://schemas.openxmlformats.org/officeDocument/2006/relationships/customXml" Target="../ink/ink892.xml"/><Relationship Id="rId92" Type="http://schemas.openxmlformats.org/officeDocument/2006/relationships/customXml" Target="../ink/ink645.xml"/><Relationship Id="rId213" Type="http://schemas.openxmlformats.org/officeDocument/2006/relationships/customXml" Target="../ink/ink715.xml"/><Relationship Id="rId420" Type="http://schemas.openxmlformats.org/officeDocument/2006/relationships/customXml" Target="../ink/ink820.xml"/><Relationship Id="rId255" Type="http://schemas.openxmlformats.org/officeDocument/2006/relationships/customXml" Target="../ink/ink736.xml"/><Relationship Id="rId297" Type="http://schemas.openxmlformats.org/officeDocument/2006/relationships/customXml" Target="../ink/ink757.xml"/><Relationship Id="rId462" Type="http://schemas.openxmlformats.org/officeDocument/2006/relationships/image" Target="../media/image656.png"/><Relationship Id="rId518" Type="http://schemas.openxmlformats.org/officeDocument/2006/relationships/customXml" Target="../ink/ink871.xml"/><Relationship Id="rId115" Type="http://schemas.openxmlformats.org/officeDocument/2006/relationships/customXml" Target="../ink/ink662.xml"/><Relationship Id="rId157" Type="http://schemas.openxmlformats.org/officeDocument/2006/relationships/image" Target="../media/image510.png"/><Relationship Id="rId322" Type="http://schemas.openxmlformats.org/officeDocument/2006/relationships/image" Target="../media/image589.png"/><Relationship Id="rId364" Type="http://schemas.openxmlformats.org/officeDocument/2006/relationships/image" Target="../media/image610.png"/><Relationship Id="rId61" Type="http://schemas.openxmlformats.org/officeDocument/2006/relationships/customXml" Target="../ink/ink617.xml"/><Relationship Id="rId199" Type="http://schemas.openxmlformats.org/officeDocument/2006/relationships/customXml" Target="../ink/ink706.xml"/><Relationship Id="rId571" Type="http://schemas.openxmlformats.org/officeDocument/2006/relationships/image" Target="../media/image710.png"/><Relationship Id="rId19" Type="http://schemas.openxmlformats.org/officeDocument/2006/relationships/customXml" Target="../ink/ink596.xml"/><Relationship Id="rId224" Type="http://schemas.openxmlformats.org/officeDocument/2006/relationships/image" Target="../media/image540.png"/><Relationship Id="rId266" Type="http://schemas.openxmlformats.org/officeDocument/2006/relationships/image" Target="../media/image561.png"/><Relationship Id="rId431" Type="http://schemas.openxmlformats.org/officeDocument/2006/relationships/customXml" Target="../ink/ink826.xml"/><Relationship Id="rId473" Type="http://schemas.openxmlformats.org/officeDocument/2006/relationships/customXml" Target="../ink/ink848.xml"/><Relationship Id="rId529" Type="http://schemas.openxmlformats.org/officeDocument/2006/relationships/image" Target="../media/image689.png"/><Relationship Id="rId30" Type="http://schemas.openxmlformats.org/officeDocument/2006/relationships/image" Target="../media/image465.png"/><Relationship Id="rId126" Type="http://schemas.openxmlformats.org/officeDocument/2006/relationships/image" Target="../media/image495.png"/><Relationship Id="rId168" Type="http://schemas.openxmlformats.org/officeDocument/2006/relationships/customXml" Target="../ink/ink689.xml"/><Relationship Id="rId333" Type="http://schemas.openxmlformats.org/officeDocument/2006/relationships/customXml" Target="../ink/ink775.xml"/><Relationship Id="rId540" Type="http://schemas.openxmlformats.org/officeDocument/2006/relationships/customXml" Target="../ink/ink882.xml"/><Relationship Id="rId72" Type="http://schemas.openxmlformats.org/officeDocument/2006/relationships/customXml" Target="../ink/ink625.xml"/><Relationship Id="rId375" Type="http://schemas.openxmlformats.org/officeDocument/2006/relationships/customXml" Target="../ink/ink796.xml"/><Relationship Id="rId3" Type="http://schemas.openxmlformats.org/officeDocument/2006/relationships/image" Target="../media/image1.svg"/><Relationship Id="rId235" Type="http://schemas.openxmlformats.org/officeDocument/2006/relationships/customXml" Target="../ink/ink726.xml"/><Relationship Id="rId277" Type="http://schemas.openxmlformats.org/officeDocument/2006/relationships/customXml" Target="../ink/ink747.xml"/><Relationship Id="rId400" Type="http://schemas.openxmlformats.org/officeDocument/2006/relationships/image" Target="../media/image627.png"/><Relationship Id="rId442" Type="http://schemas.openxmlformats.org/officeDocument/2006/relationships/customXml" Target="../ink/ink832.xml"/><Relationship Id="rId484" Type="http://schemas.openxmlformats.org/officeDocument/2006/relationships/image" Target="../media/image667.png"/><Relationship Id="rId137" Type="http://schemas.openxmlformats.org/officeDocument/2006/relationships/customXml" Target="../ink/ink673.xml"/><Relationship Id="rId302" Type="http://schemas.openxmlformats.org/officeDocument/2006/relationships/image" Target="../media/image579.png"/><Relationship Id="rId344" Type="http://schemas.openxmlformats.org/officeDocument/2006/relationships/image" Target="../media/image600.png"/><Relationship Id="rId41" Type="http://schemas.openxmlformats.org/officeDocument/2006/relationships/customXml" Target="../ink/ink607.xml"/><Relationship Id="rId83" Type="http://schemas.openxmlformats.org/officeDocument/2006/relationships/customXml" Target="../ink/ink636.xml"/><Relationship Id="rId179" Type="http://schemas.openxmlformats.org/officeDocument/2006/relationships/customXml" Target="../ink/ink695.xml"/><Relationship Id="rId386" Type="http://schemas.openxmlformats.org/officeDocument/2006/relationships/customXml" Target="../ink/ink802.xml"/><Relationship Id="rId551" Type="http://schemas.openxmlformats.org/officeDocument/2006/relationships/image" Target="../media/image700.png"/><Relationship Id="rId190" Type="http://schemas.openxmlformats.org/officeDocument/2006/relationships/customXml" Target="../ink/ink701.xml"/><Relationship Id="rId204" Type="http://schemas.openxmlformats.org/officeDocument/2006/relationships/customXml" Target="../ink/ink709.xml"/><Relationship Id="rId246" Type="http://schemas.openxmlformats.org/officeDocument/2006/relationships/image" Target="../media/image551.png"/><Relationship Id="rId288" Type="http://schemas.openxmlformats.org/officeDocument/2006/relationships/image" Target="../media/image572.png"/><Relationship Id="rId411" Type="http://schemas.openxmlformats.org/officeDocument/2006/relationships/image" Target="../media/image632.png"/><Relationship Id="rId453" Type="http://schemas.openxmlformats.org/officeDocument/2006/relationships/image" Target="../media/image652.png"/><Relationship Id="rId509" Type="http://schemas.openxmlformats.org/officeDocument/2006/relationships/image" Target="../media/image679.png"/><Relationship Id="rId106" Type="http://schemas.openxmlformats.org/officeDocument/2006/relationships/image" Target="../media/image485.png"/><Relationship Id="rId313" Type="http://schemas.openxmlformats.org/officeDocument/2006/relationships/customXml" Target="../ink/ink765.xml"/><Relationship Id="rId495" Type="http://schemas.openxmlformats.org/officeDocument/2006/relationships/customXml" Target="../ink/ink859.xml"/><Relationship Id="rId10" Type="http://schemas.openxmlformats.org/officeDocument/2006/relationships/image" Target="../media/image455.png"/><Relationship Id="rId52" Type="http://schemas.openxmlformats.org/officeDocument/2006/relationships/image" Target="../media/image476.png"/><Relationship Id="rId94" Type="http://schemas.openxmlformats.org/officeDocument/2006/relationships/customXml" Target="../ink/ink647.xml"/><Relationship Id="rId148" Type="http://schemas.openxmlformats.org/officeDocument/2006/relationships/customXml" Target="../ink/ink679.xml"/><Relationship Id="rId355" Type="http://schemas.openxmlformats.org/officeDocument/2006/relationships/customXml" Target="../ink/ink786.xml"/><Relationship Id="rId397" Type="http://schemas.openxmlformats.org/officeDocument/2006/relationships/customXml" Target="../ink/ink808.xml"/><Relationship Id="rId520" Type="http://schemas.openxmlformats.org/officeDocument/2006/relationships/customXml" Target="../ink/ink872.xml"/><Relationship Id="rId562" Type="http://schemas.openxmlformats.org/officeDocument/2006/relationships/customXml" Target="../ink/ink893.xml"/><Relationship Id="rId215" Type="http://schemas.openxmlformats.org/officeDocument/2006/relationships/customXml" Target="../ink/ink716.xml"/><Relationship Id="rId257" Type="http://schemas.openxmlformats.org/officeDocument/2006/relationships/customXml" Target="../ink/ink737.xml"/><Relationship Id="rId422" Type="http://schemas.openxmlformats.org/officeDocument/2006/relationships/customXml" Target="../ink/ink821.xml"/><Relationship Id="rId464" Type="http://schemas.openxmlformats.org/officeDocument/2006/relationships/image" Target="../media/image657.png"/><Relationship Id="rId299" Type="http://schemas.openxmlformats.org/officeDocument/2006/relationships/customXml" Target="../ink/ink758.xml"/><Relationship Id="rId63" Type="http://schemas.openxmlformats.org/officeDocument/2006/relationships/customXml" Target="../ink/ink618.xml"/><Relationship Id="rId159" Type="http://schemas.openxmlformats.org/officeDocument/2006/relationships/image" Target="../media/image511.png"/><Relationship Id="rId366" Type="http://schemas.openxmlformats.org/officeDocument/2006/relationships/image" Target="../media/image611.png"/><Relationship Id="rId573" Type="http://schemas.openxmlformats.org/officeDocument/2006/relationships/image" Target="../media/image711.png"/><Relationship Id="rId226" Type="http://schemas.openxmlformats.org/officeDocument/2006/relationships/image" Target="../media/image541.png"/><Relationship Id="rId433" Type="http://schemas.openxmlformats.org/officeDocument/2006/relationships/customXml" Target="../ink/ink827.xml"/><Relationship Id="rId74" Type="http://schemas.openxmlformats.org/officeDocument/2006/relationships/customXml" Target="../ink/ink627.xml"/><Relationship Id="rId377" Type="http://schemas.openxmlformats.org/officeDocument/2006/relationships/customXml" Target="../ink/ink797.xml"/><Relationship Id="rId500" Type="http://schemas.openxmlformats.org/officeDocument/2006/relationships/customXml" Target="../ink/ink862.xml"/><Relationship Id="rId5" Type="http://schemas.openxmlformats.org/officeDocument/2006/relationships/image" Target="../media/image3.svg"/><Relationship Id="rId237" Type="http://schemas.openxmlformats.org/officeDocument/2006/relationships/customXml" Target="../ink/ink727.xml"/><Relationship Id="rId444" Type="http://schemas.openxmlformats.org/officeDocument/2006/relationships/customXml" Target="../ink/ink833.xml"/><Relationship Id="rId290" Type="http://schemas.openxmlformats.org/officeDocument/2006/relationships/image" Target="../media/image573.png"/><Relationship Id="rId304" Type="http://schemas.openxmlformats.org/officeDocument/2006/relationships/image" Target="../media/image580.png"/><Relationship Id="rId388" Type="http://schemas.openxmlformats.org/officeDocument/2006/relationships/customXml" Target="../ink/ink803.xml"/><Relationship Id="rId511" Type="http://schemas.openxmlformats.org/officeDocument/2006/relationships/image" Target="../media/image680.png"/><Relationship Id="rId85" Type="http://schemas.openxmlformats.org/officeDocument/2006/relationships/customXml" Target="../ink/ink638.xml"/><Relationship Id="rId150" Type="http://schemas.openxmlformats.org/officeDocument/2006/relationships/customXml" Target="../ink/ink680.xml"/><Relationship Id="rId248" Type="http://schemas.openxmlformats.org/officeDocument/2006/relationships/image" Target="../media/image552.png"/><Relationship Id="rId455" Type="http://schemas.openxmlformats.org/officeDocument/2006/relationships/customXml" Target="../ink/ink839.xml"/><Relationship Id="rId12" Type="http://schemas.openxmlformats.org/officeDocument/2006/relationships/image" Target="../media/image456.png"/><Relationship Id="rId108" Type="http://schemas.openxmlformats.org/officeDocument/2006/relationships/image" Target="../media/image486.png"/><Relationship Id="rId315" Type="http://schemas.openxmlformats.org/officeDocument/2006/relationships/customXml" Target="../ink/ink766.xml"/><Relationship Id="rId522" Type="http://schemas.openxmlformats.org/officeDocument/2006/relationships/customXml" Target="../ink/ink873.xml"/><Relationship Id="rId96" Type="http://schemas.openxmlformats.org/officeDocument/2006/relationships/customXml" Target="../ink/ink649.xml"/><Relationship Id="rId161" Type="http://schemas.openxmlformats.org/officeDocument/2006/relationships/image" Target="../media/image512.png"/><Relationship Id="rId399" Type="http://schemas.openxmlformats.org/officeDocument/2006/relationships/customXml" Target="../ink/ink809.xml"/><Relationship Id="rId259" Type="http://schemas.openxmlformats.org/officeDocument/2006/relationships/customXml" Target="../ink/ink738.xml"/><Relationship Id="rId466" Type="http://schemas.openxmlformats.org/officeDocument/2006/relationships/image" Target="../media/image658.png"/><Relationship Id="rId23" Type="http://schemas.openxmlformats.org/officeDocument/2006/relationships/customXml" Target="../ink/ink598.xml"/><Relationship Id="rId119" Type="http://schemas.openxmlformats.org/officeDocument/2006/relationships/customXml" Target="../ink/ink664.xml"/><Relationship Id="rId326" Type="http://schemas.openxmlformats.org/officeDocument/2006/relationships/image" Target="../media/image591.png"/><Relationship Id="rId533" Type="http://schemas.openxmlformats.org/officeDocument/2006/relationships/image" Target="../media/image691.png"/><Relationship Id="rId172" Type="http://schemas.openxmlformats.org/officeDocument/2006/relationships/customXml" Target="../ink/ink691.xml"/><Relationship Id="rId477" Type="http://schemas.openxmlformats.org/officeDocument/2006/relationships/customXml" Target="../ink/ink85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54.xml"/><Relationship Id="rId21" Type="http://schemas.openxmlformats.org/officeDocument/2006/relationships/customXml" Target="../ink/ink906.xml"/><Relationship Id="rId63" Type="http://schemas.openxmlformats.org/officeDocument/2006/relationships/customXml" Target="../ink/ink927.xml"/><Relationship Id="rId159" Type="http://schemas.openxmlformats.org/officeDocument/2006/relationships/customXml" Target="../ink/ink976.xml"/><Relationship Id="rId170" Type="http://schemas.openxmlformats.org/officeDocument/2006/relationships/customXml" Target="../ink/ink982.xml"/><Relationship Id="rId226" Type="http://schemas.openxmlformats.org/officeDocument/2006/relationships/image" Target="../media/image482.png"/><Relationship Id="rId268" Type="http://schemas.openxmlformats.org/officeDocument/2006/relationships/customXml" Target="../ink/ink1033.xml"/><Relationship Id="rId32" Type="http://schemas.openxmlformats.org/officeDocument/2006/relationships/image" Target="../media/image724.png"/><Relationship Id="rId74" Type="http://schemas.openxmlformats.org/officeDocument/2006/relationships/image" Target="../media/image744.png"/><Relationship Id="rId128" Type="http://schemas.openxmlformats.org/officeDocument/2006/relationships/image" Target="../media/image770.png"/><Relationship Id="rId5" Type="http://schemas.openxmlformats.org/officeDocument/2006/relationships/image" Target="../media/image3.svg"/><Relationship Id="rId181" Type="http://schemas.openxmlformats.org/officeDocument/2006/relationships/image" Target="../media/image460.png"/><Relationship Id="rId237" Type="http://schemas.openxmlformats.org/officeDocument/2006/relationships/image" Target="../media/image792.png"/><Relationship Id="rId279" Type="http://schemas.openxmlformats.org/officeDocument/2006/relationships/image" Target="../media/image813.png"/><Relationship Id="rId43" Type="http://schemas.openxmlformats.org/officeDocument/2006/relationships/customXml" Target="../ink/ink917.xml"/><Relationship Id="rId139" Type="http://schemas.openxmlformats.org/officeDocument/2006/relationships/customXml" Target="../ink/ink965.xml"/><Relationship Id="rId290" Type="http://schemas.openxmlformats.org/officeDocument/2006/relationships/customXml" Target="../ink/ink1044.xml"/><Relationship Id="rId85" Type="http://schemas.openxmlformats.org/officeDocument/2006/relationships/customXml" Target="../ink/ink938.xml"/><Relationship Id="rId150" Type="http://schemas.openxmlformats.org/officeDocument/2006/relationships/customXml" Target="../ink/ink971.xml"/><Relationship Id="rId192" Type="http://schemas.openxmlformats.org/officeDocument/2006/relationships/customXml" Target="../ink/ink993.xml"/><Relationship Id="rId206" Type="http://schemas.openxmlformats.org/officeDocument/2006/relationships/customXml" Target="../ink/ink1000.xml"/><Relationship Id="rId248" Type="http://schemas.openxmlformats.org/officeDocument/2006/relationships/customXml" Target="../ink/ink1023.xml"/><Relationship Id="rId12" Type="http://schemas.openxmlformats.org/officeDocument/2006/relationships/image" Target="../media/image714.png"/><Relationship Id="rId108" Type="http://schemas.openxmlformats.org/officeDocument/2006/relationships/image" Target="../media/image761.png"/><Relationship Id="rId54" Type="http://schemas.openxmlformats.org/officeDocument/2006/relationships/image" Target="../media/image734.png"/><Relationship Id="rId75" Type="http://schemas.openxmlformats.org/officeDocument/2006/relationships/customXml" Target="../ink/ink933.xml"/><Relationship Id="rId96" Type="http://schemas.openxmlformats.org/officeDocument/2006/relationships/image" Target="../media/image755.png"/><Relationship Id="rId140" Type="http://schemas.openxmlformats.org/officeDocument/2006/relationships/image" Target="../media/image776.png"/><Relationship Id="rId161" Type="http://schemas.openxmlformats.org/officeDocument/2006/relationships/customXml" Target="../ink/ink977.xml"/><Relationship Id="rId182" Type="http://schemas.openxmlformats.org/officeDocument/2006/relationships/customXml" Target="../ink/ink988.xml"/><Relationship Id="rId217" Type="http://schemas.openxmlformats.org/officeDocument/2006/relationships/image" Target="../media/image478.png"/><Relationship Id="rId6" Type="http://schemas.openxmlformats.org/officeDocument/2006/relationships/image" Target="../media/image4.svg"/><Relationship Id="rId238" Type="http://schemas.openxmlformats.org/officeDocument/2006/relationships/customXml" Target="../ink/ink1018.xml"/><Relationship Id="rId259" Type="http://schemas.openxmlformats.org/officeDocument/2006/relationships/image" Target="../media/image803.png"/><Relationship Id="rId23" Type="http://schemas.openxmlformats.org/officeDocument/2006/relationships/customXml" Target="../ink/ink907.xml"/><Relationship Id="rId119" Type="http://schemas.openxmlformats.org/officeDocument/2006/relationships/customXml" Target="../ink/ink955.xml"/><Relationship Id="rId270" Type="http://schemas.openxmlformats.org/officeDocument/2006/relationships/customXml" Target="../ink/ink1034.xml"/><Relationship Id="rId291" Type="http://schemas.openxmlformats.org/officeDocument/2006/relationships/image" Target="../media/image819.png"/><Relationship Id="rId44" Type="http://schemas.openxmlformats.org/officeDocument/2006/relationships/image" Target="../media/image730.png"/><Relationship Id="rId65" Type="http://schemas.openxmlformats.org/officeDocument/2006/relationships/customXml" Target="../ink/ink928.xml"/><Relationship Id="rId86" Type="http://schemas.openxmlformats.org/officeDocument/2006/relationships/image" Target="../media/image750.png"/><Relationship Id="rId130" Type="http://schemas.openxmlformats.org/officeDocument/2006/relationships/image" Target="../media/image771.png"/><Relationship Id="rId151" Type="http://schemas.openxmlformats.org/officeDocument/2006/relationships/customXml" Target="../ink/ink972.xml"/><Relationship Id="rId172" Type="http://schemas.openxmlformats.org/officeDocument/2006/relationships/customXml" Target="../ink/ink983.xml"/><Relationship Id="rId193" Type="http://schemas.openxmlformats.org/officeDocument/2006/relationships/image" Target="../media/image466.png"/><Relationship Id="rId207" Type="http://schemas.openxmlformats.org/officeDocument/2006/relationships/image" Target="../media/image473.png"/><Relationship Id="rId228" Type="http://schemas.openxmlformats.org/officeDocument/2006/relationships/image" Target="../media/image483.png"/><Relationship Id="rId249" Type="http://schemas.openxmlformats.org/officeDocument/2006/relationships/image" Target="../media/image798.png"/><Relationship Id="rId13" Type="http://schemas.openxmlformats.org/officeDocument/2006/relationships/customXml" Target="../ink/ink902.xml"/><Relationship Id="rId109" Type="http://schemas.openxmlformats.org/officeDocument/2006/relationships/customXml" Target="../ink/ink950.xml"/><Relationship Id="rId260" Type="http://schemas.openxmlformats.org/officeDocument/2006/relationships/customXml" Target="../ink/ink1029.xml"/><Relationship Id="rId281" Type="http://schemas.openxmlformats.org/officeDocument/2006/relationships/image" Target="../media/image814.png"/><Relationship Id="rId34" Type="http://schemas.openxmlformats.org/officeDocument/2006/relationships/image" Target="../media/image725.png"/><Relationship Id="rId55" Type="http://schemas.openxmlformats.org/officeDocument/2006/relationships/customXml" Target="../ink/ink923.xml"/><Relationship Id="rId76" Type="http://schemas.openxmlformats.org/officeDocument/2006/relationships/image" Target="../media/image745.png"/><Relationship Id="rId97" Type="http://schemas.openxmlformats.org/officeDocument/2006/relationships/customXml" Target="../ink/ink944.xml"/><Relationship Id="rId120" Type="http://schemas.openxmlformats.org/officeDocument/2006/relationships/image" Target="../media/image767.png"/><Relationship Id="rId141" Type="http://schemas.openxmlformats.org/officeDocument/2006/relationships/customXml" Target="../ink/ink966.xml"/><Relationship Id="rId7" Type="http://schemas.openxmlformats.org/officeDocument/2006/relationships/customXml" Target="../ink/ink899.xml"/><Relationship Id="rId162" Type="http://schemas.openxmlformats.org/officeDocument/2006/relationships/image" Target="../media/image786.png"/><Relationship Id="rId183" Type="http://schemas.openxmlformats.org/officeDocument/2006/relationships/image" Target="../media/image461.png"/><Relationship Id="rId218" Type="http://schemas.openxmlformats.org/officeDocument/2006/relationships/customXml" Target="../ink/ink1006.xml"/><Relationship Id="rId239" Type="http://schemas.openxmlformats.org/officeDocument/2006/relationships/image" Target="../media/image793.png"/><Relationship Id="rId250" Type="http://schemas.openxmlformats.org/officeDocument/2006/relationships/customXml" Target="../ink/ink1024.xml"/><Relationship Id="rId271" Type="http://schemas.openxmlformats.org/officeDocument/2006/relationships/image" Target="../media/image809.png"/><Relationship Id="rId292" Type="http://schemas.openxmlformats.org/officeDocument/2006/relationships/customXml" Target="../ink/ink1045.xml"/><Relationship Id="rId24" Type="http://schemas.openxmlformats.org/officeDocument/2006/relationships/image" Target="../media/image720.png"/><Relationship Id="rId45" Type="http://schemas.openxmlformats.org/officeDocument/2006/relationships/customXml" Target="../ink/ink918.xml"/><Relationship Id="rId66" Type="http://schemas.openxmlformats.org/officeDocument/2006/relationships/image" Target="../media/image740.png"/><Relationship Id="rId87" Type="http://schemas.openxmlformats.org/officeDocument/2006/relationships/customXml" Target="../ink/ink939.xml"/><Relationship Id="rId110" Type="http://schemas.openxmlformats.org/officeDocument/2006/relationships/image" Target="../media/image762.png"/><Relationship Id="rId131" Type="http://schemas.openxmlformats.org/officeDocument/2006/relationships/customXml" Target="../ink/ink961.xml"/><Relationship Id="rId152" Type="http://schemas.openxmlformats.org/officeDocument/2006/relationships/image" Target="../media/image781.png"/><Relationship Id="rId173" Type="http://schemas.openxmlformats.org/officeDocument/2006/relationships/image" Target="../media/image456.png"/><Relationship Id="rId194" Type="http://schemas.openxmlformats.org/officeDocument/2006/relationships/customXml" Target="../ink/ink994.xml"/><Relationship Id="rId208" Type="http://schemas.openxmlformats.org/officeDocument/2006/relationships/customXml" Target="../ink/ink1001.xml"/><Relationship Id="rId229" Type="http://schemas.openxmlformats.org/officeDocument/2006/relationships/customXml" Target="../ink/ink1013.xml"/><Relationship Id="rId240" Type="http://schemas.openxmlformats.org/officeDocument/2006/relationships/customXml" Target="../ink/ink1019.xml"/><Relationship Id="rId261" Type="http://schemas.openxmlformats.org/officeDocument/2006/relationships/image" Target="../media/image804.png"/><Relationship Id="rId14" Type="http://schemas.openxmlformats.org/officeDocument/2006/relationships/image" Target="../media/image715.png"/><Relationship Id="rId35" Type="http://schemas.openxmlformats.org/officeDocument/2006/relationships/customXml" Target="../ink/ink913.xml"/><Relationship Id="rId56" Type="http://schemas.openxmlformats.org/officeDocument/2006/relationships/image" Target="../media/image735.png"/><Relationship Id="rId77" Type="http://schemas.openxmlformats.org/officeDocument/2006/relationships/customXml" Target="../ink/ink934.xml"/><Relationship Id="rId100" Type="http://schemas.openxmlformats.org/officeDocument/2006/relationships/image" Target="../media/image757.png"/><Relationship Id="rId282" Type="http://schemas.openxmlformats.org/officeDocument/2006/relationships/customXml" Target="../ink/ink1040.xml"/><Relationship Id="rId8" Type="http://schemas.openxmlformats.org/officeDocument/2006/relationships/image" Target="../media/image712.png"/><Relationship Id="rId98" Type="http://schemas.openxmlformats.org/officeDocument/2006/relationships/image" Target="../media/image756.png"/><Relationship Id="rId121" Type="http://schemas.openxmlformats.org/officeDocument/2006/relationships/customXml" Target="../ink/ink956.xml"/><Relationship Id="rId142" Type="http://schemas.openxmlformats.org/officeDocument/2006/relationships/image" Target="../media/image777.png"/><Relationship Id="rId163" Type="http://schemas.openxmlformats.org/officeDocument/2006/relationships/customXml" Target="../ink/ink978.xml"/><Relationship Id="rId184" Type="http://schemas.openxmlformats.org/officeDocument/2006/relationships/customXml" Target="../ink/ink989.xml"/><Relationship Id="rId219" Type="http://schemas.openxmlformats.org/officeDocument/2006/relationships/image" Target="../media/image479.png"/><Relationship Id="rId230" Type="http://schemas.openxmlformats.org/officeDocument/2006/relationships/customXml" Target="../ink/ink1014.xml"/><Relationship Id="rId251" Type="http://schemas.openxmlformats.org/officeDocument/2006/relationships/image" Target="../media/image799.png"/><Relationship Id="rId25" Type="http://schemas.openxmlformats.org/officeDocument/2006/relationships/customXml" Target="../ink/ink908.xml"/><Relationship Id="rId46" Type="http://schemas.openxmlformats.org/officeDocument/2006/relationships/image" Target="../media/image731.png"/><Relationship Id="rId67" Type="http://schemas.openxmlformats.org/officeDocument/2006/relationships/customXml" Target="../ink/ink929.xml"/><Relationship Id="rId272" Type="http://schemas.openxmlformats.org/officeDocument/2006/relationships/customXml" Target="../ink/ink1035.xml"/><Relationship Id="rId293" Type="http://schemas.openxmlformats.org/officeDocument/2006/relationships/image" Target="../media/image820.png"/><Relationship Id="rId88" Type="http://schemas.openxmlformats.org/officeDocument/2006/relationships/image" Target="../media/image751.png"/><Relationship Id="rId111" Type="http://schemas.openxmlformats.org/officeDocument/2006/relationships/customXml" Target="../ink/ink951.xml"/><Relationship Id="rId132" Type="http://schemas.openxmlformats.org/officeDocument/2006/relationships/image" Target="../media/image772.png"/><Relationship Id="rId153" Type="http://schemas.openxmlformats.org/officeDocument/2006/relationships/customXml" Target="../ink/ink973.xml"/><Relationship Id="rId174" Type="http://schemas.openxmlformats.org/officeDocument/2006/relationships/customXml" Target="../ink/ink984.xml"/><Relationship Id="rId195" Type="http://schemas.openxmlformats.org/officeDocument/2006/relationships/image" Target="../media/image467.png"/><Relationship Id="rId209" Type="http://schemas.openxmlformats.org/officeDocument/2006/relationships/image" Target="../media/image474.png"/><Relationship Id="rId220" Type="http://schemas.openxmlformats.org/officeDocument/2006/relationships/customXml" Target="../ink/ink1007.xml"/><Relationship Id="rId241" Type="http://schemas.openxmlformats.org/officeDocument/2006/relationships/image" Target="../media/image794.png"/><Relationship Id="rId15" Type="http://schemas.openxmlformats.org/officeDocument/2006/relationships/customXml" Target="../ink/ink903.xml"/><Relationship Id="rId36" Type="http://schemas.openxmlformats.org/officeDocument/2006/relationships/image" Target="../media/image726.png"/><Relationship Id="rId57" Type="http://schemas.openxmlformats.org/officeDocument/2006/relationships/customXml" Target="../ink/ink924.xml"/><Relationship Id="rId262" Type="http://schemas.openxmlformats.org/officeDocument/2006/relationships/customXml" Target="../ink/ink1030.xml"/><Relationship Id="rId283" Type="http://schemas.openxmlformats.org/officeDocument/2006/relationships/image" Target="../media/image815.png"/><Relationship Id="rId78" Type="http://schemas.openxmlformats.org/officeDocument/2006/relationships/image" Target="../media/image746.png"/><Relationship Id="rId99" Type="http://schemas.openxmlformats.org/officeDocument/2006/relationships/customXml" Target="../ink/ink945.xml"/><Relationship Id="rId101" Type="http://schemas.openxmlformats.org/officeDocument/2006/relationships/customXml" Target="../ink/ink946.xml"/><Relationship Id="rId122" Type="http://schemas.openxmlformats.org/officeDocument/2006/relationships/image" Target="../media/image481.png"/><Relationship Id="rId143" Type="http://schemas.openxmlformats.org/officeDocument/2006/relationships/customXml" Target="../ink/ink967.xml"/><Relationship Id="rId164" Type="http://schemas.openxmlformats.org/officeDocument/2006/relationships/image" Target="../media/image787.png"/><Relationship Id="rId185" Type="http://schemas.openxmlformats.org/officeDocument/2006/relationships/image" Target="../media/image462.png"/><Relationship Id="rId9" Type="http://schemas.openxmlformats.org/officeDocument/2006/relationships/customXml" Target="../ink/ink900.xml"/><Relationship Id="rId210" Type="http://schemas.openxmlformats.org/officeDocument/2006/relationships/customXml" Target="../ink/ink1002.xml"/><Relationship Id="rId26" Type="http://schemas.openxmlformats.org/officeDocument/2006/relationships/image" Target="../media/image721.png"/><Relationship Id="rId231" Type="http://schemas.openxmlformats.org/officeDocument/2006/relationships/image" Target="../media/image789.png"/><Relationship Id="rId252" Type="http://schemas.openxmlformats.org/officeDocument/2006/relationships/customXml" Target="../ink/ink1025.xml"/><Relationship Id="rId273" Type="http://schemas.openxmlformats.org/officeDocument/2006/relationships/image" Target="../media/image810.png"/><Relationship Id="rId294" Type="http://schemas.openxmlformats.org/officeDocument/2006/relationships/customXml" Target="../ink/ink1046.xml"/><Relationship Id="rId47" Type="http://schemas.openxmlformats.org/officeDocument/2006/relationships/customXml" Target="../ink/ink919.xml"/><Relationship Id="rId68" Type="http://schemas.openxmlformats.org/officeDocument/2006/relationships/image" Target="../media/image741.png"/><Relationship Id="rId89" Type="http://schemas.openxmlformats.org/officeDocument/2006/relationships/customXml" Target="../ink/ink940.xml"/><Relationship Id="rId112" Type="http://schemas.openxmlformats.org/officeDocument/2006/relationships/image" Target="../media/image763.png"/><Relationship Id="rId133" Type="http://schemas.openxmlformats.org/officeDocument/2006/relationships/customXml" Target="../ink/ink962.xml"/><Relationship Id="rId154" Type="http://schemas.openxmlformats.org/officeDocument/2006/relationships/image" Target="../media/image782.png"/><Relationship Id="rId175" Type="http://schemas.openxmlformats.org/officeDocument/2006/relationships/image" Target="../media/image457.png"/><Relationship Id="rId196" Type="http://schemas.openxmlformats.org/officeDocument/2006/relationships/customXml" Target="../ink/ink995.xml"/><Relationship Id="rId200" Type="http://schemas.openxmlformats.org/officeDocument/2006/relationships/customXml" Target="../ink/ink997.xml"/><Relationship Id="rId16" Type="http://schemas.openxmlformats.org/officeDocument/2006/relationships/image" Target="../media/image716.png"/><Relationship Id="rId221" Type="http://schemas.openxmlformats.org/officeDocument/2006/relationships/image" Target="../media/image480.png"/><Relationship Id="rId242" Type="http://schemas.openxmlformats.org/officeDocument/2006/relationships/customXml" Target="../ink/ink1020.xml"/><Relationship Id="rId263" Type="http://schemas.openxmlformats.org/officeDocument/2006/relationships/image" Target="../media/image805.png"/><Relationship Id="rId284" Type="http://schemas.openxmlformats.org/officeDocument/2006/relationships/customXml" Target="../ink/ink1041.xml"/><Relationship Id="rId37" Type="http://schemas.openxmlformats.org/officeDocument/2006/relationships/customXml" Target="../ink/ink914.xml"/><Relationship Id="rId58" Type="http://schemas.openxmlformats.org/officeDocument/2006/relationships/image" Target="../media/image736.png"/><Relationship Id="rId79" Type="http://schemas.openxmlformats.org/officeDocument/2006/relationships/customXml" Target="../ink/ink935.xml"/><Relationship Id="rId102" Type="http://schemas.openxmlformats.org/officeDocument/2006/relationships/image" Target="../media/image758.png"/><Relationship Id="rId123" Type="http://schemas.openxmlformats.org/officeDocument/2006/relationships/customXml" Target="../ink/ink957.xml"/><Relationship Id="rId144" Type="http://schemas.openxmlformats.org/officeDocument/2006/relationships/image" Target="../media/image778.png"/><Relationship Id="rId90" Type="http://schemas.openxmlformats.org/officeDocument/2006/relationships/image" Target="../media/image752.png"/><Relationship Id="rId165" Type="http://schemas.openxmlformats.org/officeDocument/2006/relationships/customXml" Target="../ink/ink979.xml"/><Relationship Id="rId186" Type="http://schemas.openxmlformats.org/officeDocument/2006/relationships/customXml" Target="../ink/ink990.xml"/><Relationship Id="rId211" Type="http://schemas.openxmlformats.org/officeDocument/2006/relationships/image" Target="../media/image475.png"/><Relationship Id="rId232" Type="http://schemas.openxmlformats.org/officeDocument/2006/relationships/customXml" Target="../ink/ink1015.xml"/><Relationship Id="rId253" Type="http://schemas.openxmlformats.org/officeDocument/2006/relationships/image" Target="../media/image800.png"/><Relationship Id="rId274" Type="http://schemas.openxmlformats.org/officeDocument/2006/relationships/customXml" Target="../ink/ink1036.xml"/><Relationship Id="rId295" Type="http://schemas.openxmlformats.org/officeDocument/2006/relationships/image" Target="../media/image821.png"/><Relationship Id="rId27" Type="http://schemas.openxmlformats.org/officeDocument/2006/relationships/customXml" Target="../ink/ink909.xml"/><Relationship Id="rId48" Type="http://schemas.openxmlformats.org/officeDocument/2006/relationships/image" Target="../media/image529.png"/><Relationship Id="rId69" Type="http://schemas.openxmlformats.org/officeDocument/2006/relationships/customXml" Target="../ink/ink930.xml"/><Relationship Id="rId113" Type="http://schemas.openxmlformats.org/officeDocument/2006/relationships/customXml" Target="../ink/ink952.xml"/><Relationship Id="rId134" Type="http://schemas.openxmlformats.org/officeDocument/2006/relationships/image" Target="../media/image773.png"/><Relationship Id="rId80" Type="http://schemas.openxmlformats.org/officeDocument/2006/relationships/image" Target="../media/image747.png"/><Relationship Id="rId155" Type="http://schemas.openxmlformats.org/officeDocument/2006/relationships/customXml" Target="../ink/ink974.xml"/><Relationship Id="rId176" Type="http://schemas.openxmlformats.org/officeDocument/2006/relationships/customXml" Target="../ink/ink985.xml"/><Relationship Id="rId197" Type="http://schemas.openxmlformats.org/officeDocument/2006/relationships/image" Target="../media/image468.png"/><Relationship Id="rId201" Type="http://schemas.openxmlformats.org/officeDocument/2006/relationships/image" Target="../media/image470.png"/><Relationship Id="rId222" Type="http://schemas.openxmlformats.org/officeDocument/2006/relationships/customXml" Target="../ink/ink1008.xml"/><Relationship Id="rId243" Type="http://schemas.openxmlformats.org/officeDocument/2006/relationships/image" Target="../media/image795.png"/><Relationship Id="rId264" Type="http://schemas.openxmlformats.org/officeDocument/2006/relationships/customXml" Target="../ink/ink1031.xml"/><Relationship Id="rId285" Type="http://schemas.openxmlformats.org/officeDocument/2006/relationships/image" Target="../media/image816.png"/><Relationship Id="rId17" Type="http://schemas.openxmlformats.org/officeDocument/2006/relationships/customXml" Target="../ink/ink904.xml"/><Relationship Id="rId38" Type="http://schemas.openxmlformats.org/officeDocument/2006/relationships/image" Target="../media/image727.png"/><Relationship Id="rId59" Type="http://schemas.openxmlformats.org/officeDocument/2006/relationships/customXml" Target="../ink/ink925.xml"/><Relationship Id="rId103" Type="http://schemas.openxmlformats.org/officeDocument/2006/relationships/customXml" Target="../ink/ink947.xml"/><Relationship Id="rId124" Type="http://schemas.openxmlformats.org/officeDocument/2006/relationships/image" Target="../media/image768.png"/><Relationship Id="rId70" Type="http://schemas.openxmlformats.org/officeDocument/2006/relationships/image" Target="../media/image742.png"/><Relationship Id="rId91" Type="http://schemas.openxmlformats.org/officeDocument/2006/relationships/customXml" Target="../ink/ink941.xml"/><Relationship Id="rId145" Type="http://schemas.openxmlformats.org/officeDocument/2006/relationships/customXml" Target="../ink/ink968.xml"/><Relationship Id="rId166" Type="http://schemas.openxmlformats.org/officeDocument/2006/relationships/image" Target="../media/image788.png"/><Relationship Id="rId187" Type="http://schemas.openxmlformats.org/officeDocument/2006/relationships/image" Target="../media/image46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03.xml"/><Relationship Id="rId233" Type="http://schemas.openxmlformats.org/officeDocument/2006/relationships/image" Target="../media/image790.png"/><Relationship Id="rId254" Type="http://schemas.openxmlformats.org/officeDocument/2006/relationships/customXml" Target="../ink/ink1026.xml"/><Relationship Id="rId28" Type="http://schemas.openxmlformats.org/officeDocument/2006/relationships/image" Target="../media/image722.png"/><Relationship Id="rId49" Type="http://schemas.openxmlformats.org/officeDocument/2006/relationships/customXml" Target="../ink/ink920.xml"/><Relationship Id="rId114" Type="http://schemas.openxmlformats.org/officeDocument/2006/relationships/image" Target="../media/image764.png"/><Relationship Id="rId275" Type="http://schemas.openxmlformats.org/officeDocument/2006/relationships/image" Target="../media/image811.png"/><Relationship Id="rId296" Type="http://schemas.openxmlformats.org/officeDocument/2006/relationships/customXml" Target="../ink/ink1047.xml"/><Relationship Id="rId60" Type="http://schemas.openxmlformats.org/officeDocument/2006/relationships/image" Target="../media/image737.png"/><Relationship Id="rId81" Type="http://schemas.openxmlformats.org/officeDocument/2006/relationships/customXml" Target="../ink/ink936.xml"/><Relationship Id="rId135" Type="http://schemas.openxmlformats.org/officeDocument/2006/relationships/customXml" Target="../ink/ink963.xml"/><Relationship Id="rId156" Type="http://schemas.openxmlformats.org/officeDocument/2006/relationships/image" Target="../media/image783.png"/><Relationship Id="rId177" Type="http://schemas.openxmlformats.org/officeDocument/2006/relationships/image" Target="../media/image458.png"/><Relationship Id="rId198" Type="http://schemas.openxmlformats.org/officeDocument/2006/relationships/customXml" Target="../ink/ink996.xml"/><Relationship Id="rId202" Type="http://schemas.openxmlformats.org/officeDocument/2006/relationships/customXml" Target="../ink/ink998.xml"/><Relationship Id="rId223" Type="http://schemas.openxmlformats.org/officeDocument/2006/relationships/customXml" Target="../ink/ink1009.xml"/><Relationship Id="rId244" Type="http://schemas.openxmlformats.org/officeDocument/2006/relationships/customXml" Target="../ink/ink1021.xml"/><Relationship Id="rId18" Type="http://schemas.openxmlformats.org/officeDocument/2006/relationships/image" Target="../media/image717.png"/><Relationship Id="rId39" Type="http://schemas.openxmlformats.org/officeDocument/2006/relationships/customXml" Target="../ink/ink915.xml"/><Relationship Id="rId265" Type="http://schemas.openxmlformats.org/officeDocument/2006/relationships/image" Target="../media/image806.png"/><Relationship Id="rId286" Type="http://schemas.openxmlformats.org/officeDocument/2006/relationships/customXml" Target="../ink/ink1042.xml"/><Relationship Id="rId50" Type="http://schemas.openxmlformats.org/officeDocument/2006/relationships/image" Target="../media/image732.png"/><Relationship Id="rId104" Type="http://schemas.openxmlformats.org/officeDocument/2006/relationships/image" Target="../media/image759.png"/><Relationship Id="rId125" Type="http://schemas.openxmlformats.org/officeDocument/2006/relationships/customXml" Target="../ink/ink958.xml"/><Relationship Id="rId146" Type="http://schemas.openxmlformats.org/officeDocument/2006/relationships/customXml" Target="../ink/ink969.xml"/><Relationship Id="rId167" Type="http://schemas.openxmlformats.org/officeDocument/2006/relationships/customXml" Target="../ink/ink980.xml"/><Relationship Id="rId188" Type="http://schemas.openxmlformats.org/officeDocument/2006/relationships/customXml" Target="../ink/ink991.xml"/><Relationship Id="rId71" Type="http://schemas.openxmlformats.org/officeDocument/2006/relationships/customXml" Target="../ink/ink931.xml"/><Relationship Id="rId92" Type="http://schemas.openxmlformats.org/officeDocument/2006/relationships/image" Target="../media/image753.png"/><Relationship Id="rId213" Type="http://schemas.openxmlformats.org/officeDocument/2006/relationships/image" Target="../media/image476.png"/><Relationship Id="rId234" Type="http://schemas.openxmlformats.org/officeDocument/2006/relationships/customXml" Target="../ink/ink1016.xml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910.xml"/><Relationship Id="rId255" Type="http://schemas.openxmlformats.org/officeDocument/2006/relationships/image" Target="../media/image801.png"/><Relationship Id="rId276" Type="http://schemas.openxmlformats.org/officeDocument/2006/relationships/customXml" Target="../ink/ink1037.xml"/><Relationship Id="rId297" Type="http://schemas.openxmlformats.org/officeDocument/2006/relationships/image" Target="../media/image822.png"/><Relationship Id="rId40" Type="http://schemas.openxmlformats.org/officeDocument/2006/relationships/image" Target="../media/image728.png"/><Relationship Id="rId115" Type="http://schemas.openxmlformats.org/officeDocument/2006/relationships/customXml" Target="../ink/ink953.xml"/><Relationship Id="rId136" Type="http://schemas.openxmlformats.org/officeDocument/2006/relationships/image" Target="../media/image774.png"/><Relationship Id="rId157" Type="http://schemas.openxmlformats.org/officeDocument/2006/relationships/customXml" Target="../ink/ink975.xml"/><Relationship Id="rId178" Type="http://schemas.openxmlformats.org/officeDocument/2006/relationships/customXml" Target="../ink/ink986.xml"/><Relationship Id="rId61" Type="http://schemas.openxmlformats.org/officeDocument/2006/relationships/customXml" Target="../ink/ink926.xml"/><Relationship Id="rId82" Type="http://schemas.openxmlformats.org/officeDocument/2006/relationships/image" Target="../media/image748.png"/><Relationship Id="rId199" Type="http://schemas.openxmlformats.org/officeDocument/2006/relationships/image" Target="../media/image469.png"/><Relationship Id="rId203" Type="http://schemas.openxmlformats.org/officeDocument/2006/relationships/image" Target="../media/image471.png"/><Relationship Id="rId19" Type="http://schemas.openxmlformats.org/officeDocument/2006/relationships/customXml" Target="../ink/ink905.xml"/><Relationship Id="rId224" Type="http://schemas.openxmlformats.org/officeDocument/2006/relationships/customXml" Target="../ink/ink1010.xml"/><Relationship Id="rId245" Type="http://schemas.openxmlformats.org/officeDocument/2006/relationships/image" Target="../media/image796.png"/><Relationship Id="rId266" Type="http://schemas.openxmlformats.org/officeDocument/2006/relationships/customXml" Target="../ink/ink1032.xml"/><Relationship Id="rId287" Type="http://schemas.openxmlformats.org/officeDocument/2006/relationships/image" Target="../media/image817.png"/><Relationship Id="rId30" Type="http://schemas.openxmlformats.org/officeDocument/2006/relationships/image" Target="../media/image723.png"/><Relationship Id="rId105" Type="http://schemas.openxmlformats.org/officeDocument/2006/relationships/customXml" Target="../ink/ink948.xml"/><Relationship Id="rId126" Type="http://schemas.openxmlformats.org/officeDocument/2006/relationships/image" Target="../media/image769.png"/><Relationship Id="rId147" Type="http://schemas.openxmlformats.org/officeDocument/2006/relationships/image" Target="../media/image779.png"/><Relationship Id="rId168" Type="http://schemas.openxmlformats.org/officeDocument/2006/relationships/customXml" Target="../ink/ink981.xml"/><Relationship Id="rId51" Type="http://schemas.openxmlformats.org/officeDocument/2006/relationships/customXml" Target="../ink/ink921.xml"/><Relationship Id="rId72" Type="http://schemas.openxmlformats.org/officeDocument/2006/relationships/image" Target="../media/image743.png"/><Relationship Id="rId93" Type="http://schemas.openxmlformats.org/officeDocument/2006/relationships/customXml" Target="../ink/ink942.xml"/><Relationship Id="rId189" Type="http://schemas.openxmlformats.org/officeDocument/2006/relationships/image" Target="../media/image464.png"/><Relationship Id="rId3" Type="http://schemas.openxmlformats.org/officeDocument/2006/relationships/image" Target="../media/image1.svg"/><Relationship Id="rId214" Type="http://schemas.openxmlformats.org/officeDocument/2006/relationships/customXml" Target="../ink/ink1004.xml"/><Relationship Id="rId235" Type="http://schemas.openxmlformats.org/officeDocument/2006/relationships/image" Target="../media/image791.png"/><Relationship Id="rId256" Type="http://schemas.openxmlformats.org/officeDocument/2006/relationships/customXml" Target="../ink/ink1027.xml"/><Relationship Id="rId277" Type="http://schemas.openxmlformats.org/officeDocument/2006/relationships/image" Target="../media/image812.png"/><Relationship Id="rId298" Type="http://schemas.openxmlformats.org/officeDocument/2006/relationships/customXml" Target="../ink/ink1048.xml"/><Relationship Id="rId116" Type="http://schemas.openxmlformats.org/officeDocument/2006/relationships/image" Target="../media/image765.png"/><Relationship Id="rId137" Type="http://schemas.openxmlformats.org/officeDocument/2006/relationships/customXml" Target="../ink/ink964.xml"/><Relationship Id="rId158" Type="http://schemas.openxmlformats.org/officeDocument/2006/relationships/image" Target="../media/image784.png"/><Relationship Id="rId20" Type="http://schemas.openxmlformats.org/officeDocument/2006/relationships/image" Target="../media/image718.png"/><Relationship Id="rId41" Type="http://schemas.openxmlformats.org/officeDocument/2006/relationships/customXml" Target="../ink/ink916.xml"/><Relationship Id="rId62" Type="http://schemas.openxmlformats.org/officeDocument/2006/relationships/image" Target="../media/image738.png"/><Relationship Id="rId83" Type="http://schemas.openxmlformats.org/officeDocument/2006/relationships/customXml" Target="../ink/ink937.xml"/><Relationship Id="rId179" Type="http://schemas.openxmlformats.org/officeDocument/2006/relationships/image" Target="../media/image459.png"/><Relationship Id="rId190" Type="http://schemas.openxmlformats.org/officeDocument/2006/relationships/customXml" Target="../ink/ink992.xml"/><Relationship Id="rId204" Type="http://schemas.openxmlformats.org/officeDocument/2006/relationships/customXml" Target="../ink/ink999.xml"/><Relationship Id="rId225" Type="http://schemas.openxmlformats.org/officeDocument/2006/relationships/customXml" Target="../ink/ink1011.xml"/><Relationship Id="rId246" Type="http://schemas.openxmlformats.org/officeDocument/2006/relationships/customXml" Target="../ink/ink1022.xml"/><Relationship Id="rId267" Type="http://schemas.openxmlformats.org/officeDocument/2006/relationships/image" Target="../media/image807.png"/><Relationship Id="rId288" Type="http://schemas.openxmlformats.org/officeDocument/2006/relationships/customXml" Target="../ink/ink1043.xml"/><Relationship Id="rId106" Type="http://schemas.openxmlformats.org/officeDocument/2006/relationships/image" Target="../media/image760.png"/><Relationship Id="rId127" Type="http://schemas.openxmlformats.org/officeDocument/2006/relationships/customXml" Target="../ink/ink959.xml"/><Relationship Id="rId10" Type="http://schemas.openxmlformats.org/officeDocument/2006/relationships/image" Target="../media/image713.png"/><Relationship Id="rId31" Type="http://schemas.openxmlformats.org/officeDocument/2006/relationships/customXml" Target="../ink/ink911.xml"/><Relationship Id="rId52" Type="http://schemas.openxmlformats.org/officeDocument/2006/relationships/image" Target="../media/image733.png"/><Relationship Id="rId73" Type="http://schemas.openxmlformats.org/officeDocument/2006/relationships/customXml" Target="../ink/ink932.xml"/><Relationship Id="rId94" Type="http://schemas.openxmlformats.org/officeDocument/2006/relationships/image" Target="../media/image754.png"/><Relationship Id="rId148" Type="http://schemas.openxmlformats.org/officeDocument/2006/relationships/customXml" Target="../ink/ink970.xml"/><Relationship Id="rId169" Type="http://schemas.openxmlformats.org/officeDocument/2006/relationships/image" Target="../media/image454.png"/><Relationship Id="rId4" Type="http://schemas.openxmlformats.org/officeDocument/2006/relationships/image" Target="../media/image2.svg"/><Relationship Id="rId180" Type="http://schemas.openxmlformats.org/officeDocument/2006/relationships/customXml" Target="../ink/ink987.xml"/><Relationship Id="rId215" Type="http://schemas.openxmlformats.org/officeDocument/2006/relationships/image" Target="../media/image477.png"/><Relationship Id="rId236" Type="http://schemas.openxmlformats.org/officeDocument/2006/relationships/customXml" Target="../ink/ink1017.xml"/><Relationship Id="rId257" Type="http://schemas.openxmlformats.org/officeDocument/2006/relationships/image" Target="../media/image802.png"/><Relationship Id="rId278" Type="http://schemas.openxmlformats.org/officeDocument/2006/relationships/customXml" Target="../ink/ink1038.xml"/><Relationship Id="rId42" Type="http://schemas.openxmlformats.org/officeDocument/2006/relationships/image" Target="../media/image729.png"/><Relationship Id="rId84" Type="http://schemas.openxmlformats.org/officeDocument/2006/relationships/image" Target="../media/image749.png"/><Relationship Id="rId138" Type="http://schemas.openxmlformats.org/officeDocument/2006/relationships/image" Target="../media/image775.png"/><Relationship Id="rId191" Type="http://schemas.openxmlformats.org/officeDocument/2006/relationships/image" Target="../media/image465.png"/><Relationship Id="rId205" Type="http://schemas.openxmlformats.org/officeDocument/2006/relationships/image" Target="../media/image472.png"/><Relationship Id="rId247" Type="http://schemas.openxmlformats.org/officeDocument/2006/relationships/image" Target="../media/image797.png"/><Relationship Id="rId107" Type="http://schemas.openxmlformats.org/officeDocument/2006/relationships/customXml" Target="../ink/ink949.xml"/><Relationship Id="rId289" Type="http://schemas.openxmlformats.org/officeDocument/2006/relationships/image" Target="../media/image818.png"/><Relationship Id="rId11" Type="http://schemas.openxmlformats.org/officeDocument/2006/relationships/customXml" Target="../ink/ink901.xml"/><Relationship Id="rId53" Type="http://schemas.openxmlformats.org/officeDocument/2006/relationships/customXml" Target="../ink/ink922.xml"/><Relationship Id="rId149" Type="http://schemas.openxmlformats.org/officeDocument/2006/relationships/image" Target="../media/image780.png"/><Relationship Id="rId95" Type="http://schemas.openxmlformats.org/officeDocument/2006/relationships/customXml" Target="../ink/ink943.xml"/><Relationship Id="rId160" Type="http://schemas.openxmlformats.org/officeDocument/2006/relationships/image" Target="../media/image785.png"/><Relationship Id="rId216" Type="http://schemas.openxmlformats.org/officeDocument/2006/relationships/customXml" Target="../ink/ink1005.xml"/><Relationship Id="rId258" Type="http://schemas.openxmlformats.org/officeDocument/2006/relationships/customXml" Target="../ink/ink1028.xml"/><Relationship Id="rId22" Type="http://schemas.openxmlformats.org/officeDocument/2006/relationships/image" Target="../media/image719.png"/><Relationship Id="rId64" Type="http://schemas.openxmlformats.org/officeDocument/2006/relationships/image" Target="../media/image739.png"/><Relationship Id="rId118" Type="http://schemas.openxmlformats.org/officeDocument/2006/relationships/image" Target="../media/image766.png"/><Relationship Id="rId171" Type="http://schemas.openxmlformats.org/officeDocument/2006/relationships/image" Target="../media/image455.png"/><Relationship Id="rId227" Type="http://schemas.openxmlformats.org/officeDocument/2006/relationships/customXml" Target="../ink/ink1012.xml"/><Relationship Id="rId269" Type="http://schemas.openxmlformats.org/officeDocument/2006/relationships/image" Target="../media/image808.png"/><Relationship Id="rId33" Type="http://schemas.openxmlformats.org/officeDocument/2006/relationships/customXml" Target="../ink/ink912.xml"/><Relationship Id="rId129" Type="http://schemas.openxmlformats.org/officeDocument/2006/relationships/customXml" Target="../ink/ink960.xml"/><Relationship Id="rId280" Type="http://schemas.openxmlformats.org/officeDocument/2006/relationships/customXml" Target="../ink/ink10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FB60AC-19A8-31EB-D3F9-DB8D851A5116}"/>
              </a:ext>
            </a:extLst>
          </p:cNvPr>
          <p:cNvSpPr/>
          <p:nvPr/>
        </p:nvSpPr>
        <p:spPr>
          <a:xfrm>
            <a:off x="111760" y="71120"/>
            <a:ext cx="13279120" cy="8087360"/>
          </a:xfrm>
          <a:prstGeom prst="rect">
            <a:avLst/>
          </a:prstGeom>
          <a:solidFill>
            <a:srgbClr val="F5F7FA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CC7440-9F2E-9C51-27FF-BC89E0999D98}"/>
              </a:ext>
            </a:extLst>
          </p:cNvPr>
          <p:cNvSpPr/>
          <p:nvPr/>
        </p:nvSpPr>
        <p:spPr>
          <a:xfrm>
            <a:off x="170689" y="158496"/>
            <a:ext cx="13128622" cy="934974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739CA3-3691-34A4-068A-7E38B54728F7}"/>
              </a:ext>
            </a:extLst>
          </p:cNvPr>
          <p:cNvSpPr/>
          <p:nvPr/>
        </p:nvSpPr>
        <p:spPr>
          <a:xfrm>
            <a:off x="208280" y="1490726"/>
            <a:ext cx="13091032" cy="65803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FBB3658E-0AA7-FC0A-2E4C-3EB3C7C5DAB8}"/>
              </a:ext>
            </a:extLst>
          </p:cNvPr>
          <p:cNvSpPr/>
          <p:nvPr/>
        </p:nvSpPr>
        <p:spPr>
          <a:xfrm>
            <a:off x="208280" y="1180846"/>
            <a:ext cx="1849120" cy="309880"/>
          </a:xfrm>
          <a:prstGeom prst="round2SameRect">
            <a:avLst/>
          </a:prstGeom>
          <a:solidFill>
            <a:srgbClr val="DCE6F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F2D52"/>
                </a:solidFill>
              </a:rPr>
              <a:t>HOSPITAL OVERVIEW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701BEC-5FE3-AE7E-755D-0AB8D2C612AE}"/>
              </a:ext>
            </a:extLst>
          </p:cNvPr>
          <p:cNvSpPr/>
          <p:nvPr/>
        </p:nvSpPr>
        <p:spPr>
          <a:xfrm>
            <a:off x="2115820" y="1180846"/>
            <a:ext cx="1617980" cy="2661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PATIENT FLOW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862405-49BC-4EE8-6C6A-2500C0D226D7}"/>
              </a:ext>
            </a:extLst>
          </p:cNvPr>
          <p:cNvSpPr/>
          <p:nvPr/>
        </p:nvSpPr>
        <p:spPr>
          <a:xfrm>
            <a:off x="3792220" y="1172972"/>
            <a:ext cx="1849120" cy="2661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DEPARTMENT ANALYSIS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461D9D-EF57-EE2F-0168-1AF72F7320EC}"/>
              </a:ext>
            </a:extLst>
          </p:cNvPr>
          <p:cNvSpPr/>
          <p:nvPr/>
        </p:nvSpPr>
        <p:spPr>
          <a:xfrm>
            <a:off x="5737860" y="1172972"/>
            <a:ext cx="2065020" cy="2661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RESOURCES UTILIZATION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A2D7C0-4495-A6CC-84B2-4E5D74C13143}"/>
              </a:ext>
            </a:extLst>
          </p:cNvPr>
          <p:cNvSpPr txBox="1"/>
          <p:nvPr/>
        </p:nvSpPr>
        <p:spPr>
          <a:xfrm>
            <a:off x="991837" y="289721"/>
            <a:ext cx="3865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MedTrack_DV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C5C56D-2685-BCDF-A471-D01086461176}"/>
              </a:ext>
            </a:extLst>
          </p:cNvPr>
          <p:cNvSpPr txBox="1"/>
          <p:nvPr/>
        </p:nvSpPr>
        <p:spPr>
          <a:xfrm>
            <a:off x="991837" y="666567"/>
            <a:ext cx="4353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Hospital Operational &amp; Patient </a:t>
            </a:r>
            <a:r>
              <a:rPr lang="en-IN" sz="1400" b="1" dirty="0" err="1">
                <a:solidFill>
                  <a:schemeClr val="bg1"/>
                </a:solidFill>
              </a:rPr>
              <a:t>Analystics</a:t>
            </a:r>
            <a:r>
              <a:rPr lang="en-IN" sz="1400" b="1" dirty="0">
                <a:solidFill>
                  <a:schemeClr val="bg1"/>
                </a:solidFill>
              </a:rPr>
              <a:t> </a:t>
            </a:r>
            <a:r>
              <a:rPr lang="en-IN" sz="1400" b="1" dirty="0" err="1">
                <a:solidFill>
                  <a:schemeClr val="bg1"/>
                </a:solidFill>
              </a:rPr>
              <a:t>DashBoard</a:t>
            </a:r>
            <a:endParaRPr lang="en-IN" sz="1400" b="1" dirty="0">
              <a:solidFill>
                <a:schemeClr val="bg1"/>
              </a:solidFill>
            </a:endParaRPr>
          </a:p>
        </p:txBody>
      </p:sp>
      <p:pic>
        <p:nvPicPr>
          <p:cNvPr id="18" name="Graphic 17" descr="Medical outline">
            <a:extLst>
              <a:ext uri="{FF2B5EF4-FFF2-40B4-BE49-F238E27FC236}">
                <a16:creationId xmlns:a16="http://schemas.microsoft.com/office/drawing/2014/main" id="{F6D02BAC-0DAB-421E-1A32-F85CDFB7F0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280" y="213824"/>
            <a:ext cx="833247" cy="833247"/>
          </a:xfrm>
          <a:prstGeom prst="rect">
            <a:avLst/>
          </a:prstGeom>
        </p:spPr>
      </p:pic>
      <p:pic>
        <p:nvPicPr>
          <p:cNvPr id="20" name="Graphic 19" descr="Filter with solid fill">
            <a:extLst>
              <a:ext uri="{FF2B5EF4-FFF2-40B4-BE49-F238E27FC236}">
                <a16:creationId xmlns:a16="http://schemas.microsoft.com/office/drawing/2014/main" id="{C34106F6-F7CA-8B5F-F339-C0D9196682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58038" y="372186"/>
            <a:ext cx="484133" cy="484133"/>
          </a:xfrm>
          <a:prstGeom prst="rect">
            <a:avLst/>
          </a:prstGeom>
        </p:spPr>
      </p:pic>
      <p:pic>
        <p:nvPicPr>
          <p:cNvPr id="22" name="Graphic 21" descr="Information with solid fill">
            <a:extLst>
              <a:ext uri="{FF2B5EF4-FFF2-40B4-BE49-F238E27FC236}">
                <a16:creationId xmlns:a16="http://schemas.microsoft.com/office/drawing/2014/main" id="{B6C42EBE-7FC9-8587-0BE9-2E2119940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59280" y="366457"/>
            <a:ext cx="484133" cy="484133"/>
          </a:xfrm>
          <a:prstGeom prst="rect">
            <a:avLst/>
          </a:prstGeom>
        </p:spPr>
      </p:pic>
      <p:pic>
        <p:nvPicPr>
          <p:cNvPr id="24" name="Graphic 23" descr="Work from home Wi-Fi with solid fill">
            <a:extLst>
              <a:ext uri="{FF2B5EF4-FFF2-40B4-BE49-F238E27FC236}">
                <a16:creationId xmlns:a16="http://schemas.microsoft.com/office/drawing/2014/main" id="{DE8A315E-9039-951F-0F85-4595E62DCF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8560" y="363113"/>
            <a:ext cx="484133" cy="4841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34182FB-C08D-05DF-95F4-5BC6216A7F11}"/>
              </a:ext>
            </a:extLst>
          </p:cNvPr>
          <p:cNvSpPr txBox="1"/>
          <p:nvPr/>
        </p:nvSpPr>
        <p:spPr>
          <a:xfrm>
            <a:off x="11306255" y="805763"/>
            <a:ext cx="5437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CEDE9E-911B-0C57-934B-8BA24AD807FB}"/>
              </a:ext>
            </a:extLst>
          </p:cNvPr>
          <p:cNvSpPr txBox="1"/>
          <p:nvPr/>
        </p:nvSpPr>
        <p:spPr>
          <a:xfrm>
            <a:off x="11908923" y="795302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ABOUT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99F347-9D82-88A0-F7D6-3BC3CBDE472D}"/>
              </a:ext>
            </a:extLst>
          </p:cNvPr>
          <p:cNvSpPr txBox="1"/>
          <p:nvPr/>
        </p:nvSpPr>
        <p:spPr>
          <a:xfrm>
            <a:off x="12493770" y="780923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FILTERS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BB5B7D5-35F5-DF2A-C996-3A2BDDB4BA11}"/>
              </a:ext>
            </a:extLst>
          </p:cNvPr>
          <p:cNvSpPr/>
          <p:nvPr/>
        </p:nvSpPr>
        <p:spPr>
          <a:xfrm>
            <a:off x="430805" y="161399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94C02B-3FCB-B4B8-838C-61CAD666BDC6}"/>
              </a:ext>
            </a:extLst>
          </p:cNvPr>
          <p:cNvSpPr txBox="1"/>
          <p:nvPr/>
        </p:nvSpPr>
        <p:spPr>
          <a:xfrm>
            <a:off x="506496" y="1694190"/>
            <a:ext cx="17830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dirty="0"/>
              <a:t>Total Admissions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BEDE4B-B48F-38F9-9921-4512B0B32C47}"/>
              </a:ext>
            </a:extLst>
          </p:cNvPr>
          <p:cNvSpPr txBox="1"/>
          <p:nvPr/>
        </p:nvSpPr>
        <p:spPr>
          <a:xfrm>
            <a:off x="506496" y="1913645"/>
            <a:ext cx="1783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dirty="0"/>
              <a:t>24,580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B17EAA-B549-1BF2-544E-38FF1A3F53AE}"/>
              </a:ext>
            </a:extLst>
          </p:cNvPr>
          <p:cNvSpPr txBox="1"/>
          <p:nvPr/>
        </p:nvSpPr>
        <p:spPr>
          <a:xfrm>
            <a:off x="506496" y="2215398"/>
            <a:ext cx="178308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3707761-E39F-E42F-DF0A-89E21A7EFEAC}"/>
                  </a:ext>
                </a:extLst>
              </p14:cNvPr>
              <p14:cNvContentPartPr/>
              <p14:nvPr/>
            </p14:nvContentPartPr>
            <p14:xfrm>
              <a:off x="621498" y="2411856"/>
              <a:ext cx="1711800" cy="425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3707761-E39F-E42F-DF0A-89E21A7EFE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3498" y="2393856"/>
                <a:ext cx="174744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95" name="TextBox 94">
            <a:extLst>
              <a:ext uri="{FF2B5EF4-FFF2-40B4-BE49-F238E27FC236}">
                <a16:creationId xmlns:a16="http://schemas.microsoft.com/office/drawing/2014/main" id="{A6ADDD0D-A6A3-A7E0-8DEE-A14809244E43}"/>
              </a:ext>
            </a:extLst>
          </p:cNvPr>
          <p:cNvSpPr txBox="1"/>
          <p:nvPr/>
        </p:nvSpPr>
        <p:spPr>
          <a:xfrm>
            <a:off x="589174" y="2863661"/>
            <a:ext cx="1776448" cy="2077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rgbClr val="0F2D52"/>
                </a:solidFill>
              </a:rPr>
              <a:t>PCT % DIFFERENCE TREND / MONTHS</a:t>
            </a:r>
            <a:endParaRPr dirty="0">
              <a:solidFill>
                <a:srgbClr val="0F2D52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84D7686-BB95-F526-0A3A-5D934924EFFF}"/>
              </a:ext>
            </a:extLst>
          </p:cNvPr>
          <p:cNvSpPr/>
          <p:nvPr/>
        </p:nvSpPr>
        <p:spPr>
          <a:xfrm>
            <a:off x="2551859" y="162172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7CDDB82-9B34-DC36-593C-AE3873E810B4}"/>
              </a:ext>
            </a:extLst>
          </p:cNvPr>
          <p:cNvSpPr txBox="1"/>
          <p:nvPr/>
        </p:nvSpPr>
        <p:spPr>
          <a:xfrm>
            <a:off x="2627550" y="1677944"/>
            <a:ext cx="1116011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Bed occupancy %</a:t>
            </a:r>
            <a:endParaRPr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F4458F8-367C-282C-CCF6-5973BE48702E}"/>
              </a:ext>
            </a:extLst>
          </p:cNvPr>
          <p:cNvSpPr txBox="1"/>
          <p:nvPr/>
        </p:nvSpPr>
        <p:spPr>
          <a:xfrm>
            <a:off x="2627550" y="1864725"/>
            <a:ext cx="83869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XXX %</a:t>
            </a:r>
            <a:endParaRPr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C9D8BD-C439-901C-3B46-4A92212734EA}"/>
              </a:ext>
            </a:extLst>
          </p:cNvPr>
          <p:cNvSpPr txBox="1"/>
          <p:nvPr/>
        </p:nvSpPr>
        <p:spPr>
          <a:xfrm>
            <a:off x="2627550" y="2223128"/>
            <a:ext cx="178308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EFCCA5F-169E-C7AA-8676-8A1D689F5ADB}"/>
                  </a:ext>
                </a:extLst>
              </p14:cNvPr>
              <p14:cNvContentPartPr/>
              <p14:nvPr/>
            </p14:nvContentPartPr>
            <p14:xfrm>
              <a:off x="2742552" y="2419586"/>
              <a:ext cx="1711800" cy="4255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EFCCA5F-169E-C7AA-8676-8A1D689F5A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4552" y="2401586"/>
                <a:ext cx="174744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F40998E3-8F62-4664-2C71-632C859F8372}"/>
              </a:ext>
            </a:extLst>
          </p:cNvPr>
          <p:cNvSpPr txBox="1"/>
          <p:nvPr/>
        </p:nvSpPr>
        <p:spPr>
          <a:xfrm>
            <a:off x="2710228" y="2871391"/>
            <a:ext cx="1776448" cy="2077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rgbClr val="0F2D52"/>
                </a:solidFill>
              </a:rPr>
              <a:t>PCT % DIFFERENCE TREND / MONTHS</a:t>
            </a:r>
            <a:endParaRPr dirty="0">
              <a:solidFill>
                <a:srgbClr val="0F2D52"/>
              </a:solidFill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25FF28D1-D43E-4F4F-29A3-A0EABD081343}"/>
              </a:ext>
            </a:extLst>
          </p:cNvPr>
          <p:cNvSpPr/>
          <p:nvPr/>
        </p:nvSpPr>
        <p:spPr>
          <a:xfrm>
            <a:off x="4698533" y="1615770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4C0DFDB-8AE5-5E89-77E4-82D7B9D28361}"/>
              </a:ext>
            </a:extLst>
          </p:cNvPr>
          <p:cNvSpPr txBox="1"/>
          <p:nvPr/>
        </p:nvSpPr>
        <p:spPr>
          <a:xfrm>
            <a:off x="4774224" y="1671987"/>
            <a:ext cx="696024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Avg</a:t>
            </a:r>
            <a:r>
              <a:rPr lang="en-IN" dirty="0"/>
              <a:t> LOS 5</a:t>
            </a:r>
            <a:endParaRPr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9B76918-2291-2E4B-5370-60928A05F9BE}"/>
              </a:ext>
            </a:extLst>
          </p:cNvPr>
          <p:cNvSpPr txBox="1"/>
          <p:nvPr/>
        </p:nvSpPr>
        <p:spPr>
          <a:xfrm>
            <a:off x="4774224" y="1858768"/>
            <a:ext cx="6447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XXX </a:t>
            </a:r>
            <a:endParaRPr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B2D57-B587-208D-F15F-5A7D014EB713}"/>
              </a:ext>
            </a:extLst>
          </p:cNvPr>
          <p:cNvSpPr txBox="1"/>
          <p:nvPr/>
        </p:nvSpPr>
        <p:spPr>
          <a:xfrm>
            <a:off x="4774224" y="2217171"/>
            <a:ext cx="178308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51B51F4-D021-EB83-8EFC-7052D3652614}"/>
                  </a:ext>
                </a:extLst>
              </p14:cNvPr>
              <p14:cNvContentPartPr/>
              <p14:nvPr/>
            </p14:nvContentPartPr>
            <p14:xfrm>
              <a:off x="4889226" y="2413629"/>
              <a:ext cx="1711800" cy="4255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51B51F4-D021-EB83-8EFC-7052D365261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71226" y="2395629"/>
                <a:ext cx="174744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858CCA59-F6AB-B03D-F402-66FB2237C0E2}"/>
              </a:ext>
            </a:extLst>
          </p:cNvPr>
          <p:cNvSpPr txBox="1"/>
          <p:nvPr/>
        </p:nvSpPr>
        <p:spPr>
          <a:xfrm>
            <a:off x="4856902" y="2865434"/>
            <a:ext cx="1776448" cy="2077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rgbClr val="0F2D52"/>
                </a:solidFill>
              </a:rPr>
              <a:t>PCT % DIFFERENCE TREND / MONTHS</a:t>
            </a:r>
            <a:endParaRPr dirty="0">
              <a:solidFill>
                <a:srgbClr val="0F2D52"/>
              </a:solidFill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8D300453-03F4-8901-B625-87A35130000A}"/>
              </a:ext>
            </a:extLst>
          </p:cNvPr>
          <p:cNvSpPr/>
          <p:nvPr/>
        </p:nvSpPr>
        <p:spPr>
          <a:xfrm>
            <a:off x="6832642" y="162172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E12478A-75C4-E5B3-244A-18F2F0703E91}"/>
              </a:ext>
            </a:extLst>
          </p:cNvPr>
          <p:cNvSpPr txBox="1"/>
          <p:nvPr/>
        </p:nvSpPr>
        <p:spPr>
          <a:xfrm>
            <a:off x="6908333" y="1677944"/>
            <a:ext cx="1293944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Readmissioon</a:t>
            </a:r>
            <a:r>
              <a:rPr lang="en-IN" dirty="0"/>
              <a:t> rate %</a:t>
            </a:r>
            <a:endParaRPr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B6F9A2A-92D6-F0CC-8126-5C369495698F}"/>
              </a:ext>
            </a:extLst>
          </p:cNvPr>
          <p:cNvSpPr txBox="1"/>
          <p:nvPr/>
        </p:nvSpPr>
        <p:spPr>
          <a:xfrm>
            <a:off x="6908333" y="1864725"/>
            <a:ext cx="70083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 %</a:t>
            </a:r>
            <a:endParaRPr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7AF4FA-0F81-F72F-C537-9616FCB3702A}"/>
              </a:ext>
            </a:extLst>
          </p:cNvPr>
          <p:cNvSpPr txBox="1"/>
          <p:nvPr/>
        </p:nvSpPr>
        <p:spPr>
          <a:xfrm>
            <a:off x="6908333" y="2223128"/>
            <a:ext cx="178308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725750F0-530E-3E4D-7669-BF1E672C5D7E}"/>
                  </a:ext>
                </a:extLst>
              </p14:cNvPr>
              <p14:cNvContentPartPr/>
              <p14:nvPr/>
            </p14:nvContentPartPr>
            <p14:xfrm>
              <a:off x="7023335" y="2419586"/>
              <a:ext cx="1711800" cy="4255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725750F0-530E-3E4D-7669-BF1E672C5D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05335" y="2401586"/>
                <a:ext cx="174744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119" name="TextBox 118">
            <a:extLst>
              <a:ext uri="{FF2B5EF4-FFF2-40B4-BE49-F238E27FC236}">
                <a16:creationId xmlns:a16="http://schemas.microsoft.com/office/drawing/2014/main" id="{C5F71FBC-A09C-F82B-2056-BFB56E8353D9}"/>
              </a:ext>
            </a:extLst>
          </p:cNvPr>
          <p:cNvSpPr txBox="1"/>
          <p:nvPr/>
        </p:nvSpPr>
        <p:spPr>
          <a:xfrm>
            <a:off x="6991011" y="2871391"/>
            <a:ext cx="1776448" cy="2077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rgbClr val="0F2D52"/>
                </a:solidFill>
              </a:rPr>
              <a:t>PCT % DIFFERENCE TREND / MONTHS</a:t>
            </a:r>
            <a:endParaRPr dirty="0">
              <a:solidFill>
                <a:srgbClr val="0F2D52"/>
              </a:solidFill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F83A57A3-8845-5A01-CA0A-BA5BA9408EA8}"/>
              </a:ext>
            </a:extLst>
          </p:cNvPr>
          <p:cNvSpPr/>
          <p:nvPr/>
        </p:nvSpPr>
        <p:spPr>
          <a:xfrm>
            <a:off x="8957840" y="1608582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C4570C6-ABD9-575E-934E-AC6C3E7B782E}"/>
              </a:ext>
            </a:extLst>
          </p:cNvPr>
          <p:cNvSpPr txBox="1"/>
          <p:nvPr/>
        </p:nvSpPr>
        <p:spPr>
          <a:xfrm>
            <a:off x="9033531" y="1664799"/>
            <a:ext cx="1016625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Mortality rate %</a:t>
            </a:r>
            <a:endParaRPr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7CA0D08-1F73-B4A8-1155-75EC6A1B808E}"/>
              </a:ext>
            </a:extLst>
          </p:cNvPr>
          <p:cNvSpPr txBox="1"/>
          <p:nvPr/>
        </p:nvSpPr>
        <p:spPr>
          <a:xfrm>
            <a:off x="9033531" y="1851580"/>
            <a:ext cx="70083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 %</a:t>
            </a:r>
            <a:endParaRPr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FBDDFF0-2EF4-E0A7-9B18-91A7750AD6FB}"/>
              </a:ext>
            </a:extLst>
          </p:cNvPr>
          <p:cNvSpPr txBox="1"/>
          <p:nvPr/>
        </p:nvSpPr>
        <p:spPr>
          <a:xfrm>
            <a:off x="9033531" y="2209983"/>
            <a:ext cx="178308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380F121-AD6B-08D5-AF3C-00BCF437AD8D}"/>
                  </a:ext>
                </a:extLst>
              </p14:cNvPr>
              <p14:cNvContentPartPr/>
              <p14:nvPr/>
            </p14:nvContentPartPr>
            <p14:xfrm>
              <a:off x="9148533" y="2406441"/>
              <a:ext cx="1711800" cy="4255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380F121-AD6B-08D5-AF3C-00BCF437AD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30533" y="2388441"/>
                <a:ext cx="174744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125" name="TextBox 124">
            <a:extLst>
              <a:ext uri="{FF2B5EF4-FFF2-40B4-BE49-F238E27FC236}">
                <a16:creationId xmlns:a16="http://schemas.microsoft.com/office/drawing/2014/main" id="{E427E0E9-7ACE-8C04-EDA9-42566CAD3E6B}"/>
              </a:ext>
            </a:extLst>
          </p:cNvPr>
          <p:cNvSpPr txBox="1"/>
          <p:nvPr/>
        </p:nvSpPr>
        <p:spPr>
          <a:xfrm>
            <a:off x="9116209" y="2858246"/>
            <a:ext cx="1776448" cy="2077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rgbClr val="0F2D52"/>
                </a:solidFill>
              </a:rPr>
              <a:t>PCT % DIFFERENCE TREND / MONTHS</a:t>
            </a:r>
            <a:endParaRPr dirty="0">
              <a:solidFill>
                <a:srgbClr val="0F2D52"/>
              </a:solidFill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1D616198-8C3B-327C-C610-633EDA88059C}"/>
              </a:ext>
            </a:extLst>
          </p:cNvPr>
          <p:cNvSpPr/>
          <p:nvPr/>
        </p:nvSpPr>
        <p:spPr>
          <a:xfrm>
            <a:off x="11091949" y="1601541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7C5A642-0A22-1EFB-CD6F-DD3761A076A3}"/>
              </a:ext>
            </a:extLst>
          </p:cNvPr>
          <p:cNvSpPr txBox="1"/>
          <p:nvPr/>
        </p:nvSpPr>
        <p:spPr>
          <a:xfrm>
            <a:off x="11167640" y="1657758"/>
            <a:ext cx="931665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Tot Discharge </a:t>
            </a:r>
            <a:endParaRPr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9F8988E-B225-6B9C-4DF9-0926A71DFCCB}"/>
              </a:ext>
            </a:extLst>
          </p:cNvPr>
          <p:cNvSpPr txBox="1"/>
          <p:nvPr/>
        </p:nvSpPr>
        <p:spPr>
          <a:xfrm>
            <a:off x="11167640" y="1901189"/>
            <a:ext cx="1783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dirty="0"/>
              <a:t>24,580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F12101B-5682-707E-67E5-536578FAFE48}"/>
              </a:ext>
            </a:extLst>
          </p:cNvPr>
          <p:cNvSpPr txBox="1"/>
          <p:nvPr/>
        </p:nvSpPr>
        <p:spPr>
          <a:xfrm>
            <a:off x="11167640" y="2202942"/>
            <a:ext cx="178308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0546F94-A67D-28D1-3FAC-3F93C02FF835}"/>
                  </a:ext>
                </a:extLst>
              </p14:cNvPr>
              <p14:cNvContentPartPr/>
              <p14:nvPr/>
            </p14:nvContentPartPr>
            <p14:xfrm>
              <a:off x="11282642" y="2399400"/>
              <a:ext cx="1711800" cy="4255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0546F94-A67D-28D1-3FAC-3F93C02FF8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264642" y="2381400"/>
                <a:ext cx="174744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1B289E43-565A-661C-E67C-0C087A35B461}"/>
              </a:ext>
            </a:extLst>
          </p:cNvPr>
          <p:cNvSpPr txBox="1"/>
          <p:nvPr/>
        </p:nvSpPr>
        <p:spPr>
          <a:xfrm>
            <a:off x="11250318" y="2851205"/>
            <a:ext cx="1776448" cy="2077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rgbClr val="0F2D52"/>
                </a:solidFill>
              </a:rPr>
              <a:t>PCT % DIFFERENCE TREND / MONTHS</a:t>
            </a:r>
            <a:endParaRPr dirty="0">
              <a:solidFill>
                <a:srgbClr val="0F2D52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D400934D-4847-8967-767A-5B203CAAB349}"/>
              </a:ext>
            </a:extLst>
          </p:cNvPr>
          <p:cNvSpPr/>
          <p:nvPr/>
        </p:nvSpPr>
        <p:spPr>
          <a:xfrm>
            <a:off x="430804" y="3218847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1E005082-BA6E-F1F8-50A0-59BB19EB41F8}"/>
              </a:ext>
            </a:extLst>
          </p:cNvPr>
          <p:cNvSpPr/>
          <p:nvPr/>
        </p:nvSpPr>
        <p:spPr>
          <a:xfrm>
            <a:off x="3608412" y="3234334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A51FA51D-A4A5-CE40-44F8-658C66CF876C}"/>
              </a:ext>
            </a:extLst>
          </p:cNvPr>
          <p:cNvSpPr/>
          <p:nvPr/>
        </p:nvSpPr>
        <p:spPr>
          <a:xfrm>
            <a:off x="6791263" y="3218847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C86C80B0-F5DA-CAB3-1C8E-28E5256C80EC}"/>
              </a:ext>
            </a:extLst>
          </p:cNvPr>
          <p:cNvSpPr/>
          <p:nvPr/>
        </p:nvSpPr>
        <p:spPr>
          <a:xfrm>
            <a:off x="9965082" y="321884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C3C9FA0-F62A-7480-B914-77BE67462DBC}"/>
              </a:ext>
            </a:extLst>
          </p:cNvPr>
          <p:cNvSpPr txBox="1"/>
          <p:nvPr/>
        </p:nvSpPr>
        <p:spPr>
          <a:xfrm>
            <a:off x="1331088" y="3218386"/>
            <a:ext cx="114646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dirty="0"/>
              <a:t> Admissions</a:t>
            </a:r>
            <a:r>
              <a:rPr lang="en-IN" dirty="0"/>
              <a:t> Trend</a:t>
            </a:r>
            <a:endParaRPr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CA9CC09-18F4-CDAE-703A-329F4573B082}"/>
              </a:ext>
            </a:extLst>
          </p:cNvPr>
          <p:cNvSpPr txBox="1"/>
          <p:nvPr/>
        </p:nvSpPr>
        <p:spPr>
          <a:xfrm>
            <a:off x="1715717" y="5219023"/>
            <a:ext cx="58060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Months</a:t>
            </a:r>
            <a:endParaRPr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C461D33-6F08-5A18-07DD-CC261532881D}"/>
              </a:ext>
            </a:extLst>
          </p:cNvPr>
          <p:cNvSpPr txBox="1"/>
          <p:nvPr/>
        </p:nvSpPr>
        <p:spPr>
          <a:xfrm rot="16200000">
            <a:off x="111801" y="4097771"/>
            <a:ext cx="1011815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Tot</a:t>
            </a:r>
            <a:r>
              <a:rPr dirty="0"/>
              <a:t> Admissions</a:t>
            </a:r>
            <a:r>
              <a:rPr lang="en-IN" dirty="0"/>
              <a:t> 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9F1498B4-2121-9B0B-CB29-1B787AFDDAE9}"/>
                  </a:ext>
                </a:extLst>
              </p14:cNvPr>
              <p14:cNvContentPartPr/>
              <p14:nvPr/>
            </p14:nvContentPartPr>
            <p14:xfrm>
              <a:off x="1104840" y="3715560"/>
              <a:ext cx="2352600" cy="111996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9F1498B4-2121-9B0B-CB29-1B787AFDDA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95840" y="3706560"/>
                <a:ext cx="2370240" cy="11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7F6E813A-6A3D-3A51-3349-5DEB1DBC1BA3}"/>
              </a:ext>
            </a:extLst>
          </p:cNvPr>
          <p:cNvGrpSpPr/>
          <p:nvPr/>
        </p:nvGrpSpPr>
        <p:grpSpPr>
          <a:xfrm>
            <a:off x="578880" y="3550680"/>
            <a:ext cx="2768400" cy="1644480"/>
            <a:chOff x="578880" y="3550680"/>
            <a:chExt cx="2768400" cy="164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1825A16-9C62-8592-EA77-F36719BFEC35}"/>
                    </a:ext>
                  </a:extLst>
                </p14:cNvPr>
                <p14:cNvContentPartPr/>
                <p14:nvPr/>
              </p14:nvContentPartPr>
              <p14:xfrm>
                <a:off x="819000" y="3550680"/>
                <a:ext cx="57600" cy="16444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1825A16-9C62-8592-EA77-F36719BFEC3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0000" y="3542040"/>
                  <a:ext cx="75240" cy="16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AF36339-FA59-4650-8FE2-33A3ACAF0251}"/>
                    </a:ext>
                  </a:extLst>
                </p14:cNvPr>
                <p14:cNvContentPartPr/>
                <p14:nvPr/>
              </p14:nvContentPartPr>
              <p14:xfrm>
                <a:off x="578880" y="5039640"/>
                <a:ext cx="2768400" cy="31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AF36339-FA59-4650-8FE2-33A3ACAF025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0240" y="5031000"/>
                  <a:ext cx="2786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7A296A9-848E-BB2E-379D-06DC3735C751}"/>
                    </a:ext>
                  </a:extLst>
                </p14:cNvPr>
                <p14:cNvContentPartPr/>
                <p14:nvPr/>
              </p14:nvContentPartPr>
              <p14:xfrm>
                <a:off x="1059120" y="5085720"/>
                <a:ext cx="83880" cy="122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7A296A9-848E-BB2E-379D-06DC3735C75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0120" y="5077080"/>
                  <a:ext cx="101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FDB1BC3-F94B-9FE1-43BF-0AC003582786}"/>
                    </a:ext>
                  </a:extLst>
                </p14:cNvPr>
                <p14:cNvContentPartPr/>
                <p14:nvPr/>
              </p14:nvContentPartPr>
              <p14:xfrm>
                <a:off x="1035360" y="5105160"/>
                <a:ext cx="84240" cy="84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FDB1BC3-F94B-9FE1-43BF-0AC0035827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6720" y="5096520"/>
                  <a:ext cx="101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F245EFF-1251-32EC-9786-4302B79E4574}"/>
                    </a:ext>
                  </a:extLst>
                </p14:cNvPr>
                <p14:cNvContentPartPr/>
                <p14:nvPr/>
              </p14:nvContentPartPr>
              <p14:xfrm>
                <a:off x="1298880" y="5105160"/>
                <a:ext cx="3240" cy="58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F245EFF-1251-32EC-9786-4302B79E457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90240" y="5096520"/>
                  <a:ext cx="20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51B8FA1-54FA-76BB-4009-92A4D523C1C3}"/>
                    </a:ext>
                  </a:extLst>
                </p14:cNvPr>
                <p14:cNvContentPartPr/>
                <p14:nvPr/>
              </p14:nvContentPartPr>
              <p14:xfrm>
                <a:off x="1291320" y="5078880"/>
                <a:ext cx="56880" cy="190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51B8FA1-54FA-76BB-4009-92A4D523C1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82680" y="5070240"/>
                  <a:ext cx="7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28BF109-9B2C-DF2B-D946-6445B55123BD}"/>
                    </a:ext>
                  </a:extLst>
                </p14:cNvPr>
                <p14:cNvContentPartPr/>
                <p14:nvPr/>
              </p14:nvContentPartPr>
              <p14:xfrm>
                <a:off x="1306800" y="5129640"/>
                <a:ext cx="44280" cy="104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28BF109-9B2C-DF2B-D946-6445B55123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97800" y="5120640"/>
                  <a:ext cx="6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44A6A4E-B7B7-C724-3B03-1D0FEC52B95E}"/>
                    </a:ext>
                  </a:extLst>
                </p14:cNvPr>
                <p14:cNvContentPartPr/>
                <p14:nvPr/>
              </p14:nvContentPartPr>
              <p14:xfrm>
                <a:off x="1523520" y="5097600"/>
                <a:ext cx="8280" cy="49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44A6A4E-B7B7-C724-3B03-1D0FEC52B9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14520" y="5088600"/>
                  <a:ext cx="25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C771CA5-1243-C29E-E110-1898AB5F1569}"/>
                    </a:ext>
                  </a:extLst>
                </p14:cNvPr>
                <p14:cNvContentPartPr/>
                <p14:nvPr/>
              </p14:nvContentPartPr>
              <p14:xfrm>
                <a:off x="1523880" y="5109120"/>
                <a:ext cx="77760" cy="34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C771CA5-1243-C29E-E110-1898AB5F156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14880" y="5100120"/>
                  <a:ext cx="95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188D2C5-4C7F-F018-553D-D2AFFA0E7B7E}"/>
                    </a:ext>
                  </a:extLst>
                </p14:cNvPr>
                <p14:cNvContentPartPr/>
                <p14:nvPr/>
              </p14:nvContentPartPr>
              <p14:xfrm>
                <a:off x="1595160" y="5090040"/>
                <a:ext cx="43560" cy="53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188D2C5-4C7F-F018-553D-D2AFFA0E7B7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86160" y="5081040"/>
                  <a:ext cx="61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7D7F7A8-6F5C-C5D0-A7CE-3B4692B97AFF}"/>
                    </a:ext>
                  </a:extLst>
                </p14:cNvPr>
                <p14:cNvContentPartPr/>
                <p14:nvPr/>
              </p14:nvContentPartPr>
              <p14:xfrm>
                <a:off x="1640520" y="5109120"/>
                <a:ext cx="1800" cy="608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7D7F7A8-6F5C-C5D0-A7CE-3B4692B97A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31520" y="5100120"/>
                  <a:ext cx="19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7C3FDC3-81C9-774F-56E2-1111C26A7277}"/>
                    </a:ext>
                  </a:extLst>
                </p14:cNvPr>
                <p14:cNvContentPartPr/>
                <p14:nvPr/>
              </p14:nvContentPartPr>
              <p14:xfrm>
                <a:off x="1787760" y="5105160"/>
                <a:ext cx="29880" cy="49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7C3FDC3-81C9-774F-56E2-1111C26A727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79120" y="5096520"/>
                  <a:ext cx="47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E8CFC07-D8CA-79E0-21E6-42344FE4FB0A}"/>
                    </a:ext>
                  </a:extLst>
                </p14:cNvPr>
                <p14:cNvContentPartPr/>
                <p14:nvPr/>
              </p14:nvContentPartPr>
              <p14:xfrm>
                <a:off x="1813320" y="5109120"/>
                <a:ext cx="54720" cy="60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E8CFC07-D8CA-79E0-21E6-42344FE4FB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04680" y="510012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C59C662-AE79-977C-AC5A-83D992E1A4B1}"/>
                    </a:ext>
                  </a:extLst>
                </p14:cNvPr>
                <p14:cNvContentPartPr/>
                <p14:nvPr/>
              </p14:nvContentPartPr>
              <p14:xfrm>
                <a:off x="1798200" y="5149080"/>
                <a:ext cx="37080" cy="9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C59C662-AE79-977C-AC5A-83D992E1A4B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89200" y="5140440"/>
                  <a:ext cx="54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1BEA67D-4EB3-7D90-D394-66AEAAE3D861}"/>
                    </a:ext>
                  </a:extLst>
                </p14:cNvPr>
                <p14:cNvContentPartPr/>
                <p14:nvPr/>
              </p14:nvContentPartPr>
              <p14:xfrm>
                <a:off x="2183040" y="3628800"/>
                <a:ext cx="61560" cy="59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1BEA67D-4EB3-7D90-D394-66AEAAE3D86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74040" y="3619800"/>
                  <a:ext cx="792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D0A0D6F-F54E-1AAC-5750-4F503D3947FE}"/>
                    </a:ext>
                  </a:extLst>
                </p14:cNvPr>
                <p14:cNvContentPartPr/>
                <p14:nvPr/>
              </p14:nvContentPartPr>
              <p14:xfrm>
                <a:off x="2262960" y="3610440"/>
                <a:ext cx="53280" cy="82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D0A0D6F-F54E-1AAC-5750-4F503D3947F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53960" y="3601800"/>
                  <a:ext cx="70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81C5596-D990-0A6A-71D2-8C8F604D082D}"/>
                    </a:ext>
                  </a:extLst>
                </p14:cNvPr>
                <p14:cNvContentPartPr/>
                <p14:nvPr/>
              </p14:nvContentPartPr>
              <p14:xfrm>
                <a:off x="2361960" y="3603960"/>
                <a:ext cx="16560" cy="2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81C5596-D990-0A6A-71D2-8C8F604D08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53320" y="3595320"/>
                  <a:ext cx="34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CA210CC-2BC5-4351-42E7-02AC6DE34F33}"/>
                    </a:ext>
                  </a:extLst>
                </p14:cNvPr>
                <p14:cNvContentPartPr/>
                <p14:nvPr/>
              </p14:nvContentPartPr>
              <p14:xfrm>
                <a:off x="2355840" y="3615480"/>
                <a:ext cx="30960" cy="626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CA210CC-2BC5-4351-42E7-02AC6DE34F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47200" y="3606840"/>
                  <a:ext cx="486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6A3A66D-534F-057C-E67B-DB46991D9E23}"/>
                    </a:ext>
                  </a:extLst>
                </p14:cNvPr>
                <p14:cNvContentPartPr/>
                <p14:nvPr/>
              </p14:nvContentPartPr>
              <p14:xfrm>
                <a:off x="2437560" y="3600360"/>
                <a:ext cx="27720" cy="62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6A3A66D-534F-057C-E67B-DB46991D9E2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28920" y="3591360"/>
                  <a:ext cx="45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74540E5-48EC-ED91-1180-703C8E6BB387}"/>
                    </a:ext>
                  </a:extLst>
                </p14:cNvPr>
                <p14:cNvContentPartPr/>
                <p14:nvPr/>
              </p14:nvContentPartPr>
              <p14:xfrm>
                <a:off x="2788920" y="3665160"/>
                <a:ext cx="47520" cy="1072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74540E5-48EC-ED91-1180-703C8E6BB38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79920" y="3656520"/>
                  <a:ext cx="65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B73BBA8-6705-B785-CB60-4238DFC307A2}"/>
                    </a:ext>
                  </a:extLst>
                </p14:cNvPr>
                <p14:cNvContentPartPr/>
                <p14:nvPr/>
              </p14:nvContentPartPr>
              <p14:xfrm>
                <a:off x="2788920" y="3700080"/>
                <a:ext cx="57240" cy="414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B73BBA8-6705-B785-CB60-4238DFC307A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79920" y="3691440"/>
                  <a:ext cx="7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0E8ED09-DFB1-4ADD-75AA-C0BB1EC969E2}"/>
                    </a:ext>
                  </a:extLst>
                </p14:cNvPr>
                <p14:cNvContentPartPr/>
                <p14:nvPr/>
              </p14:nvContentPartPr>
              <p14:xfrm>
                <a:off x="2869560" y="3653640"/>
                <a:ext cx="11520" cy="68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0E8ED09-DFB1-4ADD-75AA-C0BB1EC969E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60560" y="3644640"/>
                  <a:ext cx="29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DD33780-6949-E7B9-8602-32E4C67CD56B}"/>
                    </a:ext>
                  </a:extLst>
                </p14:cNvPr>
                <p14:cNvContentPartPr/>
                <p14:nvPr/>
              </p14:nvContentPartPr>
              <p14:xfrm>
                <a:off x="2914560" y="3648240"/>
                <a:ext cx="38880" cy="910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DD33780-6949-E7B9-8602-32E4C67CD56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05560" y="3639600"/>
                  <a:ext cx="56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8D0625A-6F9A-085C-78F3-F3EB58750009}"/>
                    </a:ext>
                  </a:extLst>
                </p14:cNvPr>
                <p14:cNvContentPartPr/>
                <p14:nvPr/>
              </p14:nvContentPartPr>
              <p14:xfrm>
                <a:off x="2914560" y="3684600"/>
                <a:ext cx="51840" cy="22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8D0625A-6F9A-085C-78F3-F3EB5875000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05560" y="3675600"/>
                  <a:ext cx="69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11E334E-033D-F74F-301F-138F399E1CFD}"/>
                    </a:ext>
                  </a:extLst>
                </p14:cNvPr>
                <p14:cNvContentPartPr/>
                <p14:nvPr/>
              </p14:nvContentPartPr>
              <p14:xfrm>
                <a:off x="2985840" y="3623400"/>
                <a:ext cx="33480" cy="421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11E334E-033D-F74F-301F-138F399E1CF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77200" y="3614400"/>
                  <a:ext cx="51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C1C221B-B012-6B94-3EAC-B8040F94700F}"/>
                    </a:ext>
                  </a:extLst>
                </p14:cNvPr>
                <p14:cNvContentPartPr/>
                <p14:nvPr/>
              </p14:nvContentPartPr>
              <p14:xfrm>
                <a:off x="3004920" y="3647160"/>
                <a:ext cx="40320" cy="61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C1C221B-B012-6B94-3EAC-B8040F94700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96280" y="3638160"/>
                  <a:ext cx="57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EFCC66B-8EE9-D37A-FFD1-41E81ADF4054}"/>
                    </a:ext>
                  </a:extLst>
                </p14:cNvPr>
                <p14:cNvContentPartPr/>
                <p14:nvPr/>
              </p14:nvContentPartPr>
              <p14:xfrm>
                <a:off x="2011680" y="5169336"/>
                <a:ext cx="360" cy="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EFCC66B-8EE9-D37A-FFD1-41E81ADF405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0268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6B6325C-754A-3F59-ECCA-F9B3979C42E0}"/>
                    </a:ext>
                  </a:extLst>
                </p14:cNvPr>
                <p14:cNvContentPartPr/>
                <p14:nvPr/>
              </p14:nvContentPartPr>
              <p14:xfrm>
                <a:off x="2121120" y="5163216"/>
                <a:ext cx="360" cy="3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6B6325C-754A-3F59-ECCA-F9B3979C42E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1248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2E20A4D-B0B7-F7F7-50F8-C1342F03AEFB}"/>
                    </a:ext>
                  </a:extLst>
                </p14:cNvPr>
                <p14:cNvContentPartPr/>
                <p14:nvPr/>
              </p14:nvContentPartPr>
              <p14:xfrm>
                <a:off x="2255400" y="5169336"/>
                <a:ext cx="360" cy="3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2E20A4D-B0B7-F7F7-50F8-C1342F03AEF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4640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09314D3-6150-01C5-CA44-A91190CE50AB}"/>
                    </a:ext>
                  </a:extLst>
                </p14:cNvPr>
                <p14:cNvContentPartPr/>
                <p14:nvPr/>
              </p14:nvContentPartPr>
              <p14:xfrm>
                <a:off x="2455560" y="5181576"/>
                <a:ext cx="1440" cy="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09314D3-6150-01C5-CA44-A91190CE50A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46560" y="5172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F5DAF94-FED5-EB4E-D7F5-C12DC8CD8EF9}"/>
                    </a:ext>
                  </a:extLst>
                </p14:cNvPr>
                <p14:cNvContentPartPr/>
                <p14:nvPr/>
              </p14:nvContentPartPr>
              <p14:xfrm>
                <a:off x="2596680" y="5168256"/>
                <a:ext cx="1440" cy="1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F5DAF94-FED5-EB4E-D7F5-C12DC8CD8EF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88040" y="5159256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B837826-CFFA-74F8-8568-BB5DCCAB9D66}"/>
                    </a:ext>
                  </a:extLst>
                </p14:cNvPr>
                <p14:cNvContentPartPr/>
                <p14:nvPr/>
              </p14:nvContentPartPr>
              <p14:xfrm>
                <a:off x="2779560" y="5163216"/>
                <a:ext cx="360" cy="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B837826-CFFA-74F8-8568-BB5DCCAB9D6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7092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6B024F42-B9E8-047A-8639-E485ED7609D6}"/>
                  </a:ext>
                </a:extLst>
              </p14:cNvPr>
              <p14:cNvContentPartPr/>
              <p14:nvPr/>
            </p14:nvContentPartPr>
            <p14:xfrm>
              <a:off x="4259970" y="3690168"/>
              <a:ext cx="2352600" cy="11199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6B024F42-B9E8-047A-8639-E485ED7609D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50970" y="3681168"/>
                <a:ext cx="2370240" cy="11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C532C2B5-3644-8A95-8B97-2ED59855CF3D}"/>
              </a:ext>
            </a:extLst>
          </p:cNvPr>
          <p:cNvGrpSpPr/>
          <p:nvPr/>
        </p:nvGrpSpPr>
        <p:grpSpPr>
          <a:xfrm>
            <a:off x="3734010" y="3525288"/>
            <a:ext cx="2768400" cy="1644480"/>
            <a:chOff x="578880" y="3550680"/>
            <a:chExt cx="2768400" cy="164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B2BE7D3-DB9A-A969-E495-FA262E60B085}"/>
                    </a:ext>
                  </a:extLst>
                </p14:cNvPr>
                <p14:cNvContentPartPr/>
                <p14:nvPr/>
              </p14:nvContentPartPr>
              <p14:xfrm>
                <a:off x="819000" y="3550680"/>
                <a:ext cx="57600" cy="16444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B2BE7D3-DB9A-A969-E495-FA262E60B0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0000" y="3542040"/>
                  <a:ext cx="75240" cy="16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7FC9C12-172E-80DD-F774-AC444FD3877F}"/>
                    </a:ext>
                  </a:extLst>
                </p14:cNvPr>
                <p14:cNvContentPartPr/>
                <p14:nvPr/>
              </p14:nvContentPartPr>
              <p14:xfrm>
                <a:off x="578880" y="5039640"/>
                <a:ext cx="2768400" cy="316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7FC9C12-172E-80DD-F774-AC444FD387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0240" y="5031000"/>
                  <a:ext cx="2786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401CB7F-4247-24BD-597A-6FA276D1B6A5}"/>
                    </a:ext>
                  </a:extLst>
                </p14:cNvPr>
                <p14:cNvContentPartPr/>
                <p14:nvPr/>
              </p14:nvContentPartPr>
              <p14:xfrm>
                <a:off x="1059120" y="5085720"/>
                <a:ext cx="83880" cy="12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401CB7F-4247-24BD-597A-6FA276D1B6A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0120" y="5077080"/>
                  <a:ext cx="101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AAA941B-E01A-F809-BC04-8943C8CE98F2}"/>
                    </a:ext>
                  </a:extLst>
                </p14:cNvPr>
                <p14:cNvContentPartPr/>
                <p14:nvPr/>
              </p14:nvContentPartPr>
              <p14:xfrm>
                <a:off x="1035360" y="5105160"/>
                <a:ext cx="84240" cy="84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AAA941B-E01A-F809-BC04-8943C8CE98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6720" y="5096520"/>
                  <a:ext cx="101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86A2B1E-E9C9-1A27-39FB-7A84187D849B}"/>
                    </a:ext>
                  </a:extLst>
                </p14:cNvPr>
                <p14:cNvContentPartPr/>
                <p14:nvPr/>
              </p14:nvContentPartPr>
              <p14:xfrm>
                <a:off x="1298880" y="5105160"/>
                <a:ext cx="3240" cy="58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86A2B1E-E9C9-1A27-39FB-7A84187D84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90240" y="5096520"/>
                  <a:ext cx="20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5EBF34D-77F2-B804-B0AA-0A9260A00414}"/>
                    </a:ext>
                  </a:extLst>
                </p14:cNvPr>
                <p14:cNvContentPartPr/>
                <p14:nvPr/>
              </p14:nvContentPartPr>
              <p14:xfrm>
                <a:off x="1291320" y="5078880"/>
                <a:ext cx="56880" cy="19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5EBF34D-77F2-B804-B0AA-0A9260A004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82680" y="5070240"/>
                  <a:ext cx="7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1C495F0-06BC-C1B3-6493-B8F03D2D46B2}"/>
                    </a:ext>
                  </a:extLst>
                </p14:cNvPr>
                <p14:cNvContentPartPr/>
                <p14:nvPr/>
              </p14:nvContentPartPr>
              <p14:xfrm>
                <a:off x="1306800" y="5129640"/>
                <a:ext cx="44280" cy="10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1C495F0-06BC-C1B3-6493-B8F03D2D46B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97800" y="5120640"/>
                  <a:ext cx="6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E19820B-4E34-348E-425F-6B0321067BF4}"/>
                    </a:ext>
                  </a:extLst>
                </p14:cNvPr>
                <p14:cNvContentPartPr/>
                <p14:nvPr/>
              </p14:nvContentPartPr>
              <p14:xfrm>
                <a:off x="1523520" y="5097600"/>
                <a:ext cx="8280" cy="493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E19820B-4E34-348E-425F-6B0321067B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14520" y="5088600"/>
                  <a:ext cx="25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7C050FC-C791-E496-1666-1F84399394E4}"/>
                    </a:ext>
                  </a:extLst>
                </p14:cNvPr>
                <p14:cNvContentPartPr/>
                <p14:nvPr/>
              </p14:nvContentPartPr>
              <p14:xfrm>
                <a:off x="1523880" y="5109120"/>
                <a:ext cx="77760" cy="34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7C050FC-C791-E496-1666-1F84399394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14880" y="5100120"/>
                  <a:ext cx="95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7ECFA6E-B105-54B7-6D5C-406F51BF7D5E}"/>
                    </a:ext>
                  </a:extLst>
                </p14:cNvPr>
                <p14:cNvContentPartPr/>
                <p14:nvPr/>
              </p14:nvContentPartPr>
              <p14:xfrm>
                <a:off x="1595160" y="5090040"/>
                <a:ext cx="43560" cy="532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7ECFA6E-B105-54B7-6D5C-406F51BF7D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86160" y="5081040"/>
                  <a:ext cx="61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64CF90F-426E-6C27-482D-B66FEA3452B8}"/>
                    </a:ext>
                  </a:extLst>
                </p14:cNvPr>
                <p14:cNvContentPartPr/>
                <p14:nvPr/>
              </p14:nvContentPartPr>
              <p14:xfrm>
                <a:off x="1640520" y="5109120"/>
                <a:ext cx="1800" cy="60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64CF90F-426E-6C27-482D-B66FEA3452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31520" y="5100120"/>
                  <a:ext cx="19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7559739-76BE-53C1-3D41-249E41BE9C05}"/>
                    </a:ext>
                  </a:extLst>
                </p14:cNvPr>
                <p14:cNvContentPartPr/>
                <p14:nvPr/>
              </p14:nvContentPartPr>
              <p14:xfrm>
                <a:off x="1787760" y="5105160"/>
                <a:ext cx="29880" cy="49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7559739-76BE-53C1-3D41-249E41BE9C0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79120" y="5096520"/>
                  <a:ext cx="47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121DA16-8560-950A-ABC6-2AE6DBA14447}"/>
                    </a:ext>
                  </a:extLst>
                </p14:cNvPr>
                <p14:cNvContentPartPr/>
                <p14:nvPr/>
              </p14:nvContentPartPr>
              <p14:xfrm>
                <a:off x="1813320" y="5109120"/>
                <a:ext cx="54720" cy="60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121DA16-8560-950A-ABC6-2AE6DBA1444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04680" y="510012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ECDFF68-EEBD-CDA9-DB15-D91D688038A0}"/>
                    </a:ext>
                  </a:extLst>
                </p14:cNvPr>
                <p14:cNvContentPartPr/>
                <p14:nvPr/>
              </p14:nvContentPartPr>
              <p14:xfrm>
                <a:off x="1798200" y="5149080"/>
                <a:ext cx="37080" cy="97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ECDFF68-EEBD-CDA9-DB15-D91D688038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89200" y="5140440"/>
                  <a:ext cx="54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0633BD6-0204-2DB1-054F-F6AB474AA93C}"/>
                    </a:ext>
                  </a:extLst>
                </p14:cNvPr>
                <p14:cNvContentPartPr/>
                <p14:nvPr/>
              </p14:nvContentPartPr>
              <p14:xfrm>
                <a:off x="2183040" y="3628800"/>
                <a:ext cx="61560" cy="594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0633BD6-0204-2DB1-054F-F6AB474AA93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74040" y="3619800"/>
                  <a:ext cx="792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6D7F32A-8726-ADAF-0DA6-788384AA1FDD}"/>
                    </a:ext>
                  </a:extLst>
                </p14:cNvPr>
                <p14:cNvContentPartPr/>
                <p14:nvPr/>
              </p14:nvContentPartPr>
              <p14:xfrm>
                <a:off x="2262960" y="3610440"/>
                <a:ext cx="53280" cy="82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6D7F32A-8726-ADAF-0DA6-788384AA1F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53960" y="3601800"/>
                  <a:ext cx="70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A465CA0-E658-17B9-B9C2-93399FE3D6FB}"/>
                    </a:ext>
                  </a:extLst>
                </p14:cNvPr>
                <p14:cNvContentPartPr/>
                <p14:nvPr/>
              </p14:nvContentPartPr>
              <p14:xfrm>
                <a:off x="2361960" y="3603960"/>
                <a:ext cx="16560" cy="28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A465CA0-E658-17B9-B9C2-93399FE3D6F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53320" y="3595320"/>
                  <a:ext cx="34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864F9EE-56FB-CD3C-75AC-85850F516338}"/>
                    </a:ext>
                  </a:extLst>
                </p14:cNvPr>
                <p14:cNvContentPartPr/>
                <p14:nvPr/>
              </p14:nvContentPartPr>
              <p14:xfrm>
                <a:off x="2355840" y="3615480"/>
                <a:ext cx="30960" cy="626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864F9EE-56FB-CD3C-75AC-85850F51633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47200" y="3606840"/>
                  <a:ext cx="486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6768BE8-88C6-2E6C-5D67-C976D1DF6E89}"/>
                    </a:ext>
                  </a:extLst>
                </p14:cNvPr>
                <p14:cNvContentPartPr/>
                <p14:nvPr/>
              </p14:nvContentPartPr>
              <p14:xfrm>
                <a:off x="2437560" y="3600360"/>
                <a:ext cx="27720" cy="62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6768BE8-88C6-2E6C-5D67-C976D1DF6E8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28920" y="3591360"/>
                  <a:ext cx="45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6CA1EAA5-3499-C7FA-10F8-978529788E61}"/>
                    </a:ext>
                  </a:extLst>
                </p14:cNvPr>
                <p14:cNvContentPartPr/>
                <p14:nvPr/>
              </p14:nvContentPartPr>
              <p14:xfrm>
                <a:off x="2788920" y="3665160"/>
                <a:ext cx="47520" cy="1072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6CA1EAA5-3499-C7FA-10F8-978529788E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79920" y="3656520"/>
                  <a:ext cx="65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9945E63-9AAC-99EE-DABA-5DCB37232A3C}"/>
                    </a:ext>
                  </a:extLst>
                </p14:cNvPr>
                <p14:cNvContentPartPr/>
                <p14:nvPr/>
              </p14:nvContentPartPr>
              <p14:xfrm>
                <a:off x="2788920" y="3700080"/>
                <a:ext cx="57240" cy="414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9945E63-9AAC-99EE-DABA-5DCB37232A3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79920" y="3691440"/>
                  <a:ext cx="7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879BEE6-D738-765B-1489-CF770ECB39A2}"/>
                    </a:ext>
                  </a:extLst>
                </p14:cNvPr>
                <p14:cNvContentPartPr/>
                <p14:nvPr/>
              </p14:nvContentPartPr>
              <p14:xfrm>
                <a:off x="2869560" y="3653640"/>
                <a:ext cx="11520" cy="680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879BEE6-D738-765B-1489-CF770ECB39A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60560" y="3644640"/>
                  <a:ext cx="29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70C7F9C-00EC-7B57-34DA-3AA8574CAC13}"/>
                    </a:ext>
                  </a:extLst>
                </p14:cNvPr>
                <p14:cNvContentPartPr/>
                <p14:nvPr/>
              </p14:nvContentPartPr>
              <p14:xfrm>
                <a:off x="2914560" y="3648240"/>
                <a:ext cx="38880" cy="910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70C7F9C-00EC-7B57-34DA-3AA8574CAC1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05560" y="3639600"/>
                  <a:ext cx="56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7020841-EC95-F0D5-FD98-9B2D2D9F0AAA}"/>
                    </a:ext>
                  </a:extLst>
                </p14:cNvPr>
                <p14:cNvContentPartPr/>
                <p14:nvPr/>
              </p14:nvContentPartPr>
              <p14:xfrm>
                <a:off x="2914560" y="3684600"/>
                <a:ext cx="51840" cy="226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7020841-EC95-F0D5-FD98-9B2D2D9F0AA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05560" y="3675600"/>
                  <a:ext cx="69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00C5573-ABA9-A365-D6CC-FA379DDBAA53}"/>
                    </a:ext>
                  </a:extLst>
                </p14:cNvPr>
                <p14:cNvContentPartPr/>
                <p14:nvPr/>
              </p14:nvContentPartPr>
              <p14:xfrm>
                <a:off x="2985840" y="3623400"/>
                <a:ext cx="33480" cy="421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00C5573-ABA9-A365-D6CC-FA379DDBAA5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77200" y="3614400"/>
                  <a:ext cx="51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F818A4B-6534-786C-A141-5D28DCE84475}"/>
                    </a:ext>
                  </a:extLst>
                </p14:cNvPr>
                <p14:cNvContentPartPr/>
                <p14:nvPr/>
              </p14:nvContentPartPr>
              <p14:xfrm>
                <a:off x="3004920" y="3647160"/>
                <a:ext cx="40320" cy="61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F818A4B-6534-786C-A141-5D28DCE844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96280" y="3638160"/>
                  <a:ext cx="57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B334353-B4AA-037C-81D2-F818D8C25C5E}"/>
                    </a:ext>
                  </a:extLst>
                </p14:cNvPr>
                <p14:cNvContentPartPr/>
                <p14:nvPr/>
              </p14:nvContentPartPr>
              <p14:xfrm>
                <a:off x="2011680" y="5169336"/>
                <a:ext cx="360" cy="3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B334353-B4AA-037C-81D2-F818D8C25C5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0268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64D3D32-4CCB-8BB1-2380-04441CC3F937}"/>
                    </a:ext>
                  </a:extLst>
                </p14:cNvPr>
                <p14:cNvContentPartPr/>
                <p14:nvPr/>
              </p14:nvContentPartPr>
              <p14:xfrm>
                <a:off x="2121120" y="5163216"/>
                <a:ext cx="360" cy="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64D3D32-4CCB-8BB1-2380-04441CC3F93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1248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57AAA9E-9BAA-9B3A-CB45-A6F7DD9CAB6A}"/>
                    </a:ext>
                  </a:extLst>
                </p14:cNvPr>
                <p14:cNvContentPartPr/>
                <p14:nvPr/>
              </p14:nvContentPartPr>
              <p14:xfrm>
                <a:off x="2255400" y="5169336"/>
                <a:ext cx="360" cy="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57AAA9E-9BAA-9B3A-CB45-A6F7DD9CAB6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4640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F3AD932-D09E-7A37-FF85-C6830190AAE9}"/>
                    </a:ext>
                  </a:extLst>
                </p14:cNvPr>
                <p14:cNvContentPartPr/>
                <p14:nvPr/>
              </p14:nvContentPartPr>
              <p14:xfrm>
                <a:off x="2455560" y="5181576"/>
                <a:ext cx="1440" cy="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F3AD932-D09E-7A37-FF85-C6830190AA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46560" y="5172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7E0FF42-C0CF-3F5E-6D6C-B4A698EEE61E}"/>
                    </a:ext>
                  </a:extLst>
                </p14:cNvPr>
                <p14:cNvContentPartPr/>
                <p14:nvPr/>
              </p14:nvContentPartPr>
              <p14:xfrm>
                <a:off x="2596680" y="5168256"/>
                <a:ext cx="1440" cy="14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7E0FF42-C0CF-3F5E-6D6C-B4A698EEE61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88040" y="5159256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5992BE6-5B5B-4DB0-E468-953D31E0D474}"/>
                    </a:ext>
                  </a:extLst>
                </p14:cNvPr>
                <p14:cNvContentPartPr/>
                <p14:nvPr/>
              </p14:nvContentPartPr>
              <p14:xfrm>
                <a:off x="2779560" y="5163216"/>
                <a:ext cx="360" cy="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5992BE6-5B5B-4DB0-E468-953D31E0D47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7092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84773241-1A83-8A50-0EDB-C14FAC0780C2}"/>
                  </a:ext>
                </a:extLst>
              </p14:cNvPr>
              <p14:cNvContentPartPr/>
              <p14:nvPr/>
            </p14:nvContentPartPr>
            <p14:xfrm>
              <a:off x="7415706" y="3683976"/>
              <a:ext cx="2352600" cy="111996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84773241-1A83-8A50-0EDB-C14FAC0780C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06706" y="3674976"/>
                <a:ext cx="2370240" cy="11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8657649B-32F2-A567-545E-B49757760F19}"/>
              </a:ext>
            </a:extLst>
          </p:cNvPr>
          <p:cNvGrpSpPr/>
          <p:nvPr/>
        </p:nvGrpSpPr>
        <p:grpSpPr>
          <a:xfrm>
            <a:off x="6889746" y="3519096"/>
            <a:ext cx="2768400" cy="1644480"/>
            <a:chOff x="578880" y="3550680"/>
            <a:chExt cx="2768400" cy="164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B2595BE-26E6-730B-376A-0A20A83455E2}"/>
                    </a:ext>
                  </a:extLst>
                </p14:cNvPr>
                <p14:cNvContentPartPr/>
                <p14:nvPr/>
              </p14:nvContentPartPr>
              <p14:xfrm>
                <a:off x="819000" y="3550680"/>
                <a:ext cx="57600" cy="1644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B2595BE-26E6-730B-376A-0A20A83455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0000" y="3542040"/>
                  <a:ext cx="75240" cy="16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C645B31-12A7-4A31-983B-945A7897CC6E}"/>
                    </a:ext>
                  </a:extLst>
                </p14:cNvPr>
                <p14:cNvContentPartPr/>
                <p14:nvPr/>
              </p14:nvContentPartPr>
              <p14:xfrm>
                <a:off x="578880" y="5039640"/>
                <a:ext cx="2768400" cy="316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C645B31-12A7-4A31-983B-945A7897CC6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0240" y="5031000"/>
                  <a:ext cx="2786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4032AF1-7BC7-6657-774A-D1C7914311E6}"/>
                    </a:ext>
                  </a:extLst>
                </p14:cNvPr>
                <p14:cNvContentPartPr/>
                <p14:nvPr/>
              </p14:nvContentPartPr>
              <p14:xfrm>
                <a:off x="1059120" y="5085720"/>
                <a:ext cx="83880" cy="122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4032AF1-7BC7-6657-774A-D1C7914311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0120" y="5077080"/>
                  <a:ext cx="101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3A39D2F-6F29-8D63-9BA4-4FDBBAF4D9C0}"/>
                    </a:ext>
                  </a:extLst>
                </p14:cNvPr>
                <p14:cNvContentPartPr/>
                <p14:nvPr/>
              </p14:nvContentPartPr>
              <p14:xfrm>
                <a:off x="1035360" y="5105160"/>
                <a:ext cx="84240" cy="849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3A39D2F-6F29-8D63-9BA4-4FDBBAF4D9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6720" y="5096520"/>
                  <a:ext cx="101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85D05A6-0B4D-5CC9-E9ED-6E232064F10B}"/>
                    </a:ext>
                  </a:extLst>
                </p14:cNvPr>
                <p14:cNvContentPartPr/>
                <p14:nvPr/>
              </p14:nvContentPartPr>
              <p14:xfrm>
                <a:off x="1298880" y="5105160"/>
                <a:ext cx="3240" cy="586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85D05A6-0B4D-5CC9-E9ED-6E232064F10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90240" y="5096520"/>
                  <a:ext cx="20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0940AEB-7D7B-832A-E73D-1C01BF9D5E6D}"/>
                    </a:ext>
                  </a:extLst>
                </p14:cNvPr>
                <p14:cNvContentPartPr/>
                <p14:nvPr/>
              </p14:nvContentPartPr>
              <p14:xfrm>
                <a:off x="1291320" y="5078880"/>
                <a:ext cx="56880" cy="19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0940AEB-7D7B-832A-E73D-1C01BF9D5E6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82680" y="5070240"/>
                  <a:ext cx="7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CE92FED-DA5A-0AD9-7CE5-F944F85CC390}"/>
                    </a:ext>
                  </a:extLst>
                </p14:cNvPr>
                <p14:cNvContentPartPr/>
                <p14:nvPr/>
              </p14:nvContentPartPr>
              <p14:xfrm>
                <a:off x="1306800" y="5129640"/>
                <a:ext cx="44280" cy="10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CE92FED-DA5A-0AD9-7CE5-F944F85CC3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97800" y="5120640"/>
                  <a:ext cx="6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05A38FA-90B6-A24A-47A0-AFD0988C5368}"/>
                    </a:ext>
                  </a:extLst>
                </p14:cNvPr>
                <p14:cNvContentPartPr/>
                <p14:nvPr/>
              </p14:nvContentPartPr>
              <p14:xfrm>
                <a:off x="1523520" y="5097600"/>
                <a:ext cx="8280" cy="49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05A38FA-90B6-A24A-47A0-AFD0988C536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14520" y="5088600"/>
                  <a:ext cx="25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D67E1F9-4B1A-C800-E707-EF6CEA5A3014}"/>
                    </a:ext>
                  </a:extLst>
                </p14:cNvPr>
                <p14:cNvContentPartPr/>
                <p14:nvPr/>
              </p14:nvContentPartPr>
              <p14:xfrm>
                <a:off x="1523880" y="5109120"/>
                <a:ext cx="77760" cy="349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D67E1F9-4B1A-C800-E707-EF6CEA5A301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14880" y="5100120"/>
                  <a:ext cx="95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EA811D6-EA25-FB46-488E-F792463BFC24}"/>
                    </a:ext>
                  </a:extLst>
                </p14:cNvPr>
                <p14:cNvContentPartPr/>
                <p14:nvPr/>
              </p14:nvContentPartPr>
              <p14:xfrm>
                <a:off x="1595160" y="5090040"/>
                <a:ext cx="43560" cy="532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EA811D6-EA25-FB46-488E-F792463BFC2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86160" y="5081040"/>
                  <a:ext cx="61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A2D8490-8607-8596-7001-10F4901C5BBD}"/>
                    </a:ext>
                  </a:extLst>
                </p14:cNvPr>
                <p14:cNvContentPartPr/>
                <p14:nvPr/>
              </p14:nvContentPartPr>
              <p14:xfrm>
                <a:off x="1640520" y="5109120"/>
                <a:ext cx="1800" cy="608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A2D8490-8607-8596-7001-10F4901C5BB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31520" y="5100120"/>
                  <a:ext cx="19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38146EA-0B68-EFEB-4D5A-44FA4CEA0C09}"/>
                    </a:ext>
                  </a:extLst>
                </p14:cNvPr>
                <p14:cNvContentPartPr/>
                <p14:nvPr/>
              </p14:nvContentPartPr>
              <p14:xfrm>
                <a:off x="1787760" y="5105160"/>
                <a:ext cx="29880" cy="493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38146EA-0B68-EFEB-4D5A-44FA4CEA0C0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79120" y="5096520"/>
                  <a:ext cx="47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F38216A-37D7-C8C4-7F3E-93CAB6970DA2}"/>
                    </a:ext>
                  </a:extLst>
                </p14:cNvPr>
                <p14:cNvContentPartPr/>
                <p14:nvPr/>
              </p14:nvContentPartPr>
              <p14:xfrm>
                <a:off x="1813320" y="5109120"/>
                <a:ext cx="54720" cy="608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F38216A-37D7-C8C4-7F3E-93CAB6970DA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04680" y="510012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DFDBB95-137F-6FE3-3AD2-957B520E27DD}"/>
                    </a:ext>
                  </a:extLst>
                </p14:cNvPr>
                <p14:cNvContentPartPr/>
                <p14:nvPr/>
              </p14:nvContentPartPr>
              <p14:xfrm>
                <a:off x="1798200" y="5149080"/>
                <a:ext cx="37080" cy="97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DFDBB95-137F-6FE3-3AD2-957B520E27D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89200" y="5140440"/>
                  <a:ext cx="54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38ED7F8-1EC0-1D6E-9D2F-169538627DB9}"/>
                    </a:ext>
                  </a:extLst>
                </p14:cNvPr>
                <p14:cNvContentPartPr/>
                <p14:nvPr/>
              </p14:nvContentPartPr>
              <p14:xfrm>
                <a:off x="2183040" y="3628800"/>
                <a:ext cx="61560" cy="594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38ED7F8-1EC0-1D6E-9D2F-169538627DB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74040" y="3619800"/>
                  <a:ext cx="792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F3462FE-7A2A-933F-36D4-3E6042B768A6}"/>
                    </a:ext>
                  </a:extLst>
                </p14:cNvPr>
                <p14:cNvContentPartPr/>
                <p14:nvPr/>
              </p14:nvContentPartPr>
              <p14:xfrm>
                <a:off x="2262960" y="3610440"/>
                <a:ext cx="53280" cy="824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F3462FE-7A2A-933F-36D4-3E6042B768A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53960" y="3601800"/>
                  <a:ext cx="70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D04C66F-7D3C-C0FF-7EFB-77D838FA320A}"/>
                    </a:ext>
                  </a:extLst>
                </p14:cNvPr>
                <p14:cNvContentPartPr/>
                <p14:nvPr/>
              </p14:nvContentPartPr>
              <p14:xfrm>
                <a:off x="2361960" y="3603960"/>
                <a:ext cx="16560" cy="28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D04C66F-7D3C-C0FF-7EFB-77D838FA320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53320" y="3595320"/>
                  <a:ext cx="34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6883017-156E-8349-0EA1-22B547C60359}"/>
                    </a:ext>
                  </a:extLst>
                </p14:cNvPr>
                <p14:cNvContentPartPr/>
                <p14:nvPr/>
              </p14:nvContentPartPr>
              <p14:xfrm>
                <a:off x="2355840" y="3615480"/>
                <a:ext cx="30960" cy="626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6883017-156E-8349-0EA1-22B547C6035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47200" y="3606840"/>
                  <a:ext cx="486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008E138-0B5A-A42B-B96C-D9498F79690D}"/>
                    </a:ext>
                  </a:extLst>
                </p14:cNvPr>
                <p14:cNvContentPartPr/>
                <p14:nvPr/>
              </p14:nvContentPartPr>
              <p14:xfrm>
                <a:off x="2437560" y="3600360"/>
                <a:ext cx="27720" cy="622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008E138-0B5A-A42B-B96C-D9498F79690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28920" y="3591360"/>
                  <a:ext cx="45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4E7DE64-682E-4983-09B0-829C54909BF7}"/>
                    </a:ext>
                  </a:extLst>
                </p14:cNvPr>
                <p14:cNvContentPartPr/>
                <p14:nvPr/>
              </p14:nvContentPartPr>
              <p14:xfrm>
                <a:off x="2788920" y="3665160"/>
                <a:ext cx="47520" cy="1072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4E7DE64-682E-4983-09B0-829C54909BF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79920" y="3656520"/>
                  <a:ext cx="65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F132302-FC3F-278D-433E-608CE1DFB595}"/>
                    </a:ext>
                  </a:extLst>
                </p14:cNvPr>
                <p14:cNvContentPartPr/>
                <p14:nvPr/>
              </p14:nvContentPartPr>
              <p14:xfrm>
                <a:off x="2788920" y="3700080"/>
                <a:ext cx="57240" cy="414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F132302-FC3F-278D-433E-608CE1DFB59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79920" y="3691440"/>
                  <a:ext cx="7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C721AE1-1902-5DD0-81DB-9F0B6EB3181D}"/>
                    </a:ext>
                  </a:extLst>
                </p14:cNvPr>
                <p14:cNvContentPartPr/>
                <p14:nvPr/>
              </p14:nvContentPartPr>
              <p14:xfrm>
                <a:off x="2869560" y="3653640"/>
                <a:ext cx="11520" cy="68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C721AE1-1902-5DD0-81DB-9F0B6EB3181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60560" y="3644640"/>
                  <a:ext cx="29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1B0F0E9-917C-9D41-6B86-209AAA2E279B}"/>
                    </a:ext>
                  </a:extLst>
                </p14:cNvPr>
                <p14:cNvContentPartPr/>
                <p14:nvPr/>
              </p14:nvContentPartPr>
              <p14:xfrm>
                <a:off x="2914560" y="3648240"/>
                <a:ext cx="38880" cy="910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1B0F0E9-917C-9D41-6B86-209AAA2E27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05560" y="3639600"/>
                  <a:ext cx="56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BDE81E5-6A68-8FA8-A980-6CFFA31F0E53}"/>
                    </a:ext>
                  </a:extLst>
                </p14:cNvPr>
                <p14:cNvContentPartPr/>
                <p14:nvPr/>
              </p14:nvContentPartPr>
              <p14:xfrm>
                <a:off x="2914560" y="3684600"/>
                <a:ext cx="51840" cy="226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BDE81E5-6A68-8FA8-A980-6CFFA31F0E5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05560" y="3675600"/>
                  <a:ext cx="69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9C7B588-54DE-3DFF-3ACB-91637CE0712E}"/>
                    </a:ext>
                  </a:extLst>
                </p14:cNvPr>
                <p14:cNvContentPartPr/>
                <p14:nvPr/>
              </p14:nvContentPartPr>
              <p14:xfrm>
                <a:off x="2985840" y="3623400"/>
                <a:ext cx="33480" cy="42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9C7B588-54DE-3DFF-3ACB-91637CE0712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77200" y="3614400"/>
                  <a:ext cx="51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2019D1D-E487-2AD3-2153-298684D3B458}"/>
                    </a:ext>
                  </a:extLst>
                </p14:cNvPr>
                <p14:cNvContentPartPr/>
                <p14:nvPr/>
              </p14:nvContentPartPr>
              <p14:xfrm>
                <a:off x="3004920" y="3647160"/>
                <a:ext cx="40320" cy="612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2019D1D-E487-2AD3-2153-298684D3B45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96280" y="3638160"/>
                  <a:ext cx="57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2AB8EB2-C5CA-B604-8414-AEBE9A705271}"/>
                    </a:ext>
                  </a:extLst>
                </p14:cNvPr>
                <p14:cNvContentPartPr/>
                <p14:nvPr/>
              </p14:nvContentPartPr>
              <p14:xfrm>
                <a:off x="2011680" y="5169336"/>
                <a:ext cx="360" cy="3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2AB8EB2-C5CA-B604-8414-AEBE9A7052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0268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B192D84-DD04-44A9-85EA-E051591AC14F}"/>
                    </a:ext>
                  </a:extLst>
                </p14:cNvPr>
                <p14:cNvContentPartPr/>
                <p14:nvPr/>
              </p14:nvContentPartPr>
              <p14:xfrm>
                <a:off x="2121120" y="5163216"/>
                <a:ext cx="360" cy="3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B192D84-DD04-44A9-85EA-E051591AC14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1248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1D26D2C-DE21-9632-A4A8-08DAB164828C}"/>
                    </a:ext>
                  </a:extLst>
                </p14:cNvPr>
                <p14:cNvContentPartPr/>
                <p14:nvPr/>
              </p14:nvContentPartPr>
              <p14:xfrm>
                <a:off x="2255400" y="5169336"/>
                <a:ext cx="360" cy="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1D26D2C-DE21-9632-A4A8-08DAB164828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4640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28C1234-9A77-35B4-2BD7-C8EEA7ED3EB6}"/>
                    </a:ext>
                  </a:extLst>
                </p14:cNvPr>
                <p14:cNvContentPartPr/>
                <p14:nvPr/>
              </p14:nvContentPartPr>
              <p14:xfrm>
                <a:off x="2455560" y="5181576"/>
                <a:ext cx="1440" cy="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28C1234-9A77-35B4-2BD7-C8EEA7ED3EB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46560" y="5172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0A2F46E-03D7-0681-ED22-88A5DBC7BBED}"/>
                    </a:ext>
                  </a:extLst>
                </p14:cNvPr>
                <p14:cNvContentPartPr/>
                <p14:nvPr/>
              </p14:nvContentPartPr>
              <p14:xfrm>
                <a:off x="2596680" y="5168256"/>
                <a:ext cx="1440" cy="14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0A2F46E-03D7-0681-ED22-88A5DBC7BBE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88040" y="5159256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EEE3BE3-70FC-5870-CF0D-10524F74A95C}"/>
                    </a:ext>
                  </a:extLst>
                </p14:cNvPr>
                <p14:cNvContentPartPr/>
                <p14:nvPr/>
              </p14:nvContentPartPr>
              <p14:xfrm>
                <a:off x="2779560" y="5163216"/>
                <a:ext cx="360" cy="3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EEE3BE3-70FC-5870-CF0D-10524F74A9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7092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4D13F04E-7E55-2EC5-403F-A4072CF7196F}"/>
                  </a:ext>
                </a:extLst>
              </p14:cNvPr>
              <p14:cNvContentPartPr/>
              <p14:nvPr/>
            </p14:nvContentPartPr>
            <p14:xfrm>
              <a:off x="10649966" y="3690168"/>
              <a:ext cx="2352600" cy="111996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4D13F04E-7E55-2EC5-403F-A4072CF7196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640966" y="3681168"/>
                <a:ext cx="2370240" cy="11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61D1FB28-3B2A-0908-52CE-00FCEA8358CB}"/>
              </a:ext>
            </a:extLst>
          </p:cNvPr>
          <p:cNvGrpSpPr/>
          <p:nvPr/>
        </p:nvGrpSpPr>
        <p:grpSpPr>
          <a:xfrm>
            <a:off x="10124006" y="3525288"/>
            <a:ext cx="2768400" cy="1644480"/>
            <a:chOff x="578880" y="3550680"/>
            <a:chExt cx="2768400" cy="164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3C6F856-3D91-61C4-61CE-525BB254F0FE}"/>
                    </a:ext>
                  </a:extLst>
                </p14:cNvPr>
                <p14:cNvContentPartPr/>
                <p14:nvPr/>
              </p14:nvContentPartPr>
              <p14:xfrm>
                <a:off x="819000" y="3550680"/>
                <a:ext cx="57600" cy="16444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3C6F856-3D91-61C4-61CE-525BB254F0F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0000" y="3542040"/>
                  <a:ext cx="75240" cy="16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A531883-5F7D-2F9E-C960-EAB016DC8784}"/>
                    </a:ext>
                  </a:extLst>
                </p14:cNvPr>
                <p14:cNvContentPartPr/>
                <p14:nvPr/>
              </p14:nvContentPartPr>
              <p14:xfrm>
                <a:off x="578880" y="5039640"/>
                <a:ext cx="2768400" cy="316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A531883-5F7D-2F9E-C960-EAB016DC878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0240" y="5031000"/>
                  <a:ext cx="2786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0B88FD4-8F84-23CE-068B-75A140A5D821}"/>
                    </a:ext>
                  </a:extLst>
                </p14:cNvPr>
                <p14:cNvContentPartPr/>
                <p14:nvPr/>
              </p14:nvContentPartPr>
              <p14:xfrm>
                <a:off x="1059120" y="5085720"/>
                <a:ext cx="83880" cy="122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0B88FD4-8F84-23CE-068B-75A140A5D8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0120" y="5077080"/>
                  <a:ext cx="101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43EF6464-09B8-800C-3330-8F3A4EA24D7E}"/>
                    </a:ext>
                  </a:extLst>
                </p14:cNvPr>
                <p14:cNvContentPartPr/>
                <p14:nvPr/>
              </p14:nvContentPartPr>
              <p14:xfrm>
                <a:off x="1035360" y="5105160"/>
                <a:ext cx="84240" cy="849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43EF6464-09B8-800C-3330-8F3A4EA24D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6720" y="5096520"/>
                  <a:ext cx="101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B40B037-12D4-385D-8278-6BADC0821C8F}"/>
                    </a:ext>
                  </a:extLst>
                </p14:cNvPr>
                <p14:cNvContentPartPr/>
                <p14:nvPr/>
              </p14:nvContentPartPr>
              <p14:xfrm>
                <a:off x="1298880" y="5105160"/>
                <a:ext cx="3240" cy="586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B40B037-12D4-385D-8278-6BADC0821C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90240" y="5096520"/>
                  <a:ext cx="20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8B81911-2DA9-AA91-F9BA-4FB756CE07DB}"/>
                    </a:ext>
                  </a:extLst>
                </p14:cNvPr>
                <p14:cNvContentPartPr/>
                <p14:nvPr/>
              </p14:nvContentPartPr>
              <p14:xfrm>
                <a:off x="1291320" y="5078880"/>
                <a:ext cx="56880" cy="190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8B81911-2DA9-AA91-F9BA-4FB756CE07D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82680" y="5070240"/>
                  <a:ext cx="7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338C09B-AD32-0C69-867B-5B7D15712290}"/>
                    </a:ext>
                  </a:extLst>
                </p14:cNvPr>
                <p14:cNvContentPartPr/>
                <p14:nvPr/>
              </p14:nvContentPartPr>
              <p14:xfrm>
                <a:off x="1306800" y="5129640"/>
                <a:ext cx="44280" cy="104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338C09B-AD32-0C69-867B-5B7D157122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97800" y="5120640"/>
                  <a:ext cx="6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A18FB87-34BE-B0AD-01F3-44CE204B256E}"/>
                    </a:ext>
                  </a:extLst>
                </p14:cNvPr>
                <p14:cNvContentPartPr/>
                <p14:nvPr/>
              </p14:nvContentPartPr>
              <p14:xfrm>
                <a:off x="1523520" y="5097600"/>
                <a:ext cx="8280" cy="493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A18FB87-34BE-B0AD-01F3-44CE204B256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14520" y="5088600"/>
                  <a:ext cx="25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8D48DCA-7F5D-9338-CFFF-E892782B9B77}"/>
                    </a:ext>
                  </a:extLst>
                </p14:cNvPr>
                <p14:cNvContentPartPr/>
                <p14:nvPr/>
              </p14:nvContentPartPr>
              <p14:xfrm>
                <a:off x="1523880" y="5109120"/>
                <a:ext cx="77760" cy="34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8D48DCA-7F5D-9338-CFFF-E892782B9B7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14880" y="5100120"/>
                  <a:ext cx="95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38BE5A4-70AB-4D16-B23E-2E2CA162E3C8}"/>
                    </a:ext>
                  </a:extLst>
                </p14:cNvPr>
                <p14:cNvContentPartPr/>
                <p14:nvPr/>
              </p14:nvContentPartPr>
              <p14:xfrm>
                <a:off x="1595160" y="5090040"/>
                <a:ext cx="43560" cy="532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38BE5A4-70AB-4D16-B23E-2E2CA162E3C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86160" y="5081040"/>
                  <a:ext cx="61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2C9BC39-AF54-4DB9-91C4-78AE3B6E592D}"/>
                    </a:ext>
                  </a:extLst>
                </p14:cNvPr>
                <p14:cNvContentPartPr/>
                <p14:nvPr/>
              </p14:nvContentPartPr>
              <p14:xfrm>
                <a:off x="1640520" y="5109120"/>
                <a:ext cx="1800" cy="608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2C9BC39-AF54-4DB9-91C4-78AE3B6E592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31520" y="5100120"/>
                  <a:ext cx="19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B51C55D-8FAE-AB10-197E-0D76C49DE235}"/>
                    </a:ext>
                  </a:extLst>
                </p14:cNvPr>
                <p14:cNvContentPartPr/>
                <p14:nvPr/>
              </p14:nvContentPartPr>
              <p14:xfrm>
                <a:off x="1787760" y="5105160"/>
                <a:ext cx="29880" cy="493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B51C55D-8FAE-AB10-197E-0D76C49DE23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79120" y="5096520"/>
                  <a:ext cx="47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1DE763A-C546-A54B-D9A8-1A0321E24007}"/>
                    </a:ext>
                  </a:extLst>
                </p14:cNvPr>
                <p14:cNvContentPartPr/>
                <p14:nvPr/>
              </p14:nvContentPartPr>
              <p14:xfrm>
                <a:off x="1813320" y="5109120"/>
                <a:ext cx="54720" cy="608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1DE763A-C546-A54B-D9A8-1A0321E2400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04680" y="510012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168B21B-F6C8-6490-C38E-A9710D6C8D7D}"/>
                    </a:ext>
                  </a:extLst>
                </p14:cNvPr>
                <p14:cNvContentPartPr/>
                <p14:nvPr/>
              </p14:nvContentPartPr>
              <p14:xfrm>
                <a:off x="1798200" y="5149080"/>
                <a:ext cx="37080" cy="97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168B21B-F6C8-6490-C38E-A9710D6C8D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89200" y="5140440"/>
                  <a:ext cx="54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8C5C022-1FBD-BCE3-7A9B-DBE8EBFDBA3F}"/>
                    </a:ext>
                  </a:extLst>
                </p14:cNvPr>
                <p14:cNvContentPartPr/>
                <p14:nvPr/>
              </p14:nvContentPartPr>
              <p14:xfrm>
                <a:off x="2183040" y="3628800"/>
                <a:ext cx="61560" cy="594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8C5C022-1FBD-BCE3-7A9B-DBE8EBFDBA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74040" y="3619800"/>
                  <a:ext cx="792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DAA1616-5D07-DEA0-4F6C-BD9D03580166}"/>
                    </a:ext>
                  </a:extLst>
                </p14:cNvPr>
                <p14:cNvContentPartPr/>
                <p14:nvPr/>
              </p14:nvContentPartPr>
              <p14:xfrm>
                <a:off x="2262960" y="3610440"/>
                <a:ext cx="53280" cy="824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DAA1616-5D07-DEA0-4F6C-BD9D035801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53960" y="3601800"/>
                  <a:ext cx="70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CE8DF598-6992-961F-BE7A-90BB386812D4}"/>
                    </a:ext>
                  </a:extLst>
                </p14:cNvPr>
                <p14:cNvContentPartPr/>
                <p14:nvPr/>
              </p14:nvContentPartPr>
              <p14:xfrm>
                <a:off x="2361960" y="3603960"/>
                <a:ext cx="16560" cy="28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CE8DF598-6992-961F-BE7A-90BB386812D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53320" y="3595320"/>
                  <a:ext cx="34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A012D05-58D8-2F01-1F5B-5A2001DFAA9F}"/>
                    </a:ext>
                  </a:extLst>
                </p14:cNvPr>
                <p14:cNvContentPartPr/>
                <p14:nvPr/>
              </p14:nvContentPartPr>
              <p14:xfrm>
                <a:off x="2355840" y="3615480"/>
                <a:ext cx="30960" cy="626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A012D05-58D8-2F01-1F5B-5A2001DFAA9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47200" y="3606840"/>
                  <a:ext cx="486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1D373AB-ECF5-F928-0AF9-264FACB7CF90}"/>
                    </a:ext>
                  </a:extLst>
                </p14:cNvPr>
                <p14:cNvContentPartPr/>
                <p14:nvPr/>
              </p14:nvContentPartPr>
              <p14:xfrm>
                <a:off x="2437560" y="3600360"/>
                <a:ext cx="27720" cy="622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1D373AB-ECF5-F928-0AF9-264FACB7CF9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28920" y="3591360"/>
                  <a:ext cx="45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D7471B8-21BF-53EB-29A7-719E0603B748}"/>
                    </a:ext>
                  </a:extLst>
                </p14:cNvPr>
                <p14:cNvContentPartPr/>
                <p14:nvPr/>
              </p14:nvContentPartPr>
              <p14:xfrm>
                <a:off x="2788920" y="3665160"/>
                <a:ext cx="47520" cy="1072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D7471B8-21BF-53EB-29A7-719E0603B7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79920" y="3656520"/>
                  <a:ext cx="65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1608E42-F8E2-73B8-DF6B-4091BD7DC607}"/>
                    </a:ext>
                  </a:extLst>
                </p14:cNvPr>
                <p14:cNvContentPartPr/>
                <p14:nvPr/>
              </p14:nvContentPartPr>
              <p14:xfrm>
                <a:off x="2788920" y="3700080"/>
                <a:ext cx="57240" cy="414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1608E42-F8E2-73B8-DF6B-4091BD7DC60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79920" y="3691440"/>
                  <a:ext cx="7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6D4C604-E622-30E2-4217-F4052954C339}"/>
                    </a:ext>
                  </a:extLst>
                </p14:cNvPr>
                <p14:cNvContentPartPr/>
                <p14:nvPr/>
              </p14:nvContentPartPr>
              <p14:xfrm>
                <a:off x="2869560" y="3653640"/>
                <a:ext cx="11520" cy="680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6D4C604-E622-30E2-4217-F4052954C3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60560" y="3644640"/>
                  <a:ext cx="29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B4D03AA-E00B-9060-05C3-D8A3CAA33435}"/>
                    </a:ext>
                  </a:extLst>
                </p14:cNvPr>
                <p14:cNvContentPartPr/>
                <p14:nvPr/>
              </p14:nvContentPartPr>
              <p14:xfrm>
                <a:off x="2914560" y="3648240"/>
                <a:ext cx="38880" cy="910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B4D03AA-E00B-9060-05C3-D8A3CAA334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05560" y="3639600"/>
                  <a:ext cx="56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856E188-91C0-50BF-1CC0-F6DC41EFFE78}"/>
                    </a:ext>
                  </a:extLst>
                </p14:cNvPr>
                <p14:cNvContentPartPr/>
                <p14:nvPr/>
              </p14:nvContentPartPr>
              <p14:xfrm>
                <a:off x="2914560" y="3684600"/>
                <a:ext cx="51840" cy="226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856E188-91C0-50BF-1CC0-F6DC41EFFE7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05560" y="3675600"/>
                  <a:ext cx="69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9C6A59E2-B2F2-1C44-3FBE-30303EA1CEB1}"/>
                    </a:ext>
                  </a:extLst>
                </p14:cNvPr>
                <p14:cNvContentPartPr/>
                <p14:nvPr/>
              </p14:nvContentPartPr>
              <p14:xfrm>
                <a:off x="2985840" y="3623400"/>
                <a:ext cx="33480" cy="421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9C6A59E2-B2F2-1C44-3FBE-30303EA1CE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77200" y="3614400"/>
                  <a:ext cx="51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57B4DB61-F795-AD13-7214-ACA7317EB975}"/>
                    </a:ext>
                  </a:extLst>
                </p14:cNvPr>
                <p14:cNvContentPartPr/>
                <p14:nvPr/>
              </p14:nvContentPartPr>
              <p14:xfrm>
                <a:off x="3004920" y="3647160"/>
                <a:ext cx="40320" cy="612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57B4DB61-F795-AD13-7214-ACA7317EB9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96280" y="3638160"/>
                  <a:ext cx="57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E3C6AD6-8CC7-9132-0010-ABBA8C60E206}"/>
                    </a:ext>
                  </a:extLst>
                </p14:cNvPr>
                <p14:cNvContentPartPr/>
                <p14:nvPr/>
              </p14:nvContentPartPr>
              <p14:xfrm>
                <a:off x="2011680" y="5169336"/>
                <a:ext cx="360" cy="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E3C6AD6-8CC7-9132-0010-ABBA8C60E20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0268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DD53B61-0129-221C-08A8-EBFB228B4AE7}"/>
                    </a:ext>
                  </a:extLst>
                </p14:cNvPr>
                <p14:cNvContentPartPr/>
                <p14:nvPr/>
              </p14:nvContentPartPr>
              <p14:xfrm>
                <a:off x="2121120" y="5163216"/>
                <a:ext cx="360" cy="3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DD53B61-0129-221C-08A8-EBFB228B4AE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1248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680991E-2DCE-1AF8-D960-2630E22542E1}"/>
                    </a:ext>
                  </a:extLst>
                </p14:cNvPr>
                <p14:cNvContentPartPr/>
                <p14:nvPr/>
              </p14:nvContentPartPr>
              <p14:xfrm>
                <a:off x="2255400" y="5169336"/>
                <a:ext cx="360" cy="3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680991E-2DCE-1AF8-D960-2630E22542E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4640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3CBCFA1-BB2C-1C48-DBBB-CD5392B7199A}"/>
                    </a:ext>
                  </a:extLst>
                </p14:cNvPr>
                <p14:cNvContentPartPr/>
                <p14:nvPr/>
              </p14:nvContentPartPr>
              <p14:xfrm>
                <a:off x="2455560" y="5181576"/>
                <a:ext cx="1440" cy="3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3CBCFA1-BB2C-1C48-DBBB-CD5392B7199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46560" y="5172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D8D17E4-0B84-FBEC-AD4E-E199EC57E74C}"/>
                    </a:ext>
                  </a:extLst>
                </p14:cNvPr>
                <p14:cNvContentPartPr/>
                <p14:nvPr/>
              </p14:nvContentPartPr>
              <p14:xfrm>
                <a:off x="2596680" y="5168256"/>
                <a:ext cx="1440" cy="14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D8D17E4-0B84-FBEC-AD4E-E199EC57E7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88040" y="5159256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0FABA5B-A280-8B35-024F-25DD69FAAFE5}"/>
                    </a:ext>
                  </a:extLst>
                </p14:cNvPr>
                <p14:cNvContentPartPr/>
                <p14:nvPr/>
              </p14:nvContentPartPr>
              <p14:xfrm>
                <a:off x="2779560" y="5163216"/>
                <a:ext cx="360" cy="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0FABA5B-A280-8B35-024F-25DD69FAAFE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7092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2" name="TextBox 311">
            <a:extLst>
              <a:ext uri="{FF2B5EF4-FFF2-40B4-BE49-F238E27FC236}">
                <a16:creationId xmlns:a16="http://schemas.microsoft.com/office/drawing/2014/main" id="{AAFADF6A-650C-5757-284B-66D9508B4EA1}"/>
              </a:ext>
            </a:extLst>
          </p:cNvPr>
          <p:cNvSpPr txBox="1"/>
          <p:nvPr/>
        </p:nvSpPr>
        <p:spPr>
          <a:xfrm>
            <a:off x="4563849" y="3241277"/>
            <a:ext cx="1116011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Bed occupancy %</a:t>
            </a:r>
            <a:endParaRPr dirty="0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BB07E21-9BF2-A80B-24E8-7C144583ADD0}"/>
              </a:ext>
            </a:extLst>
          </p:cNvPr>
          <p:cNvSpPr txBox="1"/>
          <p:nvPr/>
        </p:nvSpPr>
        <p:spPr>
          <a:xfrm>
            <a:off x="4948478" y="5241914"/>
            <a:ext cx="58060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Months</a:t>
            </a:r>
            <a:endParaRPr dirty="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6C00D69A-A99C-49D3-8838-55E39D6A94B5}"/>
              </a:ext>
            </a:extLst>
          </p:cNvPr>
          <p:cNvSpPr txBox="1"/>
          <p:nvPr/>
        </p:nvSpPr>
        <p:spPr>
          <a:xfrm rot="16200000">
            <a:off x="3202834" y="4109930"/>
            <a:ext cx="1116011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Bed occupancy %</a:t>
            </a:r>
            <a:endParaRPr dirty="0"/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1150828D-38E8-3474-17D6-05436C3974CF}"/>
              </a:ext>
            </a:extLst>
          </p:cNvPr>
          <p:cNvSpPr txBox="1"/>
          <p:nvPr/>
        </p:nvSpPr>
        <p:spPr>
          <a:xfrm>
            <a:off x="7739557" y="3218386"/>
            <a:ext cx="133882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Readmission  % Trend</a:t>
            </a:r>
            <a:endParaRPr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AF44F39C-57D2-98B3-E1E3-A729A0363570}"/>
              </a:ext>
            </a:extLst>
          </p:cNvPr>
          <p:cNvSpPr txBox="1"/>
          <p:nvPr/>
        </p:nvSpPr>
        <p:spPr>
          <a:xfrm>
            <a:off x="8124186" y="5219023"/>
            <a:ext cx="58060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Months</a:t>
            </a:r>
            <a:endParaRPr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29D9D34B-C905-72F3-B036-40CC9150A836}"/>
              </a:ext>
            </a:extLst>
          </p:cNvPr>
          <p:cNvSpPr txBox="1"/>
          <p:nvPr/>
        </p:nvSpPr>
        <p:spPr>
          <a:xfrm rot="16200000">
            <a:off x="6292785" y="4087039"/>
            <a:ext cx="1287532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Readmission </a:t>
            </a:r>
            <a:r>
              <a:rPr lang="en-IN" dirty="0" err="1"/>
              <a:t>ragte</a:t>
            </a:r>
            <a:r>
              <a:rPr lang="en-IN" dirty="0"/>
              <a:t> %</a:t>
            </a:r>
            <a:endParaRPr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7E525338-80AF-8F69-A40F-99E0D521B52B}"/>
              </a:ext>
            </a:extLst>
          </p:cNvPr>
          <p:cNvSpPr txBox="1"/>
          <p:nvPr/>
        </p:nvSpPr>
        <p:spPr>
          <a:xfrm>
            <a:off x="10995935" y="3189483"/>
            <a:ext cx="1164101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Discharge % Trend</a:t>
            </a:r>
            <a:endParaRPr dirty="0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9560580F-E6C3-3CF3-4812-9692FA2D681E}"/>
              </a:ext>
            </a:extLst>
          </p:cNvPr>
          <p:cNvSpPr txBox="1"/>
          <p:nvPr/>
        </p:nvSpPr>
        <p:spPr>
          <a:xfrm>
            <a:off x="11380564" y="5190120"/>
            <a:ext cx="58060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Months</a:t>
            </a:r>
            <a:endParaRPr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59F4B1FC-181C-5110-6072-83356DC1C52F}"/>
              </a:ext>
            </a:extLst>
          </p:cNvPr>
          <p:cNvSpPr txBox="1"/>
          <p:nvPr/>
        </p:nvSpPr>
        <p:spPr>
          <a:xfrm rot="16200000">
            <a:off x="9794421" y="4058136"/>
            <a:ext cx="797013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Dischage</a:t>
            </a:r>
            <a:r>
              <a:rPr lang="en-IN" dirty="0"/>
              <a:t> %</a:t>
            </a:r>
            <a:endParaRPr dirty="0"/>
          </a:p>
        </p:txBody>
      </p:sp>
      <p:sp>
        <p:nvSpPr>
          <p:cNvPr id="329" name="Rectangle: Rounded Corners 328">
            <a:extLst>
              <a:ext uri="{FF2B5EF4-FFF2-40B4-BE49-F238E27FC236}">
                <a16:creationId xmlns:a16="http://schemas.microsoft.com/office/drawing/2014/main" id="{1EB3492C-44EF-4ECD-24A3-2DD57C1690AF}"/>
              </a:ext>
            </a:extLst>
          </p:cNvPr>
          <p:cNvSpPr/>
          <p:nvPr/>
        </p:nvSpPr>
        <p:spPr>
          <a:xfrm>
            <a:off x="430804" y="556118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0D75D4E0-DFCB-C1C9-EB1D-AC8F2DE82D67}"/>
              </a:ext>
            </a:extLst>
          </p:cNvPr>
          <p:cNvSpPr txBox="1"/>
          <p:nvPr/>
        </p:nvSpPr>
        <p:spPr>
          <a:xfrm>
            <a:off x="1331088" y="5560725"/>
            <a:ext cx="1332416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Region by Admissions</a:t>
            </a:r>
            <a:endParaRPr dirty="0"/>
          </a:p>
        </p:txBody>
      </p:sp>
      <p:sp>
        <p:nvSpPr>
          <p:cNvPr id="366" name="Rectangle: Rounded Corners 365">
            <a:extLst>
              <a:ext uri="{FF2B5EF4-FFF2-40B4-BE49-F238E27FC236}">
                <a16:creationId xmlns:a16="http://schemas.microsoft.com/office/drawing/2014/main" id="{293087E5-B783-64CC-12D4-111E5B30F7BB}"/>
              </a:ext>
            </a:extLst>
          </p:cNvPr>
          <p:cNvSpPr/>
          <p:nvPr/>
        </p:nvSpPr>
        <p:spPr>
          <a:xfrm>
            <a:off x="3613560" y="5550852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4A2310E1-CEF6-DD08-3B03-08BF38EFCDCD}"/>
              </a:ext>
            </a:extLst>
          </p:cNvPr>
          <p:cNvSpPr txBox="1"/>
          <p:nvPr/>
        </p:nvSpPr>
        <p:spPr>
          <a:xfrm>
            <a:off x="4513844" y="5550391"/>
            <a:ext cx="185659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dirty="0"/>
              <a:t> Admissions</a:t>
            </a:r>
            <a:r>
              <a:rPr lang="en-IN" dirty="0"/>
              <a:t> by admission types</a:t>
            </a:r>
            <a:endParaRPr dirty="0"/>
          </a:p>
        </p:txBody>
      </p:sp>
      <p:sp>
        <p:nvSpPr>
          <p:cNvPr id="403" name="Rectangle: Rounded Corners 402">
            <a:extLst>
              <a:ext uri="{FF2B5EF4-FFF2-40B4-BE49-F238E27FC236}">
                <a16:creationId xmlns:a16="http://schemas.microsoft.com/office/drawing/2014/main" id="{73B3AAE2-C314-674D-B1E2-AE480B216FEE}"/>
              </a:ext>
            </a:extLst>
          </p:cNvPr>
          <p:cNvSpPr/>
          <p:nvPr/>
        </p:nvSpPr>
        <p:spPr>
          <a:xfrm>
            <a:off x="6791406" y="556118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1F90F91D-8727-340C-2DAF-C936B2639AA3}"/>
              </a:ext>
            </a:extLst>
          </p:cNvPr>
          <p:cNvSpPr txBox="1"/>
          <p:nvPr/>
        </p:nvSpPr>
        <p:spPr>
          <a:xfrm>
            <a:off x="7691690" y="5560725"/>
            <a:ext cx="114646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dirty="0"/>
              <a:t> Admissions</a:t>
            </a:r>
            <a:r>
              <a:rPr lang="en-IN" dirty="0"/>
              <a:t> Trend</a:t>
            </a:r>
            <a:endParaRPr dirty="0"/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F49C0FA6-EEAC-BF87-07F2-CA5905FCFD77}"/>
              </a:ext>
            </a:extLst>
          </p:cNvPr>
          <p:cNvSpPr txBox="1"/>
          <p:nvPr/>
        </p:nvSpPr>
        <p:spPr>
          <a:xfrm>
            <a:off x="8076319" y="7561362"/>
            <a:ext cx="58060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Months</a:t>
            </a:r>
            <a:endParaRPr dirty="0"/>
          </a:p>
        </p:txBody>
      </p:sp>
      <p:sp>
        <p:nvSpPr>
          <p:cNvPr id="440" name="Rectangle: Rounded Corners 439">
            <a:extLst>
              <a:ext uri="{FF2B5EF4-FFF2-40B4-BE49-F238E27FC236}">
                <a16:creationId xmlns:a16="http://schemas.microsoft.com/office/drawing/2014/main" id="{B5F2C91C-F9E9-F11C-7138-4965A2357503}"/>
              </a:ext>
            </a:extLst>
          </p:cNvPr>
          <p:cNvSpPr/>
          <p:nvPr/>
        </p:nvSpPr>
        <p:spPr>
          <a:xfrm>
            <a:off x="9965082" y="558723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A63FA04E-CE4C-44B7-822C-74E044D07226}"/>
              </a:ext>
            </a:extLst>
          </p:cNvPr>
          <p:cNvSpPr txBox="1"/>
          <p:nvPr/>
        </p:nvSpPr>
        <p:spPr>
          <a:xfrm>
            <a:off x="10865366" y="5586775"/>
            <a:ext cx="1653017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dirty="0"/>
              <a:t> Admissions</a:t>
            </a:r>
            <a:r>
              <a:rPr lang="en-IN" dirty="0"/>
              <a:t>  vs  Discharges </a:t>
            </a:r>
            <a:endParaRPr dirty="0"/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576F3AE7-7FAB-5CEA-4693-BAB992BC0253}"/>
              </a:ext>
            </a:extLst>
          </p:cNvPr>
          <p:cNvSpPr txBox="1"/>
          <p:nvPr/>
        </p:nvSpPr>
        <p:spPr>
          <a:xfrm>
            <a:off x="11249995" y="7587412"/>
            <a:ext cx="689612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Hospitals</a:t>
            </a:r>
            <a:endParaRPr dirty="0"/>
          </a:p>
        </p:txBody>
      </p:sp>
      <p:grpSp>
        <p:nvGrpSpPr>
          <p:cNvPr id="512" name="Group 511">
            <a:extLst>
              <a:ext uri="{FF2B5EF4-FFF2-40B4-BE49-F238E27FC236}">
                <a16:creationId xmlns:a16="http://schemas.microsoft.com/office/drawing/2014/main" id="{8D2C2789-1629-92C6-EFCE-175675E3E4AF}"/>
              </a:ext>
            </a:extLst>
          </p:cNvPr>
          <p:cNvGrpSpPr/>
          <p:nvPr/>
        </p:nvGrpSpPr>
        <p:grpSpPr>
          <a:xfrm>
            <a:off x="863400" y="6431120"/>
            <a:ext cx="2591640" cy="671040"/>
            <a:chOff x="863400" y="6431120"/>
            <a:chExt cx="259164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4F6A5625-019B-0173-237E-B131E988AC0A}"/>
                    </a:ext>
                  </a:extLst>
                </p14:cNvPr>
                <p14:cNvContentPartPr/>
                <p14:nvPr/>
              </p14:nvContentPartPr>
              <p14:xfrm>
                <a:off x="863400" y="6578720"/>
                <a:ext cx="219600" cy="21168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4F6A5625-019B-0173-237E-B131E988AC0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54760" y="6570080"/>
                  <a:ext cx="237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8F945170-C029-0826-4845-DE5760F82952}"/>
                    </a:ext>
                  </a:extLst>
                </p14:cNvPr>
                <p14:cNvContentPartPr/>
                <p14:nvPr/>
              </p14:nvContentPartPr>
              <p14:xfrm>
                <a:off x="1166880" y="6695000"/>
                <a:ext cx="177840" cy="17100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8F945170-C029-0826-4845-DE5760F8295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58240" y="6686360"/>
                  <a:ext cx="195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B93796E9-5826-453C-C291-FABE715440F9}"/>
                    </a:ext>
                  </a:extLst>
                </p14:cNvPr>
                <p14:cNvContentPartPr/>
                <p14:nvPr/>
              </p14:nvContentPartPr>
              <p14:xfrm>
                <a:off x="1335720" y="6664040"/>
                <a:ext cx="92880" cy="5796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B93796E9-5826-453C-C291-FABE715440F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327080" y="6655400"/>
                  <a:ext cx="1105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DC1D3E4E-B863-4510-19B8-99B5203D8F0F}"/>
                    </a:ext>
                  </a:extLst>
                </p14:cNvPr>
                <p14:cNvContentPartPr/>
                <p14:nvPr/>
              </p14:nvContentPartPr>
              <p14:xfrm>
                <a:off x="1553520" y="6608960"/>
                <a:ext cx="93240" cy="9900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DC1D3E4E-B863-4510-19B8-99B5203D8F0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544520" y="6599960"/>
                  <a:ext cx="110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D347E813-DE87-A46B-C9E4-C26D9496F96F}"/>
                    </a:ext>
                  </a:extLst>
                </p14:cNvPr>
                <p14:cNvContentPartPr/>
                <p14:nvPr/>
              </p14:nvContentPartPr>
              <p14:xfrm>
                <a:off x="1661160" y="6517160"/>
                <a:ext cx="105480" cy="20088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D347E813-DE87-A46B-C9E4-C26D9496F96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652160" y="6508160"/>
                  <a:ext cx="123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E3AE8287-71C1-E2A7-AAD7-D5D5B27F3B67}"/>
                    </a:ext>
                  </a:extLst>
                </p14:cNvPr>
                <p14:cNvContentPartPr/>
                <p14:nvPr/>
              </p14:nvContentPartPr>
              <p14:xfrm>
                <a:off x="1786800" y="6580160"/>
                <a:ext cx="190080" cy="9684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E3AE8287-71C1-E2A7-AAD7-D5D5B27F3B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78160" y="6571160"/>
                  <a:ext cx="2077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7A75E0F5-27CE-1506-5107-4CAFCFD6B0D0}"/>
                    </a:ext>
                  </a:extLst>
                </p14:cNvPr>
                <p14:cNvContentPartPr/>
                <p14:nvPr/>
              </p14:nvContentPartPr>
              <p14:xfrm>
                <a:off x="2026560" y="6456680"/>
                <a:ext cx="61200" cy="16956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7A75E0F5-27CE-1506-5107-4CAFCFD6B0D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017560" y="6447680"/>
                  <a:ext cx="78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71946F16-93CA-EF6A-6F07-808E2FFEEFB0}"/>
                    </a:ext>
                  </a:extLst>
                </p14:cNvPr>
                <p14:cNvContentPartPr/>
                <p14:nvPr/>
              </p14:nvContentPartPr>
              <p14:xfrm>
                <a:off x="2031960" y="6548120"/>
                <a:ext cx="24480" cy="36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71946F16-93CA-EF6A-6F07-808E2FFEEFB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22960" y="6539120"/>
                  <a:ext cx="42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A85AA35F-95D5-CA6D-B7E6-AAEBA99916CD}"/>
                    </a:ext>
                  </a:extLst>
                </p14:cNvPr>
                <p14:cNvContentPartPr/>
                <p14:nvPr/>
              </p14:nvContentPartPr>
              <p14:xfrm>
                <a:off x="2235000" y="6537680"/>
                <a:ext cx="102240" cy="1112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A85AA35F-95D5-CA6D-B7E6-AAEBA99916C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226360" y="6529040"/>
                  <a:ext cx="119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88960966-7D18-325A-873E-178D1DA00238}"/>
                    </a:ext>
                  </a:extLst>
                </p14:cNvPr>
                <p14:cNvContentPartPr/>
                <p14:nvPr/>
              </p14:nvContentPartPr>
              <p14:xfrm>
                <a:off x="2415720" y="6568280"/>
                <a:ext cx="2520" cy="4536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88960966-7D18-325A-873E-178D1DA0023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407080" y="6559280"/>
                  <a:ext cx="201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927465EA-96EA-4CF2-2443-E1F5E702389F}"/>
                    </a:ext>
                  </a:extLst>
                </p14:cNvPr>
                <p14:cNvContentPartPr/>
                <p14:nvPr/>
              </p14:nvContentPartPr>
              <p14:xfrm>
                <a:off x="2407800" y="6476840"/>
                <a:ext cx="360" cy="108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927465EA-96EA-4CF2-2443-E1F5E702389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398800" y="6467840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CA76CCC9-48CD-E00F-911E-292EA3D85741}"/>
                    </a:ext>
                  </a:extLst>
                </p14:cNvPr>
                <p14:cNvContentPartPr/>
                <p14:nvPr/>
              </p14:nvContentPartPr>
              <p14:xfrm>
                <a:off x="2468640" y="6446240"/>
                <a:ext cx="70920" cy="1692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CA76CCC9-48CD-E00F-911E-292EA3D8574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460000" y="6437600"/>
                  <a:ext cx="885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24B3B120-8DE1-8A53-5F54-A2FEB79E0C65}"/>
                    </a:ext>
                  </a:extLst>
                </p14:cNvPr>
                <p14:cNvContentPartPr/>
                <p14:nvPr/>
              </p14:nvContentPartPr>
              <p14:xfrm>
                <a:off x="2468640" y="6503120"/>
                <a:ext cx="74160" cy="2484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24B3B120-8DE1-8A53-5F54-A2FEB79E0C6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60000" y="6494120"/>
                  <a:ext cx="91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6AE6869E-9791-564E-9C68-AD1F824A5535}"/>
                    </a:ext>
                  </a:extLst>
                </p14:cNvPr>
                <p14:cNvContentPartPr/>
                <p14:nvPr/>
              </p14:nvContentPartPr>
              <p14:xfrm>
                <a:off x="2534160" y="6431120"/>
                <a:ext cx="126000" cy="22356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6AE6869E-9791-564E-9C68-AD1F824A553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25160" y="6422120"/>
                  <a:ext cx="1436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6FBBE7AC-5387-B8B4-F476-4AC7966414E1}"/>
                    </a:ext>
                  </a:extLst>
                </p14:cNvPr>
                <p14:cNvContentPartPr/>
                <p14:nvPr/>
              </p14:nvContentPartPr>
              <p14:xfrm>
                <a:off x="1685640" y="6939080"/>
                <a:ext cx="115920" cy="10908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6FBBE7AC-5387-B8B4-F476-4AC7966414E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676640" y="6930080"/>
                  <a:ext cx="1335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CD18CCA0-708B-297F-4D20-28937F2AE0EB}"/>
                    </a:ext>
                  </a:extLst>
                </p14:cNvPr>
                <p14:cNvContentPartPr/>
                <p14:nvPr/>
              </p14:nvContentPartPr>
              <p14:xfrm>
                <a:off x="1803000" y="6923240"/>
                <a:ext cx="109800" cy="10944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CD18CCA0-708B-297F-4D20-28937F2AE0E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794000" y="6914600"/>
                  <a:ext cx="127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61B7B210-4A4A-FB7D-64E0-B371658FF295}"/>
                    </a:ext>
                  </a:extLst>
                </p14:cNvPr>
                <p14:cNvContentPartPr/>
                <p14:nvPr/>
              </p14:nvContentPartPr>
              <p14:xfrm>
                <a:off x="1975440" y="6944120"/>
                <a:ext cx="109440" cy="6192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61B7B210-4A4A-FB7D-64E0-B371658FF29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66440" y="6935480"/>
                  <a:ext cx="127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53ACD3FC-960A-2ED7-5BBD-B973F2A7EC11}"/>
                    </a:ext>
                  </a:extLst>
                </p14:cNvPr>
                <p14:cNvContentPartPr/>
                <p14:nvPr/>
              </p14:nvContentPartPr>
              <p14:xfrm>
                <a:off x="2091720" y="6901640"/>
                <a:ext cx="110160" cy="9288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53ACD3FC-960A-2ED7-5BBD-B973F2A7EC1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083080" y="6893000"/>
                  <a:ext cx="127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AE28329E-3736-03D8-BA95-4B6696DD454E}"/>
                    </a:ext>
                  </a:extLst>
                </p14:cNvPr>
                <p14:cNvContentPartPr/>
                <p14:nvPr/>
              </p14:nvContentPartPr>
              <p14:xfrm>
                <a:off x="2224560" y="6812000"/>
                <a:ext cx="57600" cy="17460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AE28329E-3736-03D8-BA95-4B6696DD454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15560" y="6803360"/>
                  <a:ext cx="752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7EBCF67D-BA8D-A4BB-9F2E-0DD8A9A89C54}"/>
                    </a:ext>
                  </a:extLst>
                </p14:cNvPr>
                <p14:cNvContentPartPr/>
                <p14:nvPr/>
              </p14:nvContentPartPr>
              <p14:xfrm>
                <a:off x="2174160" y="6855200"/>
                <a:ext cx="62640" cy="1836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7EBCF67D-BA8D-A4BB-9F2E-0DD8A9A89C5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165160" y="6846200"/>
                  <a:ext cx="80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4DF19442-8359-731A-42F0-1DC83DD8538E}"/>
                    </a:ext>
                  </a:extLst>
                </p14:cNvPr>
                <p14:cNvContentPartPr/>
                <p14:nvPr/>
              </p14:nvContentPartPr>
              <p14:xfrm>
                <a:off x="2472960" y="6806960"/>
                <a:ext cx="130320" cy="20916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4DF19442-8359-731A-42F0-1DC83DD8538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463960" y="6798320"/>
                  <a:ext cx="1479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CEADA5AB-7AE8-B50A-6A60-6CBAD64C9FC7}"/>
                    </a:ext>
                  </a:extLst>
                </p14:cNvPr>
                <p14:cNvContentPartPr/>
                <p14:nvPr/>
              </p14:nvContentPartPr>
              <p14:xfrm>
                <a:off x="2482680" y="6816680"/>
                <a:ext cx="81360" cy="15876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CEADA5AB-7AE8-B50A-6A60-6CBAD64C9FC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473680" y="6807680"/>
                  <a:ext cx="99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1ABC3321-E610-6AB3-5E6D-BED54E89303B}"/>
                    </a:ext>
                  </a:extLst>
                </p14:cNvPr>
                <p14:cNvContentPartPr/>
                <p14:nvPr/>
              </p14:nvContentPartPr>
              <p14:xfrm>
                <a:off x="2704800" y="6766280"/>
                <a:ext cx="76320" cy="17064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1ABC3321-E610-6AB3-5E6D-BED54E89303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96160" y="6757640"/>
                  <a:ext cx="93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A7792F1B-DC15-D034-BFC4-330E4FF8DDB6}"/>
                    </a:ext>
                  </a:extLst>
                </p14:cNvPr>
                <p14:cNvContentPartPr/>
                <p14:nvPr/>
              </p14:nvContentPartPr>
              <p14:xfrm>
                <a:off x="2795880" y="6842600"/>
                <a:ext cx="3600" cy="6840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A7792F1B-DC15-D034-BFC4-330E4FF8DDB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786880" y="6833600"/>
                  <a:ext cx="21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87BB5EF9-4E7B-E97E-69B8-D8DB09086995}"/>
                    </a:ext>
                  </a:extLst>
                </p14:cNvPr>
                <p14:cNvContentPartPr/>
                <p14:nvPr/>
              </p14:nvContentPartPr>
              <p14:xfrm>
                <a:off x="2798760" y="6756200"/>
                <a:ext cx="1080" cy="324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87BB5EF9-4E7B-E97E-69B8-D8DB0908699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790120" y="6747560"/>
                  <a:ext cx="18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9A0F5E69-991B-8D86-B39B-3C8531AE3F50}"/>
                    </a:ext>
                  </a:extLst>
                </p14:cNvPr>
                <p14:cNvContentPartPr/>
                <p14:nvPr/>
              </p14:nvContentPartPr>
              <p14:xfrm>
                <a:off x="2814240" y="6668360"/>
                <a:ext cx="250920" cy="42912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9A0F5E69-991B-8D86-B39B-3C8531AE3F5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805600" y="6659720"/>
                  <a:ext cx="26856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2767481A-15DA-3047-8341-9EA77C250BAB}"/>
                    </a:ext>
                  </a:extLst>
                </p14:cNvPr>
                <p14:cNvContentPartPr/>
                <p14:nvPr/>
              </p14:nvContentPartPr>
              <p14:xfrm>
                <a:off x="3071280" y="6720560"/>
                <a:ext cx="96840" cy="16596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2767481A-15DA-3047-8341-9EA77C250BA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062640" y="6711920"/>
                  <a:ext cx="114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3738DEB3-C4E1-989A-9F96-1264B3990416}"/>
                    </a:ext>
                  </a:extLst>
                </p14:cNvPr>
                <p14:cNvContentPartPr/>
                <p14:nvPr/>
              </p14:nvContentPartPr>
              <p14:xfrm>
                <a:off x="3149400" y="6776720"/>
                <a:ext cx="360" cy="324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3738DEB3-C4E1-989A-9F96-1264B399041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140760" y="6767720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5BF359F6-5071-913E-0F09-955567AC7699}"/>
                    </a:ext>
                  </a:extLst>
                </p14:cNvPr>
                <p14:cNvContentPartPr/>
                <p14:nvPr/>
              </p14:nvContentPartPr>
              <p14:xfrm>
                <a:off x="3135000" y="6620840"/>
                <a:ext cx="297360" cy="48132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5BF359F6-5071-913E-0F09-955567AC769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126360" y="6612200"/>
                  <a:ext cx="31500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E4026F66-81E0-7E34-B965-9743AD11412F}"/>
                    </a:ext>
                  </a:extLst>
                </p14:cNvPr>
                <p14:cNvContentPartPr/>
                <p14:nvPr/>
              </p14:nvContentPartPr>
              <p14:xfrm>
                <a:off x="3392400" y="6723440"/>
                <a:ext cx="62640" cy="2304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E4026F66-81E0-7E34-B965-9743AD11412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383400" y="6714440"/>
                  <a:ext cx="8028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515" name="Ink 514">
                <a:extLst>
                  <a:ext uri="{FF2B5EF4-FFF2-40B4-BE49-F238E27FC236}">
                    <a16:creationId xmlns:a16="http://schemas.microsoft.com/office/drawing/2014/main" id="{46C6F82C-F223-7C9A-35CC-A450317DCE57}"/>
                  </a:ext>
                </a:extLst>
              </p14:cNvPr>
              <p14:cNvContentPartPr/>
              <p14:nvPr/>
            </p14:nvContentPartPr>
            <p14:xfrm>
              <a:off x="4231200" y="5916680"/>
              <a:ext cx="1770480" cy="1566720"/>
            </p14:xfrm>
          </p:contentPart>
        </mc:Choice>
        <mc:Fallback xmlns="">
          <p:pic>
            <p:nvPicPr>
              <p:cNvPr id="515" name="Ink 514">
                <a:extLst>
                  <a:ext uri="{FF2B5EF4-FFF2-40B4-BE49-F238E27FC236}">
                    <a16:creationId xmlns:a16="http://schemas.microsoft.com/office/drawing/2014/main" id="{46C6F82C-F223-7C9A-35CC-A450317DCE57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4222200" y="5907680"/>
                <a:ext cx="1788120" cy="15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6A612B39-8B8E-92DF-A383-294EE3AAE443}"/>
                  </a:ext>
                </a:extLst>
              </p14:cNvPr>
              <p14:cNvContentPartPr/>
              <p14:nvPr/>
            </p14:nvContentPartPr>
            <p14:xfrm>
              <a:off x="4525680" y="6165440"/>
              <a:ext cx="1103760" cy="1033920"/>
            </p14:xfrm>
          </p:contentPart>
        </mc:Choice>
        <mc:Fallback xmlns=""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6A612B39-8B8E-92DF-A383-294EE3AAE443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4517040" y="6156800"/>
                <a:ext cx="1121400" cy="105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3" name="Group 552">
            <a:extLst>
              <a:ext uri="{FF2B5EF4-FFF2-40B4-BE49-F238E27FC236}">
                <a16:creationId xmlns:a16="http://schemas.microsoft.com/office/drawing/2014/main" id="{00DD9314-3443-F4CE-51C9-E0B281E16688}"/>
              </a:ext>
            </a:extLst>
          </p:cNvPr>
          <p:cNvGrpSpPr/>
          <p:nvPr/>
        </p:nvGrpSpPr>
        <p:grpSpPr>
          <a:xfrm>
            <a:off x="5431368" y="6154536"/>
            <a:ext cx="563760" cy="252720"/>
            <a:chOff x="5431368" y="6154536"/>
            <a:chExt cx="56376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DB382DB8-CF83-62F3-EAEA-924B24EAEDB3}"/>
                    </a:ext>
                  </a:extLst>
                </p14:cNvPr>
                <p14:cNvContentPartPr/>
                <p14:nvPr/>
              </p14:nvContentPartPr>
              <p14:xfrm>
                <a:off x="5437488" y="6154536"/>
                <a:ext cx="176760" cy="3312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DB382DB8-CF83-62F3-EAEA-924B24EAEDB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428488" y="6145536"/>
                  <a:ext cx="194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0A182FDB-DFC2-8A40-01AE-705E35B57FF0}"/>
                    </a:ext>
                  </a:extLst>
                </p14:cNvPr>
                <p14:cNvContentPartPr/>
                <p14:nvPr/>
              </p14:nvContentPartPr>
              <p14:xfrm>
                <a:off x="5431368" y="6205656"/>
                <a:ext cx="268920" cy="2520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0A182FDB-DFC2-8A40-01AE-705E35B57FF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422368" y="6197016"/>
                  <a:ext cx="286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8BAF2EA4-FCE6-F3E5-320A-46930EAC526F}"/>
                    </a:ext>
                  </a:extLst>
                </p14:cNvPr>
                <p14:cNvContentPartPr/>
                <p14:nvPr/>
              </p14:nvContentPartPr>
              <p14:xfrm>
                <a:off x="5437488" y="6296016"/>
                <a:ext cx="511920" cy="2016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8BAF2EA4-FCE6-F3E5-320A-46930EAC526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428488" y="6287376"/>
                  <a:ext cx="529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3C6D73C3-A061-A526-6BB9-013A106CFFEC}"/>
                    </a:ext>
                  </a:extLst>
                </p14:cNvPr>
                <p14:cNvContentPartPr/>
                <p14:nvPr/>
              </p14:nvContentPartPr>
              <p14:xfrm>
                <a:off x="5516688" y="6406896"/>
                <a:ext cx="478440" cy="36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3C6D73C3-A061-A526-6BB9-013A106CFFE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508048" y="6397896"/>
                  <a:ext cx="4960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554" name="Ink 553">
                <a:extLst>
                  <a:ext uri="{FF2B5EF4-FFF2-40B4-BE49-F238E27FC236}">
                    <a16:creationId xmlns:a16="http://schemas.microsoft.com/office/drawing/2014/main" id="{02C9283F-1CF8-B723-C41B-D17AA2483D05}"/>
                  </a:ext>
                </a:extLst>
              </p14:cNvPr>
              <p14:cNvContentPartPr/>
              <p14:nvPr/>
            </p14:nvContentPartPr>
            <p14:xfrm>
              <a:off x="5577528" y="6546936"/>
              <a:ext cx="363600" cy="25200"/>
            </p14:xfrm>
          </p:contentPart>
        </mc:Choice>
        <mc:Fallback xmlns="">
          <p:pic>
            <p:nvPicPr>
              <p:cNvPr id="554" name="Ink 553">
                <a:extLst>
                  <a:ext uri="{FF2B5EF4-FFF2-40B4-BE49-F238E27FC236}">
                    <a16:creationId xmlns:a16="http://schemas.microsoft.com/office/drawing/2014/main" id="{02C9283F-1CF8-B723-C41B-D17AA2483D05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5568888" y="6537936"/>
                <a:ext cx="38124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8" name="Group 557">
            <a:extLst>
              <a:ext uri="{FF2B5EF4-FFF2-40B4-BE49-F238E27FC236}">
                <a16:creationId xmlns:a16="http://schemas.microsoft.com/office/drawing/2014/main" id="{E7BA11C0-F430-1E4D-6A26-8A9BC67D037E}"/>
              </a:ext>
            </a:extLst>
          </p:cNvPr>
          <p:cNvGrpSpPr/>
          <p:nvPr/>
        </p:nvGrpSpPr>
        <p:grpSpPr>
          <a:xfrm>
            <a:off x="5535048" y="6705336"/>
            <a:ext cx="471240" cy="501480"/>
            <a:chOff x="5535048" y="6705336"/>
            <a:chExt cx="47124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171E7BE3-D7FC-8723-14F3-CBAEE37100BB}"/>
                    </a:ext>
                  </a:extLst>
                </p14:cNvPr>
                <p14:cNvContentPartPr/>
                <p14:nvPr/>
              </p14:nvContentPartPr>
              <p14:xfrm>
                <a:off x="5657088" y="6705336"/>
                <a:ext cx="349200" cy="540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171E7BE3-D7FC-8723-14F3-CBAEE37100B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648088" y="6696696"/>
                  <a:ext cx="366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C4121512-8BD5-89EF-35CD-A7D1C0995D7A}"/>
                    </a:ext>
                  </a:extLst>
                </p14:cNvPr>
                <p14:cNvContentPartPr/>
                <p14:nvPr/>
              </p14:nvContentPartPr>
              <p14:xfrm>
                <a:off x="5650968" y="6833496"/>
                <a:ext cx="351000" cy="20304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C4121512-8BD5-89EF-35CD-A7D1C0995D7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641968" y="6824496"/>
                  <a:ext cx="368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FA53B639-C826-73C6-C655-78AAE8376D2E}"/>
                    </a:ext>
                  </a:extLst>
                </p14:cNvPr>
                <p14:cNvContentPartPr/>
                <p14:nvPr/>
              </p14:nvContentPartPr>
              <p14:xfrm>
                <a:off x="5535048" y="6937176"/>
                <a:ext cx="333000" cy="26964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FA53B639-C826-73C6-C655-78AAE8376D2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526048" y="6928176"/>
                  <a:ext cx="350640" cy="28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9" name="Group 598">
            <a:extLst>
              <a:ext uri="{FF2B5EF4-FFF2-40B4-BE49-F238E27FC236}">
                <a16:creationId xmlns:a16="http://schemas.microsoft.com/office/drawing/2014/main" id="{23CDE8E2-D5E9-EA55-1070-7C218FD29D4C}"/>
              </a:ext>
            </a:extLst>
          </p:cNvPr>
          <p:cNvGrpSpPr/>
          <p:nvPr/>
        </p:nvGrpSpPr>
        <p:grpSpPr>
          <a:xfrm>
            <a:off x="4638000" y="5888496"/>
            <a:ext cx="2086128" cy="1374120"/>
            <a:chOff x="4638000" y="5888496"/>
            <a:chExt cx="2086128" cy="13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51497000-A861-78A2-9CC2-AFCF04FD2E5E}"/>
                    </a:ext>
                  </a:extLst>
                </p14:cNvPr>
                <p14:cNvContentPartPr/>
                <p14:nvPr/>
              </p14:nvContentPartPr>
              <p14:xfrm>
                <a:off x="4638000" y="6481880"/>
                <a:ext cx="181800" cy="1864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51497000-A861-78A2-9CC2-AFCF04FD2E5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629000" y="6473240"/>
                  <a:ext cx="199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904FBAA8-8769-7B1A-3FDE-57DFCB8375AE}"/>
                    </a:ext>
                  </a:extLst>
                </p14:cNvPr>
                <p14:cNvContentPartPr/>
                <p14:nvPr/>
              </p14:nvContentPartPr>
              <p14:xfrm>
                <a:off x="4785240" y="6563240"/>
                <a:ext cx="16920" cy="3816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904FBAA8-8769-7B1A-3FDE-57DFCB8375A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776240" y="6554240"/>
                  <a:ext cx="34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89612417-403D-2E94-C7D6-6EC833746462}"/>
                    </a:ext>
                  </a:extLst>
                </p14:cNvPr>
                <p14:cNvContentPartPr/>
                <p14:nvPr/>
              </p14:nvContentPartPr>
              <p14:xfrm>
                <a:off x="4851840" y="6510320"/>
                <a:ext cx="254520" cy="26820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89612417-403D-2E94-C7D6-6EC83374646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842840" y="6501680"/>
                  <a:ext cx="2721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BE8E96C5-23ED-B9F5-4013-9346FBF7882F}"/>
                    </a:ext>
                  </a:extLst>
                </p14:cNvPr>
                <p14:cNvContentPartPr/>
                <p14:nvPr/>
              </p14:nvContentPartPr>
              <p14:xfrm>
                <a:off x="5093760" y="6498080"/>
                <a:ext cx="326880" cy="19800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BE8E96C5-23ED-B9F5-4013-9346FBF7882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085120" y="6489080"/>
                  <a:ext cx="3445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435E06D1-E21F-7BB5-DCB2-64825D78EEF3}"/>
                    </a:ext>
                  </a:extLst>
                </p14:cNvPr>
                <p14:cNvContentPartPr/>
                <p14:nvPr/>
              </p14:nvContentPartPr>
              <p14:xfrm>
                <a:off x="5278080" y="6553520"/>
                <a:ext cx="111600" cy="2520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435E06D1-E21F-7BB5-DCB2-64825D78EEF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269080" y="6544880"/>
                  <a:ext cx="12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A701B236-8606-B5E5-C366-FC5060F9AF49}"/>
                    </a:ext>
                  </a:extLst>
                </p14:cNvPr>
                <p14:cNvContentPartPr/>
                <p14:nvPr/>
              </p14:nvContentPartPr>
              <p14:xfrm>
                <a:off x="4767960" y="6883640"/>
                <a:ext cx="96840" cy="10404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A701B236-8606-B5E5-C366-FC5060F9AF4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758960" y="6875000"/>
                  <a:ext cx="114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D2E1708A-1747-2E5F-618D-88DEC414CAD9}"/>
                    </a:ext>
                  </a:extLst>
                </p14:cNvPr>
                <p14:cNvContentPartPr/>
                <p14:nvPr/>
              </p14:nvContentPartPr>
              <p14:xfrm>
                <a:off x="4845360" y="6862760"/>
                <a:ext cx="74520" cy="11412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D2E1708A-1747-2E5F-618D-88DEC414CAD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836720" y="6854120"/>
                  <a:ext cx="92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F97A9BD3-0605-BB05-DC99-B6FEF85868AA}"/>
                    </a:ext>
                  </a:extLst>
                </p14:cNvPr>
                <p14:cNvContentPartPr/>
                <p14:nvPr/>
              </p14:nvContentPartPr>
              <p14:xfrm>
                <a:off x="4947600" y="6877160"/>
                <a:ext cx="155160" cy="8460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F97A9BD3-0605-BB05-DC99-B6FEF85868A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938960" y="6868160"/>
                  <a:ext cx="172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2B3C2D6E-E203-27DE-9182-479D435FD37D}"/>
                    </a:ext>
                  </a:extLst>
                </p14:cNvPr>
                <p14:cNvContentPartPr/>
                <p14:nvPr/>
              </p14:nvContentPartPr>
              <p14:xfrm>
                <a:off x="5105280" y="6854480"/>
                <a:ext cx="102960" cy="9864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2B3C2D6E-E203-27DE-9182-479D435FD37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096280" y="6845840"/>
                  <a:ext cx="120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8C7BF67D-DC7F-0377-421C-6BD930CF8584}"/>
                    </a:ext>
                  </a:extLst>
                </p14:cNvPr>
                <p14:cNvContentPartPr/>
                <p14:nvPr/>
              </p14:nvContentPartPr>
              <p14:xfrm>
                <a:off x="5227320" y="6771320"/>
                <a:ext cx="66960" cy="19008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8C7BF67D-DC7F-0377-421C-6BD930CF858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218320" y="6762680"/>
                  <a:ext cx="84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AAE4A33E-7728-4D58-1FBF-7760D59DF5D0}"/>
                    </a:ext>
                  </a:extLst>
                </p14:cNvPr>
                <p14:cNvContentPartPr/>
                <p14:nvPr/>
              </p14:nvContentPartPr>
              <p14:xfrm>
                <a:off x="5211840" y="6805160"/>
                <a:ext cx="84600" cy="2772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AAE4A33E-7728-4D58-1FBF-7760D59DF5D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203200" y="6796520"/>
                  <a:ext cx="102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BD8A2E53-2B9F-E34B-B06A-5C2B416E9BEC}"/>
                    </a:ext>
                  </a:extLst>
                </p14:cNvPr>
                <p14:cNvContentPartPr/>
                <p14:nvPr/>
              </p14:nvContentPartPr>
              <p14:xfrm>
                <a:off x="5510568" y="7064976"/>
                <a:ext cx="365400" cy="19764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BD8A2E53-2B9F-E34B-B06A-5C2B416E9BE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501928" y="7056336"/>
                  <a:ext cx="383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E797FDA8-8E57-D7C0-3559-A0BCA65F0C01}"/>
                    </a:ext>
                  </a:extLst>
                </p14:cNvPr>
                <p14:cNvContentPartPr/>
                <p14:nvPr/>
              </p14:nvContentPartPr>
              <p14:xfrm>
                <a:off x="4779840" y="5953760"/>
                <a:ext cx="6480" cy="22824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E797FDA8-8E57-D7C0-3559-A0BCA65F0C0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771200" y="5944760"/>
                  <a:ext cx="241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8F453D7B-B686-9094-1879-9FA155D6828A}"/>
                    </a:ext>
                  </a:extLst>
                </p14:cNvPr>
                <p14:cNvContentPartPr/>
                <p14:nvPr/>
              </p14:nvContentPartPr>
              <p14:xfrm>
                <a:off x="5368080" y="6045200"/>
                <a:ext cx="133920" cy="23724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8F453D7B-B686-9094-1879-9FA155D6828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359080" y="6036200"/>
                  <a:ext cx="1515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1482D5AB-BA89-290A-0ED2-48F4830325F5}"/>
                    </a:ext>
                  </a:extLst>
                </p14:cNvPr>
                <p14:cNvContentPartPr/>
                <p14:nvPr/>
              </p14:nvContentPartPr>
              <p14:xfrm>
                <a:off x="4753488" y="5939616"/>
                <a:ext cx="153720" cy="13212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1482D5AB-BA89-290A-0ED2-48F4830325F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744848" y="5930616"/>
                  <a:ext cx="171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22E007A5-7BD6-AB42-E399-C369F762AB61}"/>
                    </a:ext>
                  </a:extLst>
                </p14:cNvPr>
                <p14:cNvContentPartPr/>
                <p14:nvPr/>
              </p14:nvContentPartPr>
              <p14:xfrm>
                <a:off x="4856808" y="5967696"/>
                <a:ext cx="87480" cy="1825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22E007A5-7BD6-AB42-E399-C369F762AB6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847808" y="5959056"/>
                  <a:ext cx="105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BDD980F0-56B0-8638-0066-A75BFE58897E}"/>
                    </a:ext>
                  </a:extLst>
                </p14:cNvPr>
                <p14:cNvContentPartPr/>
                <p14:nvPr/>
              </p14:nvContentPartPr>
              <p14:xfrm>
                <a:off x="4951848" y="5973816"/>
                <a:ext cx="120240" cy="1904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BDD980F0-56B0-8638-0066-A75BFE58897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943208" y="5965176"/>
                  <a:ext cx="137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882F724F-1858-5C0E-B7AB-3F09619BBFA2}"/>
                    </a:ext>
                  </a:extLst>
                </p14:cNvPr>
                <p14:cNvContentPartPr/>
                <p14:nvPr/>
              </p14:nvContentPartPr>
              <p14:xfrm>
                <a:off x="5101608" y="5992176"/>
                <a:ext cx="189720" cy="23040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882F724F-1858-5C0E-B7AB-3F09619BBFA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092968" y="5983536"/>
                  <a:ext cx="2073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843A5A4E-A25E-0CBA-08D8-4AEE052C9F12}"/>
                    </a:ext>
                  </a:extLst>
                </p14:cNvPr>
                <p14:cNvContentPartPr/>
                <p14:nvPr/>
              </p14:nvContentPartPr>
              <p14:xfrm>
                <a:off x="5297448" y="6041136"/>
                <a:ext cx="128160" cy="1958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843A5A4E-A25E-0CBA-08D8-4AEE052C9F1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288808" y="6032136"/>
                  <a:ext cx="1458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A9F01CD1-04F4-C8ED-D1FD-D3F147C4A818}"/>
                    </a:ext>
                  </a:extLst>
                </p14:cNvPr>
                <p14:cNvContentPartPr/>
                <p14:nvPr/>
              </p14:nvContentPartPr>
              <p14:xfrm>
                <a:off x="5614248" y="6089376"/>
                <a:ext cx="453960" cy="6156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A9F01CD1-04F4-C8ED-D1FD-D3F147C4A81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605248" y="6080736"/>
                  <a:ext cx="4716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BBA70ADF-3311-EA59-FBB2-54E8443DE9A8}"/>
                    </a:ext>
                  </a:extLst>
                </p14:cNvPr>
                <p14:cNvContentPartPr/>
                <p14:nvPr/>
              </p14:nvContentPartPr>
              <p14:xfrm>
                <a:off x="6088008" y="6023856"/>
                <a:ext cx="83160" cy="15840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BBA70ADF-3311-EA59-FBB2-54E8443DE9A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079368" y="6014856"/>
                  <a:ext cx="100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119F4B57-81B4-C212-B240-E9C8F3609DE1}"/>
                    </a:ext>
                  </a:extLst>
                </p14:cNvPr>
                <p14:cNvContentPartPr/>
                <p14:nvPr/>
              </p14:nvContentPartPr>
              <p14:xfrm>
                <a:off x="6167208" y="6083616"/>
                <a:ext cx="43920" cy="10440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119F4B57-81B4-C212-B240-E9C8F3609DE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158568" y="6074976"/>
                  <a:ext cx="61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3C25CFFB-9FFA-A48A-F9AF-7E77BEAF0131}"/>
                    </a:ext>
                  </a:extLst>
                </p14:cNvPr>
                <p14:cNvContentPartPr/>
                <p14:nvPr/>
              </p14:nvContentPartPr>
              <p14:xfrm>
                <a:off x="6205728" y="5907576"/>
                <a:ext cx="82080" cy="26388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3C25CFFB-9FFA-A48A-F9AF-7E77BEAF013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196728" y="5898576"/>
                  <a:ext cx="997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A31D5458-3C61-B57E-F2C0-07988B69835B}"/>
                    </a:ext>
                  </a:extLst>
                </p14:cNvPr>
                <p14:cNvContentPartPr/>
                <p14:nvPr/>
              </p14:nvContentPartPr>
              <p14:xfrm>
                <a:off x="6278448" y="5888496"/>
                <a:ext cx="31680" cy="29628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A31D5458-3C61-B57E-F2C0-07988B69835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269808" y="5879856"/>
                  <a:ext cx="493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F366B0F4-1412-0F7F-0F71-A326DC4D7081}"/>
                    </a:ext>
                  </a:extLst>
                </p14:cNvPr>
                <p14:cNvContentPartPr/>
                <p14:nvPr/>
              </p14:nvContentPartPr>
              <p14:xfrm>
                <a:off x="6345048" y="6046896"/>
                <a:ext cx="88920" cy="10332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F366B0F4-1412-0F7F-0F71-A326DC4D708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336048" y="6038256"/>
                  <a:ext cx="1065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34DD6335-3AE9-5AD5-0177-0524C4D17BD8}"/>
                    </a:ext>
                  </a:extLst>
                </p14:cNvPr>
                <p14:cNvContentPartPr/>
                <p14:nvPr/>
              </p14:nvContentPartPr>
              <p14:xfrm>
                <a:off x="6443688" y="6027096"/>
                <a:ext cx="94680" cy="11988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34DD6335-3AE9-5AD5-0177-0524C4D17BD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434688" y="6018096"/>
                  <a:ext cx="112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C92971A2-2DC2-B7EB-E0FC-16C86CA55831}"/>
                    </a:ext>
                  </a:extLst>
                </p14:cNvPr>
                <p14:cNvContentPartPr/>
                <p14:nvPr/>
              </p14:nvContentPartPr>
              <p14:xfrm>
                <a:off x="6120048" y="6315456"/>
                <a:ext cx="5760" cy="12168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C92971A2-2DC2-B7EB-E0FC-16C86CA5583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111408" y="6306456"/>
                  <a:ext cx="234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6163F7D6-C151-78B0-0FBA-FEB921B05573}"/>
                    </a:ext>
                  </a:extLst>
                </p14:cNvPr>
                <p14:cNvContentPartPr/>
                <p14:nvPr/>
              </p14:nvContentPartPr>
              <p14:xfrm>
                <a:off x="6120048" y="6284856"/>
                <a:ext cx="50760" cy="9180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6163F7D6-C151-78B0-0FBA-FEB921B0557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111408" y="6275856"/>
                  <a:ext cx="68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C27897A8-8840-F8CA-1360-C61759324C55}"/>
                    </a:ext>
                  </a:extLst>
                </p14:cNvPr>
                <p14:cNvContentPartPr/>
                <p14:nvPr/>
              </p14:nvContentPartPr>
              <p14:xfrm>
                <a:off x="6223728" y="6297096"/>
                <a:ext cx="64440" cy="12348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C27897A8-8840-F8CA-1360-C61759324C5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215088" y="6288096"/>
                  <a:ext cx="820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B6541939-C12F-9377-0771-62E6DB1E2867}"/>
                    </a:ext>
                  </a:extLst>
                </p14:cNvPr>
                <p14:cNvContentPartPr/>
                <p14:nvPr/>
              </p14:nvContentPartPr>
              <p14:xfrm>
                <a:off x="6260448" y="6290976"/>
                <a:ext cx="22680" cy="504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B6541939-C12F-9377-0771-62E6DB1E286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251448" y="6281976"/>
                  <a:ext cx="40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1D96BB42-7DDF-2866-F953-96786CBA0F54}"/>
                    </a:ext>
                  </a:extLst>
                </p14:cNvPr>
                <p14:cNvContentPartPr/>
                <p14:nvPr/>
              </p14:nvContentPartPr>
              <p14:xfrm>
                <a:off x="6358008" y="6304296"/>
                <a:ext cx="47520" cy="1116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1D96BB42-7DDF-2866-F953-96786CBA0F5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349008" y="6295656"/>
                  <a:ext cx="65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B69D8F1D-B0D5-3088-85CC-DE09C7773AD6}"/>
                    </a:ext>
                  </a:extLst>
                </p14:cNvPr>
                <p14:cNvContentPartPr/>
                <p14:nvPr/>
              </p14:nvContentPartPr>
              <p14:xfrm>
                <a:off x="6400488" y="6327336"/>
                <a:ext cx="6480" cy="12852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B69D8F1D-B0D5-3088-85CC-DE09C7773AD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391488" y="6318696"/>
                  <a:ext cx="24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420CDE35-5EFF-F031-E9FD-1C1006C8A9BA}"/>
                    </a:ext>
                  </a:extLst>
                </p14:cNvPr>
                <p14:cNvContentPartPr/>
                <p14:nvPr/>
              </p14:nvContentPartPr>
              <p14:xfrm>
                <a:off x="6376368" y="6315456"/>
                <a:ext cx="73080" cy="36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420CDE35-5EFF-F031-E9FD-1C1006C8A9B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367368" y="6306456"/>
                  <a:ext cx="90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B8F2B72D-C1D9-6B9C-5BEE-BAF3739D85CD}"/>
                    </a:ext>
                  </a:extLst>
                </p14:cNvPr>
                <p14:cNvContentPartPr/>
                <p14:nvPr/>
              </p14:nvContentPartPr>
              <p14:xfrm>
                <a:off x="6570408" y="6321216"/>
                <a:ext cx="1440" cy="36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B8F2B72D-C1D9-6B9C-5BEE-BAF3739D85C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61408" y="6312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3C0A4C91-12F3-0856-C6FA-8196ED157800}"/>
                    </a:ext>
                  </a:extLst>
                </p14:cNvPr>
                <p14:cNvContentPartPr/>
                <p14:nvPr/>
              </p14:nvContentPartPr>
              <p14:xfrm>
                <a:off x="6592008" y="6278736"/>
                <a:ext cx="64800" cy="16920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3C0A4C91-12F3-0856-C6FA-8196ED15780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583368" y="6269736"/>
                  <a:ext cx="82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646DD01D-8ED9-8C60-9390-AC416C84551B}"/>
                    </a:ext>
                  </a:extLst>
                </p14:cNvPr>
                <p14:cNvContentPartPr/>
                <p14:nvPr/>
              </p14:nvContentPartPr>
              <p14:xfrm>
                <a:off x="6693168" y="6424896"/>
                <a:ext cx="360" cy="36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646DD01D-8ED9-8C60-9390-AC416C84551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84528" y="6416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106011BA-0536-5479-D6B1-B3B883687C25}"/>
                    </a:ext>
                  </a:extLst>
                </p14:cNvPr>
                <p14:cNvContentPartPr/>
                <p14:nvPr/>
              </p14:nvContentPartPr>
              <p14:xfrm>
                <a:off x="6242088" y="6292056"/>
                <a:ext cx="6480" cy="1116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106011BA-0536-5479-D6B1-B3B883687C2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233448" y="6283416"/>
                  <a:ext cx="24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8BE78F9A-F753-F7CE-D137-AC3BEFD4A876}"/>
                    </a:ext>
                  </a:extLst>
                </p14:cNvPr>
                <p14:cNvContentPartPr/>
                <p14:nvPr/>
              </p14:nvContentPartPr>
              <p14:xfrm>
                <a:off x="6156768" y="6601656"/>
                <a:ext cx="6120" cy="13320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8BE78F9A-F753-F7CE-D137-AC3BEFD4A87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148128" y="6593016"/>
                  <a:ext cx="23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CCE1E79C-9436-2E0A-BB26-34CEBEF1FB73}"/>
                    </a:ext>
                  </a:extLst>
                </p14:cNvPr>
                <p14:cNvContentPartPr/>
                <p14:nvPr/>
              </p14:nvContentPartPr>
              <p14:xfrm>
                <a:off x="6138408" y="6607776"/>
                <a:ext cx="140760" cy="12204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CCE1E79C-9436-2E0A-BB26-34CEBEF1FB7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129768" y="6599136"/>
                  <a:ext cx="158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B347FA4B-86AC-585A-3C25-F13A55B0D8C3}"/>
                    </a:ext>
                  </a:extLst>
                </p14:cNvPr>
                <p14:cNvContentPartPr/>
                <p14:nvPr/>
              </p14:nvContentPartPr>
              <p14:xfrm>
                <a:off x="6284928" y="6546936"/>
                <a:ext cx="19080" cy="1926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B347FA4B-86AC-585A-3C25-F13A55B0D8C3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275928" y="6537936"/>
                  <a:ext cx="367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EA7B429C-5321-A264-AA70-0DC28A0D5B3E}"/>
                    </a:ext>
                  </a:extLst>
                </p14:cNvPr>
                <p14:cNvContentPartPr/>
                <p14:nvPr/>
              </p14:nvContentPartPr>
              <p14:xfrm>
                <a:off x="6382488" y="6624696"/>
                <a:ext cx="69840" cy="9864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EA7B429C-5321-A264-AA70-0DC28A0D5B3E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373488" y="6616056"/>
                  <a:ext cx="87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6EB4FCAE-237D-D44C-3099-7EA105B6E402}"/>
                    </a:ext>
                  </a:extLst>
                </p14:cNvPr>
                <p14:cNvContentPartPr/>
                <p14:nvPr/>
              </p14:nvContentPartPr>
              <p14:xfrm>
                <a:off x="6455568" y="6633696"/>
                <a:ext cx="156600" cy="7920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6EB4FCAE-237D-D44C-3099-7EA105B6E40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446568" y="6624696"/>
                  <a:ext cx="174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FAB85250-DEA4-0349-A6CF-AA29CAB8F986}"/>
                    </a:ext>
                  </a:extLst>
                </p14:cNvPr>
                <p14:cNvContentPartPr/>
                <p14:nvPr/>
              </p14:nvContentPartPr>
              <p14:xfrm>
                <a:off x="6607848" y="6602376"/>
                <a:ext cx="44280" cy="756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FAB85250-DEA4-0349-A6CF-AA29CAB8F98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599208" y="6593376"/>
                  <a:ext cx="61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5F0C5455-FC85-9482-4153-DED73D265BB9}"/>
                    </a:ext>
                  </a:extLst>
                </p14:cNvPr>
                <p14:cNvContentPartPr/>
                <p14:nvPr/>
              </p14:nvContentPartPr>
              <p14:xfrm>
                <a:off x="6698208" y="6602016"/>
                <a:ext cx="25920" cy="11772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5F0C5455-FC85-9482-4153-DED73D265BB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689568" y="6593016"/>
                  <a:ext cx="4356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D5E76329-BC98-5DD7-1C92-0D29588C63DB}"/>
              </a:ext>
            </a:extLst>
          </p:cNvPr>
          <p:cNvGrpSpPr/>
          <p:nvPr/>
        </p:nvGrpSpPr>
        <p:grpSpPr>
          <a:xfrm>
            <a:off x="4394928" y="7455216"/>
            <a:ext cx="1359360" cy="281520"/>
            <a:chOff x="4394928" y="7455216"/>
            <a:chExt cx="135936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2FE3DAFA-3472-4054-A031-49AFEF795331}"/>
                    </a:ext>
                  </a:extLst>
                </p14:cNvPr>
                <p14:cNvContentPartPr/>
                <p14:nvPr/>
              </p14:nvContentPartPr>
              <p14:xfrm>
                <a:off x="4394928" y="7565016"/>
                <a:ext cx="360" cy="1076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2FE3DAFA-3472-4054-A031-49AFEF79533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386288" y="7556016"/>
                  <a:ext cx="180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676F6531-A8FD-650E-06B2-12A9238C37A1}"/>
                    </a:ext>
                  </a:extLst>
                </p14:cNvPr>
                <p14:cNvContentPartPr/>
                <p14:nvPr/>
              </p14:nvContentPartPr>
              <p14:xfrm>
                <a:off x="4401048" y="7563576"/>
                <a:ext cx="106560" cy="11304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676F6531-A8FD-650E-06B2-12A9238C37A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392408" y="7554936"/>
                  <a:ext cx="1242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EF899786-36E8-444C-6726-EF3AC625ABD5}"/>
                    </a:ext>
                  </a:extLst>
                </p14:cNvPr>
                <p14:cNvContentPartPr/>
                <p14:nvPr/>
              </p14:nvContentPartPr>
              <p14:xfrm>
                <a:off x="4576368" y="7568256"/>
                <a:ext cx="64440" cy="15048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EF899786-36E8-444C-6726-EF3AC625ABD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567728" y="7559256"/>
                  <a:ext cx="82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36057800-68FD-4A65-4B0D-601714A0B87D}"/>
                    </a:ext>
                  </a:extLst>
                </p14:cNvPr>
                <p14:cNvContentPartPr/>
                <p14:nvPr/>
              </p14:nvContentPartPr>
              <p14:xfrm>
                <a:off x="4693368" y="7583376"/>
                <a:ext cx="113040" cy="13608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36057800-68FD-4A65-4B0D-601714A0B87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684728" y="7574376"/>
                  <a:ext cx="130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D06D3E69-AD60-454A-1EE7-9DA5941FA41E}"/>
                    </a:ext>
                  </a:extLst>
                </p14:cNvPr>
                <p14:cNvContentPartPr/>
                <p14:nvPr/>
              </p14:nvContentPartPr>
              <p14:xfrm>
                <a:off x="4846008" y="7589496"/>
                <a:ext cx="82800" cy="14724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D06D3E69-AD60-454A-1EE7-9DA5941FA41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837008" y="7580496"/>
                  <a:ext cx="100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93DEF6BA-1E48-F347-6C7E-996D90452AF9}"/>
                    </a:ext>
                  </a:extLst>
                </p14:cNvPr>
                <p14:cNvContentPartPr/>
                <p14:nvPr/>
              </p14:nvContentPartPr>
              <p14:xfrm>
                <a:off x="4986408" y="7546656"/>
                <a:ext cx="73080" cy="16632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93DEF6BA-1E48-F347-6C7E-996D90452AF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977408" y="7538016"/>
                  <a:ext cx="907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918FBDBC-89EA-AD3E-ACBF-F4F63635F6EA}"/>
                    </a:ext>
                  </a:extLst>
                </p14:cNvPr>
                <p14:cNvContentPartPr/>
                <p14:nvPr/>
              </p14:nvContentPartPr>
              <p14:xfrm>
                <a:off x="4968048" y="7595616"/>
                <a:ext cx="47880" cy="36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918FBDBC-89EA-AD3E-ACBF-F4F63635F6EA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959408" y="7586616"/>
                  <a:ext cx="65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278283A8-7261-49FA-869D-7491EBE2F26D}"/>
                    </a:ext>
                  </a:extLst>
                </p14:cNvPr>
                <p14:cNvContentPartPr/>
                <p14:nvPr/>
              </p14:nvContentPartPr>
              <p14:xfrm>
                <a:off x="5190168" y="7589136"/>
                <a:ext cx="101160" cy="8208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278283A8-7261-49FA-869D-7491EBE2F26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181528" y="7580136"/>
                  <a:ext cx="118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523F9565-F338-EF5A-F5F4-AD606E9F8398}"/>
                    </a:ext>
                  </a:extLst>
                </p14:cNvPr>
                <p14:cNvContentPartPr/>
                <p14:nvPr/>
              </p14:nvContentPartPr>
              <p14:xfrm>
                <a:off x="5315448" y="7528296"/>
                <a:ext cx="99000" cy="14220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523F9565-F338-EF5A-F5F4-AD606E9F839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306448" y="7519656"/>
                  <a:ext cx="116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3599229E-BCF1-31B2-3514-E870085728E6}"/>
                    </a:ext>
                  </a:extLst>
                </p14:cNvPr>
                <p14:cNvContentPartPr/>
                <p14:nvPr/>
              </p14:nvContentPartPr>
              <p14:xfrm>
                <a:off x="5460888" y="7557816"/>
                <a:ext cx="167400" cy="11304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3599229E-BCF1-31B2-3514-E870085728E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452248" y="7549176"/>
                  <a:ext cx="185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2F6B7228-8F01-3660-8C7A-189DEAAFA567}"/>
                    </a:ext>
                  </a:extLst>
                </p14:cNvPr>
                <p14:cNvContentPartPr/>
                <p14:nvPr/>
              </p14:nvContentPartPr>
              <p14:xfrm>
                <a:off x="5657088" y="7455216"/>
                <a:ext cx="97200" cy="18324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2F6B7228-8F01-3660-8C7A-189DEAAFA567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648088" y="7446576"/>
                  <a:ext cx="114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BC4A514C-A041-F4B3-7466-42AD239AC714}"/>
                    </a:ext>
                  </a:extLst>
                </p14:cNvPr>
                <p14:cNvContentPartPr/>
                <p14:nvPr/>
              </p14:nvContentPartPr>
              <p14:xfrm>
                <a:off x="5638728" y="7522176"/>
                <a:ext cx="52920" cy="36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BC4A514C-A041-F4B3-7466-42AD239AC71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629728" y="7513536"/>
                  <a:ext cx="705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624" name="Ink 623">
                <a:extLst>
                  <a:ext uri="{FF2B5EF4-FFF2-40B4-BE49-F238E27FC236}">
                    <a16:creationId xmlns:a16="http://schemas.microsoft.com/office/drawing/2014/main" id="{70212547-A5C9-0A6E-787D-3C2F800C2666}"/>
                  </a:ext>
                </a:extLst>
              </p14:cNvPr>
              <p14:cNvContentPartPr/>
              <p14:nvPr/>
            </p14:nvContentPartPr>
            <p14:xfrm>
              <a:off x="7177960" y="7375200"/>
              <a:ext cx="2601360" cy="52200"/>
            </p14:xfrm>
          </p:contentPart>
        </mc:Choice>
        <mc:Fallback xmlns="">
          <p:pic>
            <p:nvPicPr>
              <p:cNvPr id="624" name="Ink 623">
                <a:extLst>
                  <a:ext uri="{FF2B5EF4-FFF2-40B4-BE49-F238E27FC236}">
                    <a16:creationId xmlns:a16="http://schemas.microsoft.com/office/drawing/2014/main" id="{70212547-A5C9-0A6E-787D-3C2F800C2666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7168960" y="7366560"/>
                <a:ext cx="26190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638" name="Ink 637">
                <a:extLst>
                  <a:ext uri="{FF2B5EF4-FFF2-40B4-BE49-F238E27FC236}">
                    <a16:creationId xmlns:a16="http://schemas.microsoft.com/office/drawing/2014/main" id="{A310AAB2-D954-B682-761D-6F1045932F0B}"/>
                  </a:ext>
                </a:extLst>
              </p14:cNvPr>
              <p14:cNvContentPartPr/>
              <p14:nvPr/>
            </p14:nvContentPartPr>
            <p14:xfrm>
              <a:off x="7526080" y="6239760"/>
              <a:ext cx="175680" cy="155160"/>
            </p14:xfrm>
          </p:contentPart>
        </mc:Choice>
        <mc:Fallback xmlns="">
          <p:pic>
            <p:nvPicPr>
              <p:cNvPr id="638" name="Ink 637">
                <a:extLst>
                  <a:ext uri="{FF2B5EF4-FFF2-40B4-BE49-F238E27FC236}">
                    <a16:creationId xmlns:a16="http://schemas.microsoft.com/office/drawing/2014/main" id="{A310AAB2-D954-B682-761D-6F1045932F0B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7517080" y="6230760"/>
                <a:ext cx="19332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9">
            <p14:nvContentPartPr>
              <p14:cNvPr id="656" name="Ink 655">
                <a:extLst>
                  <a:ext uri="{FF2B5EF4-FFF2-40B4-BE49-F238E27FC236}">
                    <a16:creationId xmlns:a16="http://schemas.microsoft.com/office/drawing/2014/main" id="{29A67DB4-54D1-F56D-9C0B-2FEE8AFCD356}"/>
                  </a:ext>
                </a:extLst>
              </p14:cNvPr>
              <p14:cNvContentPartPr/>
              <p14:nvPr/>
            </p14:nvContentPartPr>
            <p14:xfrm>
              <a:off x="7913800" y="7492920"/>
              <a:ext cx="42120" cy="112320"/>
            </p14:xfrm>
          </p:contentPart>
        </mc:Choice>
        <mc:Fallback xmlns="">
          <p:pic>
            <p:nvPicPr>
              <p:cNvPr id="656" name="Ink 655">
                <a:extLst>
                  <a:ext uri="{FF2B5EF4-FFF2-40B4-BE49-F238E27FC236}">
                    <a16:creationId xmlns:a16="http://schemas.microsoft.com/office/drawing/2014/main" id="{29A67DB4-54D1-F56D-9C0B-2FEE8AFCD356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7904800" y="7483920"/>
                <a:ext cx="59760" cy="12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2" name="Group 701">
            <a:extLst>
              <a:ext uri="{FF2B5EF4-FFF2-40B4-BE49-F238E27FC236}">
                <a16:creationId xmlns:a16="http://schemas.microsoft.com/office/drawing/2014/main" id="{2BAC3F51-E25D-0DC8-7415-161793230D81}"/>
              </a:ext>
            </a:extLst>
          </p:cNvPr>
          <p:cNvGrpSpPr/>
          <p:nvPr/>
        </p:nvGrpSpPr>
        <p:grpSpPr>
          <a:xfrm>
            <a:off x="8421760" y="5826480"/>
            <a:ext cx="1266840" cy="1785240"/>
            <a:chOff x="8421760" y="5826480"/>
            <a:chExt cx="1266840" cy="178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7B16667E-5965-EDB8-A327-B303C99C80AC}"/>
                    </a:ext>
                  </a:extLst>
                </p14:cNvPr>
                <p14:cNvContentPartPr/>
                <p14:nvPr/>
              </p14:nvContentPartPr>
              <p14:xfrm>
                <a:off x="8421760" y="6009360"/>
                <a:ext cx="26280" cy="1375200"/>
              </p14:xfrm>
            </p:contentPart>
          </mc:Choice>
          <mc:Fallback xmlns=""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7B16667E-5965-EDB8-A327-B303C99C80A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413120" y="6000720"/>
                  <a:ext cx="43920" cy="13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83252D53-A258-633B-BD8E-39B21DFEA8EF}"/>
                    </a:ext>
                  </a:extLst>
                </p14:cNvPr>
                <p14:cNvContentPartPr/>
                <p14:nvPr/>
              </p14:nvContentPartPr>
              <p14:xfrm>
                <a:off x="8427520" y="5967600"/>
                <a:ext cx="432000" cy="147168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83252D53-A258-633B-BD8E-39B21DFEA8E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418880" y="5958600"/>
                  <a:ext cx="449640" cy="14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5FB4F869-F9BC-0C63-5CE6-ED01DDE3A404}"/>
                    </a:ext>
                  </a:extLst>
                </p14:cNvPr>
                <p14:cNvContentPartPr/>
                <p14:nvPr/>
              </p14:nvContentPartPr>
              <p14:xfrm>
                <a:off x="8452360" y="6024840"/>
                <a:ext cx="51840" cy="19512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5FB4F869-F9BC-0C63-5CE6-ED01DDE3A40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443720" y="6015840"/>
                  <a:ext cx="69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F499A1E1-01D5-EBE1-820C-2F482630EC14}"/>
                    </a:ext>
                  </a:extLst>
                </p14:cNvPr>
                <p14:cNvContentPartPr/>
                <p14:nvPr/>
              </p14:nvContentPartPr>
              <p14:xfrm>
                <a:off x="8494480" y="6034920"/>
                <a:ext cx="75600" cy="36684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F499A1E1-01D5-EBE1-820C-2F482630EC14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485840" y="6025920"/>
                  <a:ext cx="932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FD47EFC0-225A-E0FB-FAE8-CF28EFF656A0}"/>
                    </a:ext>
                  </a:extLst>
                </p14:cNvPr>
                <p14:cNvContentPartPr/>
                <p14:nvPr/>
              </p14:nvContentPartPr>
              <p14:xfrm>
                <a:off x="8489080" y="5994240"/>
                <a:ext cx="243360" cy="57600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FD47EFC0-225A-E0FB-FAE8-CF28EFF656A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480440" y="5985240"/>
                  <a:ext cx="26100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BF64516E-F45D-51AC-3DA9-31C1B927DF91}"/>
                    </a:ext>
                  </a:extLst>
                </p14:cNvPr>
                <p14:cNvContentPartPr/>
                <p14:nvPr/>
              </p14:nvContentPartPr>
              <p14:xfrm>
                <a:off x="8474680" y="6187200"/>
                <a:ext cx="339480" cy="61884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BF64516E-F45D-51AC-3DA9-31C1B927DF9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465680" y="6178560"/>
                  <a:ext cx="35712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3EF440B6-1FA7-8566-7B00-6474E122AC20}"/>
                    </a:ext>
                  </a:extLst>
                </p14:cNvPr>
                <p14:cNvContentPartPr/>
                <p14:nvPr/>
              </p14:nvContentPartPr>
              <p14:xfrm>
                <a:off x="8551360" y="6573480"/>
                <a:ext cx="282960" cy="50472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3EF440B6-1FA7-8566-7B00-6474E122AC2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542720" y="6564480"/>
                  <a:ext cx="30060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589219BD-3AA0-8A47-FF97-F959E91D872A}"/>
                    </a:ext>
                  </a:extLst>
                </p14:cNvPr>
                <p14:cNvContentPartPr/>
                <p14:nvPr/>
              </p14:nvContentPartPr>
              <p14:xfrm>
                <a:off x="8518600" y="6944280"/>
                <a:ext cx="234720" cy="49716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589219BD-3AA0-8A47-FF97-F959E91D872A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509600" y="6935280"/>
                  <a:ext cx="25236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466FD17A-3C2A-D942-63C1-D9312A889E16}"/>
                    </a:ext>
                  </a:extLst>
                </p14:cNvPr>
                <p14:cNvContentPartPr/>
                <p14:nvPr/>
              </p14:nvContentPartPr>
              <p14:xfrm>
                <a:off x="8769160" y="7254240"/>
                <a:ext cx="60120" cy="13824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466FD17A-3C2A-D942-63C1-D9312A889E16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760160" y="7245240"/>
                  <a:ext cx="77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068E140D-18CA-A036-48FD-D5A165F15B0C}"/>
                    </a:ext>
                  </a:extLst>
                </p14:cNvPr>
                <p14:cNvContentPartPr/>
                <p14:nvPr/>
              </p14:nvContentPartPr>
              <p14:xfrm>
                <a:off x="8446240" y="7503000"/>
                <a:ext cx="62280" cy="9288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068E140D-18CA-A036-48FD-D5A165F15B0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437600" y="7494000"/>
                  <a:ext cx="79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E0A85CF8-66A2-7A0E-5C55-092C9D9346CC}"/>
                    </a:ext>
                  </a:extLst>
                </p14:cNvPr>
                <p14:cNvContentPartPr/>
                <p14:nvPr/>
              </p14:nvContentPartPr>
              <p14:xfrm>
                <a:off x="8549200" y="7501920"/>
                <a:ext cx="82800" cy="10980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E0A85CF8-66A2-7A0E-5C55-092C9D9346CC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540200" y="7493280"/>
                  <a:ext cx="100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CA27C984-84D2-617D-B12E-33C33549C03F}"/>
                    </a:ext>
                  </a:extLst>
                </p14:cNvPr>
                <p14:cNvContentPartPr/>
                <p14:nvPr/>
              </p14:nvContentPartPr>
              <p14:xfrm>
                <a:off x="8638840" y="7505160"/>
                <a:ext cx="67320" cy="9108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CA27C984-84D2-617D-B12E-33C33549C03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630200" y="7496160"/>
                  <a:ext cx="849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B6FBFD8D-74BD-7487-78D6-626B52C7B990}"/>
                    </a:ext>
                  </a:extLst>
                </p14:cNvPr>
                <p14:cNvContentPartPr/>
                <p14:nvPr/>
              </p14:nvContentPartPr>
              <p14:xfrm>
                <a:off x="8708680" y="7497960"/>
                <a:ext cx="14040" cy="9216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B6FBFD8D-74BD-7487-78D6-626B52C7B990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699680" y="7488960"/>
                  <a:ext cx="316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8D6432AF-937E-8636-21F8-B15C7A45FD27}"/>
                    </a:ext>
                  </a:extLst>
                </p14:cNvPr>
                <p14:cNvContentPartPr/>
                <p14:nvPr/>
              </p14:nvContentPartPr>
              <p14:xfrm>
                <a:off x="8737120" y="7503000"/>
                <a:ext cx="50760" cy="5724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8D6432AF-937E-8636-21F8-B15C7A45FD2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8728480" y="7494000"/>
                  <a:ext cx="684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8A9F3781-3478-5477-79AE-06DE992821E0}"/>
                    </a:ext>
                  </a:extLst>
                </p14:cNvPr>
                <p14:cNvContentPartPr/>
                <p14:nvPr/>
              </p14:nvContentPartPr>
              <p14:xfrm>
                <a:off x="8827120" y="7512000"/>
                <a:ext cx="66240" cy="7380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8A9F3781-3478-5477-79AE-06DE992821E0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8818120" y="7503360"/>
                  <a:ext cx="83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46CE94B7-B220-A194-04A1-EE6A97FE2EA2}"/>
                    </a:ext>
                  </a:extLst>
                </p14:cNvPr>
                <p14:cNvContentPartPr/>
                <p14:nvPr/>
              </p14:nvContentPartPr>
              <p14:xfrm>
                <a:off x="8923960" y="7476720"/>
                <a:ext cx="111960" cy="11844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46CE94B7-B220-A194-04A1-EE6A97FE2EA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914960" y="7468080"/>
                  <a:ext cx="129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1737E456-0818-7D3A-5F47-839285AEE8EA}"/>
                    </a:ext>
                  </a:extLst>
                </p14:cNvPr>
                <p14:cNvContentPartPr/>
                <p14:nvPr/>
              </p14:nvContentPartPr>
              <p14:xfrm>
                <a:off x="8778160" y="6383400"/>
                <a:ext cx="281160" cy="5832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1737E456-0818-7D3A-5F47-839285AEE8E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769160" y="6374760"/>
                  <a:ext cx="2988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BFCD4FA5-48E5-AAAB-0BA1-9624A5550EAB}"/>
                    </a:ext>
                  </a:extLst>
                </p14:cNvPr>
                <p14:cNvContentPartPr/>
                <p14:nvPr/>
              </p14:nvContentPartPr>
              <p14:xfrm>
                <a:off x="9001720" y="6334440"/>
                <a:ext cx="57240" cy="13500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BFCD4FA5-48E5-AAAB-0BA1-9624A5550EA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992720" y="6325800"/>
                  <a:ext cx="74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10EA404A-8090-1590-9786-06F290123F17}"/>
                    </a:ext>
                  </a:extLst>
                </p14:cNvPr>
                <p14:cNvContentPartPr/>
                <p14:nvPr/>
              </p14:nvContentPartPr>
              <p14:xfrm>
                <a:off x="9098200" y="6201600"/>
                <a:ext cx="5760" cy="5400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10EA404A-8090-1590-9786-06F290123F17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089200" y="6192960"/>
                  <a:ext cx="23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EA2DFC5A-737D-9C00-DBC0-81B16184C7E2}"/>
                    </a:ext>
                  </a:extLst>
                </p14:cNvPr>
                <p14:cNvContentPartPr/>
                <p14:nvPr/>
              </p14:nvContentPartPr>
              <p14:xfrm>
                <a:off x="9102880" y="6227880"/>
                <a:ext cx="5760" cy="10944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EA2DFC5A-737D-9C00-DBC0-81B16184C7E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093880" y="6219240"/>
                  <a:ext cx="23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968A0916-99F6-BAE5-D4F4-465AB0AF4A6D}"/>
                    </a:ext>
                  </a:extLst>
                </p14:cNvPr>
                <p14:cNvContentPartPr/>
                <p14:nvPr/>
              </p14:nvContentPartPr>
              <p14:xfrm>
                <a:off x="9118360" y="6189360"/>
                <a:ext cx="83520" cy="12672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968A0916-99F6-BAE5-D4F4-465AB0AF4A6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109720" y="6180720"/>
                  <a:ext cx="101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6F674E5A-05D5-86ED-9D4B-73B2402B1FEE}"/>
                    </a:ext>
                  </a:extLst>
                </p14:cNvPr>
                <p14:cNvContentPartPr/>
                <p14:nvPr/>
              </p14:nvContentPartPr>
              <p14:xfrm>
                <a:off x="9249760" y="6211680"/>
                <a:ext cx="74520" cy="7416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6F674E5A-05D5-86ED-9D4B-73B2402B1FEE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240760" y="6203040"/>
                  <a:ext cx="92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A07D6C48-9C4A-7FF7-CCAD-566693F95CF6}"/>
                    </a:ext>
                  </a:extLst>
                </p14:cNvPr>
                <p14:cNvContentPartPr/>
                <p14:nvPr/>
              </p14:nvContentPartPr>
              <p14:xfrm>
                <a:off x="9331840" y="6185040"/>
                <a:ext cx="95040" cy="9468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A07D6C48-9C4A-7FF7-CCAD-566693F95CF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322840" y="6176040"/>
                  <a:ext cx="112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D3985311-91EF-2967-BA04-93060E723687}"/>
                    </a:ext>
                  </a:extLst>
                </p14:cNvPr>
                <p14:cNvContentPartPr/>
                <p14:nvPr/>
              </p14:nvContentPartPr>
              <p14:xfrm>
                <a:off x="9499600" y="6126360"/>
                <a:ext cx="360" cy="5472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D3985311-91EF-2967-BA04-93060E723687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490600" y="6117360"/>
                  <a:ext cx="18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BDA6DB48-1698-14AF-7CC5-B777F828CE59}"/>
                    </a:ext>
                  </a:extLst>
                </p14:cNvPr>
                <p14:cNvContentPartPr/>
                <p14:nvPr/>
              </p14:nvContentPartPr>
              <p14:xfrm>
                <a:off x="9538480" y="6161280"/>
                <a:ext cx="37800" cy="9576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BDA6DB48-1698-14AF-7CC5-B777F828CE5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529480" y="6152640"/>
                  <a:ext cx="55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B37501CB-FD2F-9EE8-54A6-06C6FECE3116}"/>
                    </a:ext>
                  </a:extLst>
                </p14:cNvPr>
                <p14:cNvContentPartPr/>
                <p14:nvPr/>
              </p14:nvContentPartPr>
              <p14:xfrm>
                <a:off x="9112960" y="6466920"/>
                <a:ext cx="77400" cy="9288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B37501CB-FD2F-9EE8-54A6-06C6FECE3116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104320" y="6457920"/>
                  <a:ext cx="950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2DB4C5D1-360F-F301-C243-861A6C64CEAB}"/>
                    </a:ext>
                  </a:extLst>
                </p14:cNvPr>
                <p14:cNvContentPartPr/>
                <p14:nvPr/>
              </p14:nvContentPartPr>
              <p14:xfrm>
                <a:off x="9204760" y="6466560"/>
                <a:ext cx="63360" cy="7848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2DB4C5D1-360F-F301-C243-861A6C64CEA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196120" y="6457920"/>
                  <a:ext cx="810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0AFB4856-CCA0-7CEE-1C8A-10C4E2875780}"/>
                    </a:ext>
                  </a:extLst>
                </p14:cNvPr>
                <p14:cNvContentPartPr/>
                <p14:nvPr/>
              </p14:nvContentPartPr>
              <p14:xfrm>
                <a:off x="9301240" y="6451080"/>
                <a:ext cx="87120" cy="8100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0AFB4856-CCA0-7CEE-1C8A-10C4E2875780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292600" y="6442080"/>
                  <a:ext cx="1047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45505EAD-D469-9FE6-EF0B-F987F58C43D8}"/>
                    </a:ext>
                  </a:extLst>
                </p14:cNvPr>
                <p14:cNvContentPartPr/>
                <p14:nvPr/>
              </p14:nvContentPartPr>
              <p14:xfrm>
                <a:off x="9418240" y="6455760"/>
                <a:ext cx="113760" cy="961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45505EAD-D469-9FE6-EF0B-F987F58C43D8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409240" y="6446760"/>
                  <a:ext cx="131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35C3CD0E-590A-2868-CB7A-13DB377905F6}"/>
                    </a:ext>
                  </a:extLst>
                </p14:cNvPr>
                <p14:cNvContentPartPr/>
                <p14:nvPr/>
              </p14:nvContentPartPr>
              <p14:xfrm>
                <a:off x="9524080" y="6400680"/>
                <a:ext cx="55800" cy="11232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35C3CD0E-590A-2868-CB7A-13DB377905F6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515080" y="6391680"/>
                  <a:ext cx="73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746DE727-C784-95F5-484F-1281C5276477}"/>
                    </a:ext>
                  </a:extLst>
                </p14:cNvPr>
                <p14:cNvContentPartPr/>
                <p14:nvPr/>
              </p14:nvContentPartPr>
              <p14:xfrm>
                <a:off x="9519760" y="6425880"/>
                <a:ext cx="76680" cy="2592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746DE727-C784-95F5-484F-1281C5276477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510760" y="6417240"/>
                  <a:ext cx="94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053EE094-4DFE-E22F-9146-F28DE7544FD6}"/>
                    </a:ext>
                  </a:extLst>
                </p14:cNvPr>
                <p14:cNvContentPartPr/>
                <p14:nvPr/>
              </p14:nvContentPartPr>
              <p14:xfrm>
                <a:off x="9624880" y="6415440"/>
                <a:ext cx="63720" cy="10188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053EE094-4DFE-E22F-9146-F28DE7544FD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616240" y="6406800"/>
                  <a:ext cx="81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9F05C717-6861-32E2-749E-EBD14D89D1AA}"/>
                    </a:ext>
                  </a:extLst>
                </p14:cNvPr>
                <p14:cNvContentPartPr/>
                <p14:nvPr/>
              </p14:nvContentPartPr>
              <p14:xfrm>
                <a:off x="8499160" y="5841600"/>
                <a:ext cx="60120" cy="8856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9F05C717-6861-32E2-749E-EBD14D89D1AA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490520" y="5832960"/>
                  <a:ext cx="777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9CED3719-9EA2-FEA1-2AC9-8B3A430C7EC3}"/>
                    </a:ext>
                  </a:extLst>
                </p14:cNvPr>
                <p14:cNvContentPartPr/>
                <p14:nvPr/>
              </p14:nvContentPartPr>
              <p14:xfrm>
                <a:off x="8589160" y="5826480"/>
                <a:ext cx="58320" cy="11196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9CED3719-9EA2-FEA1-2AC9-8B3A430C7EC3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580520" y="5817840"/>
                  <a:ext cx="75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5AB8B472-3C20-325F-8962-BCEB41ED91E8}"/>
                    </a:ext>
                  </a:extLst>
                </p14:cNvPr>
                <p14:cNvContentPartPr/>
                <p14:nvPr/>
              </p14:nvContentPartPr>
              <p14:xfrm>
                <a:off x="8666200" y="5847000"/>
                <a:ext cx="33840" cy="6876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5AB8B472-3C20-325F-8962-BCEB41ED91E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657560" y="5838000"/>
                  <a:ext cx="51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7FD49426-0CA6-9926-5994-175904254624}"/>
                    </a:ext>
                  </a:extLst>
                </p14:cNvPr>
                <p14:cNvContentPartPr/>
                <p14:nvPr/>
              </p14:nvContentPartPr>
              <p14:xfrm>
                <a:off x="8723440" y="5841960"/>
                <a:ext cx="90720" cy="8676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7FD49426-0CA6-9926-5994-175904254624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714800" y="5832960"/>
                  <a:ext cx="10836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0" name="Group 709">
            <a:extLst>
              <a:ext uri="{FF2B5EF4-FFF2-40B4-BE49-F238E27FC236}">
                <a16:creationId xmlns:a16="http://schemas.microsoft.com/office/drawing/2014/main" id="{463FDC29-963C-8600-AEA8-246CACAC7D59}"/>
              </a:ext>
            </a:extLst>
          </p:cNvPr>
          <p:cNvGrpSpPr/>
          <p:nvPr/>
        </p:nvGrpSpPr>
        <p:grpSpPr>
          <a:xfrm>
            <a:off x="7502320" y="5999280"/>
            <a:ext cx="549720" cy="1698840"/>
            <a:chOff x="7502320" y="5999280"/>
            <a:chExt cx="549720" cy="169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DE450D90-0666-A187-E68E-A11B731EE158}"/>
                    </a:ext>
                  </a:extLst>
                </p14:cNvPr>
                <p14:cNvContentPartPr/>
                <p14:nvPr/>
              </p14:nvContentPartPr>
              <p14:xfrm>
                <a:off x="7528240" y="6146520"/>
                <a:ext cx="491400" cy="123660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DE450D90-0666-A187-E68E-A11B731EE15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519600" y="6137880"/>
                  <a:ext cx="509040" cy="12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778F724C-8B70-4092-2C87-6308BD3C25FC}"/>
                    </a:ext>
                  </a:extLst>
                </p14:cNvPr>
                <p14:cNvContentPartPr/>
                <p14:nvPr/>
              </p14:nvContentPartPr>
              <p14:xfrm>
                <a:off x="7517440" y="6172080"/>
                <a:ext cx="100800" cy="116856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778F724C-8B70-4092-2C87-6308BD3C25FC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508800" y="6163080"/>
                  <a:ext cx="118440" cy="11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A221659C-148C-CB52-F5FD-676B674CCB3B}"/>
                    </a:ext>
                  </a:extLst>
                </p14:cNvPr>
                <p14:cNvContentPartPr/>
                <p14:nvPr/>
              </p14:nvContentPartPr>
              <p14:xfrm>
                <a:off x="7560280" y="6319320"/>
                <a:ext cx="303840" cy="147960"/>
              </p14:xfrm>
            </p:contentPart>
          </mc:Choice>
          <mc:Fallback xmlns=""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A221659C-148C-CB52-F5FD-676B674CCB3B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551640" y="6310680"/>
                  <a:ext cx="321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9DFA3CF9-4433-8D1B-3C2F-72D53BFBE2CA}"/>
                    </a:ext>
                  </a:extLst>
                </p14:cNvPr>
                <p14:cNvContentPartPr/>
                <p14:nvPr/>
              </p14:nvContentPartPr>
              <p14:xfrm>
                <a:off x="7678720" y="6410760"/>
                <a:ext cx="190440" cy="251280"/>
              </p14:xfrm>
            </p:contentPart>
          </mc:Choice>
          <mc:Fallback xmlns=""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9DFA3CF9-4433-8D1B-3C2F-72D53BFBE2CA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670080" y="6402120"/>
                  <a:ext cx="2080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DAB13F22-873F-4CCE-5779-CDA50D82F5B5}"/>
                    </a:ext>
                  </a:extLst>
                </p14:cNvPr>
                <p14:cNvContentPartPr/>
                <p14:nvPr/>
              </p14:nvContentPartPr>
              <p14:xfrm>
                <a:off x="7568920" y="6612360"/>
                <a:ext cx="148320" cy="13428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DAB13F22-873F-4CCE-5779-CDA50D82F5B5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560280" y="6603360"/>
                  <a:ext cx="1659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65327AA4-F64D-297C-4B69-29F3A20DB86E}"/>
                    </a:ext>
                  </a:extLst>
                </p14:cNvPr>
                <p14:cNvContentPartPr/>
                <p14:nvPr/>
              </p14:nvContentPartPr>
              <p14:xfrm>
                <a:off x="7502320" y="6608760"/>
                <a:ext cx="371880" cy="291240"/>
              </p14:xfrm>
            </p:contentPart>
          </mc:Choice>
          <mc:Fallback xmlns=""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65327AA4-F64D-297C-4B69-29F3A20DB86E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493680" y="6600120"/>
                  <a:ext cx="3895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44AD69B1-E8F4-2D54-9CA2-7244D9803451}"/>
                    </a:ext>
                  </a:extLst>
                </p14:cNvPr>
                <p14:cNvContentPartPr/>
                <p14:nvPr/>
              </p14:nvContentPartPr>
              <p14:xfrm>
                <a:off x="7623640" y="6733680"/>
                <a:ext cx="311400" cy="30528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44AD69B1-E8F4-2D54-9CA2-7244D9803451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614640" y="6725040"/>
                  <a:ext cx="3290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7CF68492-2D8F-1042-54F5-D76055CA4882}"/>
                    </a:ext>
                  </a:extLst>
                </p14:cNvPr>
                <p14:cNvContentPartPr/>
                <p14:nvPr/>
              </p14:nvContentPartPr>
              <p14:xfrm>
                <a:off x="7589080" y="6898560"/>
                <a:ext cx="462960" cy="32472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7CF68492-2D8F-1042-54F5-D76055CA488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580080" y="6889560"/>
                  <a:ext cx="4806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0125BB52-4782-F1F6-7769-E5BED5546DA4}"/>
                    </a:ext>
                  </a:extLst>
                </p14:cNvPr>
                <p14:cNvContentPartPr/>
                <p14:nvPr/>
              </p14:nvContentPartPr>
              <p14:xfrm>
                <a:off x="7607080" y="7152360"/>
                <a:ext cx="328320" cy="26388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0125BB52-4782-F1F6-7769-E5BED5546DA4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598080" y="7143720"/>
                  <a:ext cx="3459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970430AB-CC52-6809-DB8E-03400BAC8835}"/>
                    </a:ext>
                  </a:extLst>
                </p14:cNvPr>
                <p14:cNvContentPartPr/>
                <p14:nvPr/>
              </p14:nvContentPartPr>
              <p14:xfrm>
                <a:off x="7882120" y="7319040"/>
                <a:ext cx="59400" cy="10692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970430AB-CC52-6809-DB8E-03400BAC883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873120" y="7310040"/>
                  <a:ext cx="77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5BFC4BD0-1929-A5EE-8FD6-E17407DB3A39}"/>
                    </a:ext>
                  </a:extLst>
                </p14:cNvPr>
                <p14:cNvContentPartPr/>
                <p14:nvPr/>
              </p14:nvContentPartPr>
              <p14:xfrm>
                <a:off x="7587280" y="7528560"/>
                <a:ext cx="7560" cy="6732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5BFC4BD0-1929-A5EE-8FD6-E17407DB3A39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578640" y="7519560"/>
                  <a:ext cx="25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71AA2EBD-3323-D97F-8B13-937A97B13DB9}"/>
                    </a:ext>
                  </a:extLst>
                </p14:cNvPr>
                <p14:cNvContentPartPr/>
                <p14:nvPr/>
              </p14:nvContentPartPr>
              <p14:xfrm>
                <a:off x="7589440" y="7502280"/>
                <a:ext cx="78480" cy="9324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71AA2EBD-3323-D97F-8B13-937A97B13DB9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580440" y="7493640"/>
                  <a:ext cx="961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1D104162-5820-0F2D-3B15-3CB8629536D3}"/>
                    </a:ext>
                  </a:extLst>
                </p14:cNvPr>
                <p14:cNvContentPartPr/>
                <p14:nvPr/>
              </p14:nvContentPartPr>
              <p14:xfrm>
                <a:off x="7740640" y="7493280"/>
                <a:ext cx="119880" cy="20484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1D104162-5820-0F2D-3B15-3CB8629536D3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732000" y="7484280"/>
                  <a:ext cx="1375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67DE79F9-8870-3D86-9AC6-99A520B3A8C7}"/>
                    </a:ext>
                  </a:extLst>
                </p14:cNvPr>
                <p14:cNvContentPartPr/>
                <p14:nvPr/>
              </p14:nvContentPartPr>
              <p14:xfrm>
                <a:off x="7629760" y="6009000"/>
                <a:ext cx="48240" cy="9828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67DE79F9-8870-3D86-9AC6-99A520B3A8C7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620760" y="6000360"/>
                  <a:ext cx="658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AC188FFC-CBF1-53A3-686C-DBCD0A6775A2}"/>
                    </a:ext>
                  </a:extLst>
                </p14:cNvPr>
                <p14:cNvContentPartPr/>
                <p14:nvPr/>
              </p14:nvContentPartPr>
              <p14:xfrm>
                <a:off x="7726600" y="5999280"/>
                <a:ext cx="360" cy="3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AC188FFC-CBF1-53A3-686C-DBCD0A6775A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17600" y="59906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6BE66555-7BFB-5738-1EB1-45C43BC1EBDF}"/>
                    </a:ext>
                  </a:extLst>
                </p14:cNvPr>
                <p14:cNvContentPartPr/>
                <p14:nvPr/>
              </p14:nvContentPartPr>
              <p14:xfrm>
                <a:off x="7568920" y="6004320"/>
                <a:ext cx="1080" cy="10476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6BE66555-7BFB-5738-1EB1-45C43BC1EBD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560280" y="5995680"/>
                  <a:ext cx="18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7677301D-8EC0-657A-B21F-2CAA28BF0ABB}"/>
                    </a:ext>
                  </a:extLst>
                </p14:cNvPr>
                <p14:cNvContentPartPr/>
                <p14:nvPr/>
              </p14:nvContentPartPr>
              <p14:xfrm>
                <a:off x="7732720" y="6009360"/>
                <a:ext cx="9360" cy="8280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7677301D-8EC0-657A-B21F-2CAA28BF0AB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724080" y="6000720"/>
                  <a:ext cx="27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BF7FCB68-1A13-FDE6-75D3-553A9C2B5CD6}"/>
                    </a:ext>
                  </a:extLst>
                </p14:cNvPr>
                <p14:cNvContentPartPr/>
                <p14:nvPr/>
              </p14:nvContentPartPr>
              <p14:xfrm>
                <a:off x="7772320" y="6034920"/>
                <a:ext cx="39960" cy="6768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BF7FCB68-1A13-FDE6-75D3-553A9C2B5CD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763680" y="6025920"/>
                  <a:ext cx="57600" cy="85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13" name="TextBox 712">
            <a:extLst>
              <a:ext uri="{FF2B5EF4-FFF2-40B4-BE49-F238E27FC236}">
                <a16:creationId xmlns:a16="http://schemas.microsoft.com/office/drawing/2014/main" id="{D89180F1-3848-7BAB-1EB4-BF6644557ED7}"/>
              </a:ext>
            </a:extLst>
          </p:cNvPr>
          <p:cNvSpPr txBox="1"/>
          <p:nvPr/>
        </p:nvSpPr>
        <p:spPr>
          <a:xfrm rot="16200000">
            <a:off x="6491297" y="6432207"/>
            <a:ext cx="979755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Tot admissions</a:t>
            </a:r>
            <a:endParaRPr dirty="0"/>
          </a:p>
        </p:txBody>
      </p: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82E66589-8E51-087B-A6BA-D0CA0562B831}"/>
              </a:ext>
            </a:extLst>
          </p:cNvPr>
          <p:cNvCxnSpPr/>
          <p:nvPr/>
        </p:nvCxnSpPr>
        <p:spPr>
          <a:xfrm>
            <a:off x="10308344" y="7476720"/>
            <a:ext cx="2584062" cy="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Flowchart: Process 718">
            <a:extLst>
              <a:ext uri="{FF2B5EF4-FFF2-40B4-BE49-F238E27FC236}">
                <a16:creationId xmlns:a16="http://schemas.microsoft.com/office/drawing/2014/main" id="{24D12679-8C3A-27F3-FD03-22D166E4179B}"/>
              </a:ext>
            </a:extLst>
          </p:cNvPr>
          <p:cNvSpPr/>
          <p:nvPr/>
        </p:nvSpPr>
        <p:spPr>
          <a:xfrm flipV="1">
            <a:off x="10456919" y="5972985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1" name="Flowchart: Process 720">
            <a:extLst>
              <a:ext uri="{FF2B5EF4-FFF2-40B4-BE49-F238E27FC236}">
                <a16:creationId xmlns:a16="http://schemas.microsoft.com/office/drawing/2014/main" id="{1B3D651F-466F-1150-7817-61851C8105A5}"/>
              </a:ext>
            </a:extLst>
          </p:cNvPr>
          <p:cNvSpPr/>
          <p:nvPr/>
        </p:nvSpPr>
        <p:spPr>
          <a:xfrm flipV="1">
            <a:off x="10701007" y="6126358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3" name="Flowchart: Process 722">
            <a:extLst>
              <a:ext uri="{FF2B5EF4-FFF2-40B4-BE49-F238E27FC236}">
                <a16:creationId xmlns:a16="http://schemas.microsoft.com/office/drawing/2014/main" id="{26CBE197-8BC3-B91A-AE3F-8F0BF7CBC924}"/>
              </a:ext>
            </a:extLst>
          </p:cNvPr>
          <p:cNvSpPr/>
          <p:nvPr/>
        </p:nvSpPr>
        <p:spPr>
          <a:xfrm flipV="1">
            <a:off x="11087399" y="5983420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5" name="Flowchart: Process 724">
            <a:extLst>
              <a:ext uri="{FF2B5EF4-FFF2-40B4-BE49-F238E27FC236}">
                <a16:creationId xmlns:a16="http://schemas.microsoft.com/office/drawing/2014/main" id="{6C4BB6F2-4499-DF6F-CD66-67C2E8E1758F}"/>
              </a:ext>
            </a:extLst>
          </p:cNvPr>
          <p:cNvSpPr/>
          <p:nvPr/>
        </p:nvSpPr>
        <p:spPr>
          <a:xfrm flipV="1">
            <a:off x="11331487" y="6136793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7" name="Flowchart: Process 726">
            <a:extLst>
              <a:ext uri="{FF2B5EF4-FFF2-40B4-BE49-F238E27FC236}">
                <a16:creationId xmlns:a16="http://schemas.microsoft.com/office/drawing/2014/main" id="{99044D7E-117C-07FB-3DDF-F57260269905}"/>
              </a:ext>
            </a:extLst>
          </p:cNvPr>
          <p:cNvSpPr/>
          <p:nvPr/>
        </p:nvSpPr>
        <p:spPr>
          <a:xfrm flipV="1">
            <a:off x="11717084" y="5983187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9" name="Flowchart: Process 728">
            <a:extLst>
              <a:ext uri="{FF2B5EF4-FFF2-40B4-BE49-F238E27FC236}">
                <a16:creationId xmlns:a16="http://schemas.microsoft.com/office/drawing/2014/main" id="{9AA86AC0-64B4-BE92-3514-67E1C5E65B17}"/>
              </a:ext>
            </a:extLst>
          </p:cNvPr>
          <p:cNvSpPr/>
          <p:nvPr/>
        </p:nvSpPr>
        <p:spPr>
          <a:xfrm flipV="1">
            <a:off x="11961172" y="6136560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1" name="Flowchart: Process 730">
            <a:extLst>
              <a:ext uri="{FF2B5EF4-FFF2-40B4-BE49-F238E27FC236}">
                <a16:creationId xmlns:a16="http://schemas.microsoft.com/office/drawing/2014/main" id="{561D78AB-0892-F156-9AB3-73F5A71C5A80}"/>
              </a:ext>
            </a:extLst>
          </p:cNvPr>
          <p:cNvSpPr/>
          <p:nvPr/>
        </p:nvSpPr>
        <p:spPr>
          <a:xfrm flipV="1">
            <a:off x="12331275" y="5972985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3" name="Flowchart: Process 732">
            <a:extLst>
              <a:ext uri="{FF2B5EF4-FFF2-40B4-BE49-F238E27FC236}">
                <a16:creationId xmlns:a16="http://schemas.microsoft.com/office/drawing/2014/main" id="{18AC0190-7C02-2EC8-443B-84BF1CE22D56}"/>
              </a:ext>
            </a:extLst>
          </p:cNvPr>
          <p:cNvSpPr/>
          <p:nvPr/>
        </p:nvSpPr>
        <p:spPr>
          <a:xfrm flipV="1">
            <a:off x="12575363" y="6126358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44" name="Group 743">
            <a:extLst>
              <a:ext uri="{FF2B5EF4-FFF2-40B4-BE49-F238E27FC236}">
                <a16:creationId xmlns:a16="http://schemas.microsoft.com/office/drawing/2014/main" id="{EC5C4B04-085F-DB32-7099-1A27690E7D78}"/>
              </a:ext>
            </a:extLst>
          </p:cNvPr>
          <p:cNvGrpSpPr/>
          <p:nvPr/>
        </p:nvGrpSpPr>
        <p:grpSpPr>
          <a:xfrm>
            <a:off x="10492200" y="7530300"/>
            <a:ext cx="261720" cy="117720"/>
            <a:chOff x="10492200" y="7530300"/>
            <a:chExt cx="261720" cy="11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66ED1E2C-BEC5-B1C8-4750-7DE0C94B3E64}"/>
                    </a:ext>
                  </a:extLst>
                </p14:cNvPr>
                <p14:cNvContentPartPr/>
                <p14:nvPr/>
              </p14:nvContentPartPr>
              <p14:xfrm>
                <a:off x="10492200" y="7537860"/>
                <a:ext cx="2160" cy="10404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66ED1E2C-BEC5-B1C8-4750-7DE0C94B3E64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483560" y="7529220"/>
                  <a:ext cx="198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1123FA51-77A4-B21F-EF99-1FFF9E5BF32E}"/>
                    </a:ext>
                  </a:extLst>
                </p14:cNvPr>
                <p14:cNvContentPartPr/>
                <p14:nvPr/>
              </p14:nvContentPartPr>
              <p14:xfrm>
                <a:off x="10540080" y="7530300"/>
                <a:ext cx="7560" cy="1076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1123FA51-77A4-B21F-EF99-1FFF9E5BF32E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531440" y="7521300"/>
                  <a:ext cx="252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5587FC9B-A387-0F00-7F9E-9E5A55F8F14D}"/>
                    </a:ext>
                  </a:extLst>
                </p14:cNvPr>
                <p14:cNvContentPartPr/>
                <p14:nvPr/>
              </p14:nvContentPartPr>
              <p14:xfrm>
                <a:off x="10507680" y="7596540"/>
                <a:ext cx="30240" cy="720"/>
              </p14:xfrm>
            </p:contentPart>
          </mc:Choice>
          <mc:Fallback xmlns=""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5587FC9B-A387-0F00-7F9E-9E5A55F8F14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0499040" y="7587900"/>
                  <a:ext cx="478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DC30C00D-F630-949D-B01C-72D167F21013}"/>
                    </a:ext>
                  </a:extLst>
                </p14:cNvPr>
                <p14:cNvContentPartPr/>
                <p14:nvPr/>
              </p14:nvContentPartPr>
              <p14:xfrm>
                <a:off x="10583640" y="7560180"/>
                <a:ext cx="45000" cy="5148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DC30C00D-F630-949D-B01C-72D167F2101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0574640" y="7551540"/>
                  <a:ext cx="626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1707EE37-F637-57C2-A553-7602024AC1EF}"/>
                    </a:ext>
                  </a:extLst>
                </p14:cNvPr>
                <p14:cNvContentPartPr/>
                <p14:nvPr/>
              </p14:nvContentPartPr>
              <p14:xfrm>
                <a:off x="10659600" y="7554420"/>
                <a:ext cx="49680" cy="5904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1707EE37-F637-57C2-A553-7602024AC1EF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0650960" y="7545780"/>
                  <a:ext cx="67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3DCDACCE-E1A3-9942-5091-1022BB4475A2}"/>
                    </a:ext>
                  </a:extLst>
                </p14:cNvPr>
                <p14:cNvContentPartPr/>
                <p14:nvPr/>
              </p14:nvContentPartPr>
              <p14:xfrm>
                <a:off x="10746000" y="7549380"/>
                <a:ext cx="7920" cy="98640"/>
              </p14:xfrm>
            </p:contentPart>
          </mc:Choice>
          <mc:Fallback xmlns=""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3DCDACCE-E1A3-9942-5091-1022BB4475A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737000" y="7540380"/>
                  <a:ext cx="2556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4" name="Group 753">
            <a:extLst>
              <a:ext uri="{FF2B5EF4-FFF2-40B4-BE49-F238E27FC236}">
                <a16:creationId xmlns:a16="http://schemas.microsoft.com/office/drawing/2014/main" id="{549BB789-B349-626B-B502-AC24C66850C2}"/>
              </a:ext>
            </a:extLst>
          </p:cNvPr>
          <p:cNvGrpSpPr/>
          <p:nvPr/>
        </p:nvGrpSpPr>
        <p:grpSpPr>
          <a:xfrm>
            <a:off x="11142075" y="7536060"/>
            <a:ext cx="330840" cy="101880"/>
            <a:chOff x="11142075" y="7536060"/>
            <a:chExt cx="330840" cy="10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E64E6686-6032-72FE-EBC1-C1EDF9B0FC6E}"/>
                    </a:ext>
                  </a:extLst>
                </p14:cNvPr>
                <p14:cNvContentPartPr/>
                <p14:nvPr/>
              </p14:nvContentPartPr>
              <p14:xfrm>
                <a:off x="11142075" y="7537860"/>
                <a:ext cx="360" cy="90000"/>
              </p14:xfrm>
            </p:contentPart>
          </mc:Choice>
          <mc:Fallback xmlns=""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E64E6686-6032-72FE-EBC1-C1EDF9B0FC6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1133435" y="7529220"/>
                  <a:ext cx="18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E2149322-84A1-7E32-0083-CDAD3438222A}"/>
                    </a:ext>
                  </a:extLst>
                </p14:cNvPr>
                <p14:cNvContentPartPr/>
                <p14:nvPr/>
              </p14:nvContentPartPr>
              <p14:xfrm>
                <a:off x="11187795" y="7536060"/>
                <a:ext cx="10080" cy="101880"/>
              </p14:xfrm>
            </p:contentPart>
          </mc:Choice>
          <mc:Fallback xmlns=""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E2149322-84A1-7E32-0083-CDAD3438222A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1179155" y="7527060"/>
                  <a:ext cx="27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63311AE1-F867-7E91-6F14-2F9B22E4921E}"/>
                    </a:ext>
                  </a:extLst>
                </p14:cNvPr>
                <p14:cNvContentPartPr/>
                <p14:nvPr/>
              </p14:nvContentPartPr>
              <p14:xfrm>
                <a:off x="11168715" y="7583940"/>
                <a:ext cx="28440" cy="3600"/>
              </p14:xfrm>
            </p:contentPart>
          </mc:Choice>
          <mc:Fallback xmlns=""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63311AE1-F867-7E91-6F14-2F9B22E4921E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1160075" y="7575300"/>
                  <a:ext cx="46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13A6BF31-9588-D2F8-1A98-36A10E9BF098}"/>
                    </a:ext>
                  </a:extLst>
                </p14:cNvPr>
                <p14:cNvContentPartPr/>
                <p14:nvPr/>
              </p14:nvContentPartPr>
              <p14:xfrm>
                <a:off x="11229195" y="7562700"/>
                <a:ext cx="44280" cy="44640"/>
              </p14:xfrm>
            </p:contentPart>
          </mc:Choice>
          <mc:Fallback xmlns=""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13A6BF31-9588-D2F8-1A98-36A10E9BF098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1220195" y="7553700"/>
                  <a:ext cx="61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422292AF-6D9D-CB6D-4F43-7CC3DF205D87}"/>
                    </a:ext>
                  </a:extLst>
                </p14:cNvPr>
                <p14:cNvContentPartPr/>
                <p14:nvPr/>
              </p14:nvContentPartPr>
              <p14:xfrm>
                <a:off x="11292555" y="7558380"/>
                <a:ext cx="48960" cy="3384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422292AF-6D9D-CB6D-4F43-7CC3DF205D8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1283555" y="7549380"/>
                  <a:ext cx="66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C6D28B8E-FA74-1BB4-5DC1-F1BBFFFE9398}"/>
                    </a:ext>
                  </a:extLst>
                </p14:cNvPr>
                <p14:cNvContentPartPr/>
                <p14:nvPr/>
              </p14:nvContentPartPr>
              <p14:xfrm>
                <a:off x="11373915" y="7541460"/>
                <a:ext cx="99000" cy="6228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C6D28B8E-FA74-1BB4-5DC1-F1BBFFFE939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364915" y="7532460"/>
                  <a:ext cx="11664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2" name="Group 761">
            <a:extLst>
              <a:ext uri="{FF2B5EF4-FFF2-40B4-BE49-F238E27FC236}">
                <a16:creationId xmlns:a16="http://schemas.microsoft.com/office/drawing/2014/main" id="{84DCB2BF-EF1A-2E6A-2CC8-84A4DE251E86}"/>
              </a:ext>
            </a:extLst>
          </p:cNvPr>
          <p:cNvGrpSpPr/>
          <p:nvPr/>
        </p:nvGrpSpPr>
        <p:grpSpPr>
          <a:xfrm>
            <a:off x="11824185" y="7538940"/>
            <a:ext cx="263160" cy="75240"/>
            <a:chOff x="11824185" y="7538940"/>
            <a:chExt cx="263160" cy="7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5E68EC15-0DD2-C08A-99D4-1D8DB2ECB412}"/>
                    </a:ext>
                  </a:extLst>
                </p14:cNvPr>
                <p14:cNvContentPartPr/>
                <p14:nvPr/>
              </p14:nvContentPartPr>
              <p14:xfrm>
                <a:off x="11824185" y="7549380"/>
                <a:ext cx="1080" cy="6408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5E68EC15-0DD2-C08A-99D4-1D8DB2ECB412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815185" y="7540380"/>
                  <a:ext cx="18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82A1E4A9-6077-D594-09E7-A6DA450C6E0F}"/>
                    </a:ext>
                  </a:extLst>
                </p14:cNvPr>
                <p14:cNvContentPartPr/>
                <p14:nvPr/>
              </p14:nvContentPartPr>
              <p14:xfrm>
                <a:off x="11859105" y="7541820"/>
                <a:ext cx="2160" cy="68400"/>
              </p14:xfrm>
            </p:contentPart>
          </mc:Choice>
          <mc:Fallback xmlns=""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82A1E4A9-6077-D594-09E7-A6DA450C6E0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850105" y="7532820"/>
                  <a:ext cx="19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B6654AF2-406B-D558-29DC-FFBE0EA52C7F}"/>
                    </a:ext>
                  </a:extLst>
                </p14:cNvPr>
                <p14:cNvContentPartPr/>
                <p14:nvPr/>
              </p14:nvContentPartPr>
              <p14:xfrm>
                <a:off x="11839305" y="7579260"/>
                <a:ext cx="25200" cy="864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B6654AF2-406B-D558-29DC-FFBE0EA52C7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1830665" y="7570620"/>
                  <a:ext cx="42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F688134B-DCB7-ECBA-2B10-02D455EA0F33}"/>
                    </a:ext>
                  </a:extLst>
                </p14:cNvPr>
                <p14:cNvContentPartPr/>
                <p14:nvPr/>
              </p14:nvContentPartPr>
              <p14:xfrm>
                <a:off x="11901585" y="7565940"/>
                <a:ext cx="34920" cy="4608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F688134B-DCB7-ECBA-2B10-02D455EA0F3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892945" y="7557300"/>
                  <a:ext cx="52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760" name="Ink 759">
                  <a:extLst>
                    <a:ext uri="{FF2B5EF4-FFF2-40B4-BE49-F238E27FC236}">
                      <a16:creationId xmlns:a16="http://schemas.microsoft.com/office/drawing/2014/main" id="{0AFAC533-263F-0730-A1C0-B050F4A5D4AC}"/>
                    </a:ext>
                  </a:extLst>
                </p14:cNvPr>
                <p14:cNvContentPartPr/>
                <p14:nvPr/>
              </p14:nvContentPartPr>
              <p14:xfrm>
                <a:off x="11976465" y="7565940"/>
                <a:ext cx="39600" cy="48240"/>
              </p14:xfrm>
            </p:contentPart>
          </mc:Choice>
          <mc:Fallback xmlns="">
            <p:pic>
              <p:nvPicPr>
                <p:cNvPr id="760" name="Ink 759">
                  <a:extLst>
                    <a:ext uri="{FF2B5EF4-FFF2-40B4-BE49-F238E27FC236}">
                      <a16:creationId xmlns:a16="http://schemas.microsoft.com/office/drawing/2014/main" id="{0AFAC533-263F-0730-A1C0-B050F4A5D4AC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967825" y="7557300"/>
                  <a:ext cx="57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C7AD7B40-2FBD-A3AF-6274-F1A2F9AD2F23}"/>
                    </a:ext>
                  </a:extLst>
                </p14:cNvPr>
                <p14:cNvContentPartPr/>
                <p14:nvPr/>
              </p14:nvContentPartPr>
              <p14:xfrm>
                <a:off x="12037665" y="7538940"/>
                <a:ext cx="49680" cy="6228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C7AD7B40-2FBD-A3AF-6274-F1A2F9AD2F23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2028665" y="7529940"/>
                  <a:ext cx="6732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7" name="Group 766">
            <a:extLst>
              <a:ext uri="{FF2B5EF4-FFF2-40B4-BE49-F238E27FC236}">
                <a16:creationId xmlns:a16="http://schemas.microsoft.com/office/drawing/2014/main" id="{BC7A8C68-F285-AF68-0C61-89C16BDBFEFF}"/>
              </a:ext>
            </a:extLst>
          </p:cNvPr>
          <p:cNvGrpSpPr/>
          <p:nvPr/>
        </p:nvGrpSpPr>
        <p:grpSpPr>
          <a:xfrm>
            <a:off x="12427905" y="7581780"/>
            <a:ext cx="153000" cy="7920"/>
            <a:chOff x="12427905" y="7581780"/>
            <a:chExt cx="153000" cy="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6467BF4A-BB96-234D-A306-765A934711B3}"/>
                    </a:ext>
                  </a:extLst>
                </p14:cNvPr>
                <p14:cNvContentPartPr/>
                <p14:nvPr/>
              </p14:nvContentPartPr>
              <p14:xfrm>
                <a:off x="12427905" y="7583580"/>
                <a:ext cx="720" cy="36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6467BF4A-BB96-234D-A306-765A934711B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2419265" y="7574940"/>
                  <a:ext cx="18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3E89BA52-49DC-0736-4311-5A2583B3A0E1}"/>
                    </a:ext>
                  </a:extLst>
                </p14:cNvPr>
                <p14:cNvContentPartPr/>
                <p14:nvPr/>
              </p14:nvContentPartPr>
              <p14:xfrm>
                <a:off x="12479385" y="7583580"/>
                <a:ext cx="360" cy="1440"/>
              </p14:xfrm>
            </p:contentPart>
          </mc:Choice>
          <mc:Fallback xmlns=""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3E89BA52-49DC-0736-4311-5A2583B3A0E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470745" y="757494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5DE92D7B-80F5-05E3-0C20-4D9B0DA0EE62}"/>
                    </a:ext>
                  </a:extLst>
                </p14:cNvPr>
                <p14:cNvContentPartPr/>
                <p14:nvPr/>
              </p14:nvContentPartPr>
              <p14:xfrm>
                <a:off x="12529065" y="7581780"/>
                <a:ext cx="1440" cy="36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5DE92D7B-80F5-05E3-0C20-4D9B0DA0EE6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520065" y="7572780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345E3372-12AD-41E9-B438-4662C2B07D5F}"/>
                    </a:ext>
                  </a:extLst>
                </p14:cNvPr>
                <p14:cNvContentPartPr/>
                <p14:nvPr/>
              </p14:nvContentPartPr>
              <p14:xfrm>
                <a:off x="12580545" y="7589340"/>
                <a:ext cx="360" cy="36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345E3372-12AD-41E9-B438-4662C2B07D5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571545" y="75803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70" name="TextBox 769">
            <a:extLst>
              <a:ext uri="{FF2B5EF4-FFF2-40B4-BE49-F238E27FC236}">
                <a16:creationId xmlns:a16="http://schemas.microsoft.com/office/drawing/2014/main" id="{C7C5137C-4820-F09E-F44E-C1946D857B53}"/>
              </a:ext>
            </a:extLst>
          </p:cNvPr>
          <p:cNvSpPr txBox="1"/>
          <p:nvPr/>
        </p:nvSpPr>
        <p:spPr>
          <a:xfrm rot="16200000">
            <a:off x="9309240" y="6491592"/>
            <a:ext cx="1651414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sz="800" dirty="0"/>
              <a:t>Admission and discharge count</a:t>
            </a:r>
            <a:endParaRPr sz="800" dirty="0"/>
          </a:p>
        </p:txBody>
      </p:sp>
      <p:grpSp>
        <p:nvGrpSpPr>
          <p:cNvPr id="775" name="Group 774">
            <a:extLst>
              <a:ext uri="{FF2B5EF4-FFF2-40B4-BE49-F238E27FC236}">
                <a16:creationId xmlns:a16="http://schemas.microsoft.com/office/drawing/2014/main" id="{00944821-1787-B371-646B-C99E2B632878}"/>
              </a:ext>
            </a:extLst>
          </p:cNvPr>
          <p:cNvGrpSpPr/>
          <p:nvPr/>
        </p:nvGrpSpPr>
        <p:grpSpPr>
          <a:xfrm>
            <a:off x="10520700" y="5878590"/>
            <a:ext cx="346320" cy="235800"/>
            <a:chOff x="10520700" y="5878590"/>
            <a:chExt cx="34632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14847313-5BDC-7CA0-0009-B491BE087FF8}"/>
                    </a:ext>
                  </a:extLst>
                </p14:cNvPr>
                <p14:cNvContentPartPr/>
                <p14:nvPr/>
              </p14:nvContentPartPr>
              <p14:xfrm>
                <a:off x="10520700" y="5892630"/>
                <a:ext cx="42480" cy="7056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14847313-5BDC-7CA0-0009-B491BE087FF8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512060" y="5883990"/>
                  <a:ext cx="60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0E589F1E-956D-5F89-9E02-293179761A91}"/>
                    </a:ext>
                  </a:extLst>
                </p14:cNvPr>
                <p14:cNvContentPartPr/>
                <p14:nvPr/>
              </p14:nvContentPartPr>
              <p14:xfrm>
                <a:off x="10568940" y="5878590"/>
                <a:ext cx="52560" cy="5688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0E589F1E-956D-5F89-9E02-293179761A91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559940" y="5869590"/>
                  <a:ext cx="70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1C2A4847-1570-206E-147F-5A2564802963}"/>
                    </a:ext>
                  </a:extLst>
                </p14:cNvPr>
                <p14:cNvContentPartPr/>
                <p14:nvPr/>
              </p14:nvContentPartPr>
              <p14:xfrm>
                <a:off x="10759020" y="6024390"/>
                <a:ext cx="87480" cy="6336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1C2A4847-1570-206E-147F-5A2564802963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0750380" y="6015750"/>
                  <a:ext cx="105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54708971-715C-5AB7-1513-E58095528689}"/>
                    </a:ext>
                  </a:extLst>
                </p14:cNvPr>
                <p14:cNvContentPartPr/>
                <p14:nvPr/>
              </p14:nvContentPartPr>
              <p14:xfrm>
                <a:off x="10842900" y="6019710"/>
                <a:ext cx="24120" cy="9468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54708971-715C-5AB7-1513-E58095528689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833900" y="6010710"/>
                  <a:ext cx="4176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9" name="Group 778">
            <a:extLst>
              <a:ext uri="{FF2B5EF4-FFF2-40B4-BE49-F238E27FC236}">
                <a16:creationId xmlns:a16="http://schemas.microsoft.com/office/drawing/2014/main" id="{98F5775E-64FD-7439-2FC6-02752EA8985D}"/>
              </a:ext>
            </a:extLst>
          </p:cNvPr>
          <p:cNvGrpSpPr/>
          <p:nvPr/>
        </p:nvGrpSpPr>
        <p:grpSpPr>
          <a:xfrm>
            <a:off x="11132700" y="5880390"/>
            <a:ext cx="108360" cy="114120"/>
            <a:chOff x="11132700" y="5880390"/>
            <a:chExt cx="108360" cy="1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49044692-F338-11C9-2631-2FB0FE08CE7F}"/>
                    </a:ext>
                  </a:extLst>
                </p14:cNvPr>
                <p14:cNvContentPartPr/>
                <p14:nvPr/>
              </p14:nvContentPartPr>
              <p14:xfrm>
                <a:off x="11132700" y="5880390"/>
                <a:ext cx="20160" cy="612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49044692-F338-11C9-2631-2FB0FE08CE7F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1123700" y="5871750"/>
                  <a:ext cx="37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5FD1F53B-E425-9B1A-5359-C19951E5F3C8}"/>
                    </a:ext>
                  </a:extLst>
                </p14:cNvPr>
                <p14:cNvContentPartPr/>
                <p14:nvPr/>
              </p14:nvContentPartPr>
              <p14:xfrm>
                <a:off x="11132700" y="5901630"/>
                <a:ext cx="35640" cy="9288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5FD1F53B-E425-9B1A-5359-C19951E5F3C8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1123700" y="5892630"/>
                  <a:ext cx="53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ECAD8F07-EDBC-54F3-C41E-D91641C2315E}"/>
                    </a:ext>
                  </a:extLst>
                </p14:cNvPr>
                <p14:cNvContentPartPr/>
                <p14:nvPr/>
              </p14:nvContentPartPr>
              <p14:xfrm>
                <a:off x="11192820" y="5882910"/>
                <a:ext cx="48240" cy="6264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ECAD8F07-EDBC-54F3-C41E-D91641C2315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1183820" y="5873910"/>
                  <a:ext cx="6588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2" name="Group 781">
            <a:extLst>
              <a:ext uri="{FF2B5EF4-FFF2-40B4-BE49-F238E27FC236}">
                <a16:creationId xmlns:a16="http://schemas.microsoft.com/office/drawing/2014/main" id="{F0CBB394-214E-5F1E-7D25-9C979B54379F}"/>
              </a:ext>
            </a:extLst>
          </p:cNvPr>
          <p:cNvGrpSpPr/>
          <p:nvPr/>
        </p:nvGrpSpPr>
        <p:grpSpPr>
          <a:xfrm>
            <a:off x="11395500" y="6024390"/>
            <a:ext cx="126360" cy="81360"/>
            <a:chOff x="11395500" y="6024390"/>
            <a:chExt cx="126360" cy="8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259598CD-40D2-39F6-4E44-72F10045BBD7}"/>
                    </a:ext>
                  </a:extLst>
                </p14:cNvPr>
                <p14:cNvContentPartPr/>
                <p14:nvPr/>
              </p14:nvContentPartPr>
              <p14:xfrm>
                <a:off x="11395500" y="6038790"/>
                <a:ext cx="63360" cy="6696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259598CD-40D2-39F6-4E44-72F10045BBD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386500" y="6029790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3AE75E01-191A-77F8-29F8-6947A0D7DA5D}"/>
                    </a:ext>
                  </a:extLst>
                </p14:cNvPr>
                <p14:cNvContentPartPr/>
                <p14:nvPr/>
              </p14:nvContentPartPr>
              <p14:xfrm>
                <a:off x="11487300" y="6024390"/>
                <a:ext cx="34560" cy="6912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3AE75E01-191A-77F8-29F8-6947A0D7DA5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478660" y="6015390"/>
                  <a:ext cx="5220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648AD408-C7A2-C88F-5178-100DDA39009B}"/>
              </a:ext>
            </a:extLst>
          </p:cNvPr>
          <p:cNvGrpSpPr/>
          <p:nvPr/>
        </p:nvGrpSpPr>
        <p:grpSpPr>
          <a:xfrm>
            <a:off x="11711940" y="5849070"/>
            <a:ext cx="171720" cy="68040"/>
            <a:chOff x="11711940" y="5849070"/>
            <a:chExt cx="171720" cy="6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41961DDF-99E5-A279-5059-198120F1EB06}"/>
                    </a:ext>
                  </a:extLst>
                </p14:cNvPr>
                <p14:cNvContentPartPr/>
                <p14:nvPr/>
              </p14:nvContentPartPr>
              <p14:xfrm>
                <a:off x="11723100" y="5849070"/>
                <a:ext cx="59760" cy="6804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41961DDF-99E5-A279-5059-198120F1EB0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1714460" y="5840070"/>
                  <a:ext cx="77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E6C23B15-1083-229F-B9E1-BB082917C5BD}"/>
                    </a:ext>
                  </a:extLst>
                </p14:cNvPr>
                <p14:cNvContentPartPr/>
                <p14:nvPr/>
              </p14:nvContentPartPr>
              <p14:xfrm>
                <a:off x="11711940" y="5890110"/>
                <a:ext cx="102960" cy="19440"/>
              </p14:xfrm>
            </p:contentPart>
          </mc:Choice>
          <mc:Fallback xmlns=""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E6C23B15-1083-229F-B9E1-BB082917C5BD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1702940" y="5881470"/>
                  <a:ext cx="120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8B982692-F76C-D686-0770-BD3C97622540}"/>
                    </a:ext>
                  </a:extLst>
                </p14:cNvPr>
                <p14:cNvContentPartPr/>
                <p14:nvPr/>
              </p14:nvContentPartPr>
              <p14:xfrm>
                <a:off x="11833260" y="5873910"/>
                <a:ext cx="50400" cy="39960"/>
              </p14:xfrm>
            </p:contentPart>
          </mc:Choice>
          <mc:Fallback xmlns=""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8B982692-F76C-D686-0770-BD3C97622540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1824620" y="5864910"/>
                  <a:ext cx="680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1C0C8E70-6A6B-E450-31F1-5C3231A3294A}"/>
                    </a:ext>
                  </a:extLst>
                </p14:cNvPr>
                <p14:cNvContentPartPr/>
                <p14:nvPr/>
              </p14:nvContentPartPr>
              <p14:xfrm>
                <a:off x="11856660" y="5867070"/>
                <a:ext cx="3960" cy="360"/>
              </p14:xfrm>
            </p:contentPart>
          </mc:Choice>
          <mc:Fallback xmlns=""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1C0C8E70-6A6B-E450-31F1-5C3231A3294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48020" y="5858430"/>
                  <a:ext cx="216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0" name="Group 789">
            <a:extLst>
              <a:ext uri="{FF2B5EF4-FFF2-40B4-BE49-F238E27FC236}">
                <a16:creationId xmlns:a16="http://schemas.microsoft.com/office/drawing/2014/main" id="{BC2617E1-DE0F-3542-CA8B-71F28241745D}"/>
              </a:ext>
            </a:extLst>
          </p:cNvPr>
          <p:cNvGrpSpPr/>
          <p:nvPr/>
        </p:nvGrpSpPr>
        <p:grpSpPr>
          <a:xfrm>
            <a:off x="12024060" y="6004230"/>
            <a:ext cx="96480" cy="72000"/>
            <a:chOff x="12024060" y="6004230"/>
            <a:chExt cx="96480" cy="7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DD592AF6-D053-8B3A-FAAA-5F1BF216105C}"/>
                    </a:ext>
                  </a:extLst>
                </p14:cNvPr>
                <p14:cNvContentPartPr/>
                <p14:nvPr/>
              </p14:nvContentPartPr>
              <p14:xfrm>
                <a:off x="12024060" y="6004230"/>
                <a:ext cx="27360" cy="7200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DD592AF6-D053-8B3A-FAAA-5F1BF216105C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2015420" y="5995590"/>
                  <a:ext cx="45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AE88B3AA-3915-4AB9-3E0A-0B0D1E2D74EE}"/>
                    </a:ext>
                  </a:extLst>
                </p14:cNvPr>
                <p14:cNvContentPartPr/>
                <p14:nvPr/>
              </p14:nvContentPartPr>
              <p14:xfrm>
                <a:off x="12081660" y="6015030"/>
                <a:ext cx="38880" cy="44280"/>
              </p14:xfrm>
            </p:contentPart>
          </mc:Choice>
          <mc:Fallback xmlns=""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AE88B3AA-3915-4AB9-3E0A-0B0D1E2D74EE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2073020" y="6006030"/>
                  <a:ext cx="5652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7">
            <p14:nvContentPartPr>
              <p14:cNvPr id="791" name="Ink 790">
                <a:extLst>
                  <a:ext uri="{FF2B5EF4-FFF2-40B4-BE49-F238E27FC236}">
                    <a16:creationId xmlns:a16="http://schemas.microsoft.com/office/drawing/2014/main" id="{FADA0917-504F-CFDE-02DE-5D0691F9CBC1}"/>
                  </a:ext>
                </a:extLst>
              </p14:cNvPr>
              <p14:cNvContentPartPr/>
              <p14:nvPr/>
            </p14:nvContentPartPr>
            <p14:xfrm>
              <a:off x="12367140" y="5848350"/>
              <a:ext cx="360" cy="54000"/>
            </p14:xfrm>
          </p:contentPart>
        </mc:Choice>
        <mc:Fallback xmlns="">
          <p:pic>
            <p:nvPicPr>
              <p:cNvPr id="791" name="Ink 790">
                <a:extLst>
                  <a:ext uri="{FF2B5EF4-FFF2-40B4-BE49-F238E27FC236}">
                    <a16:creationId xmlns:a16="http://schemas.microsoft.com/office/drawing/2014/main" id="{FADA0917-504F-CFDE-02DE-5D0691F9CBC1}"/>
                  </a:ext>
                </a:extLst>
              </p:cNvPr>
              <p:cNvPicPr/>
              <p:nvPr/>
            </p:nvPicPr>
            <p:blipFill>
              <a:blip r:embed="rId548"/>
              <a:stretch>
                <a:fillRect/>
              </a:stretch>
            </p:blipFill>
            <p:spPr>
              <a:xfrm>
                <a:off x="12358140" y="5839350"/>
                <a:ext cx="1800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6" name="Group 795">
            <a:extLst>
              <a:ext uri="{FF2B5EF4-FFF2-40B4-BE49-F238E27FC236}">
                <a16:creationId xmlns:a16="http://schemas.microsoft.com/office/drawing/2014/main" id="{D02F245A-CBA8-7BC7-202C-2AF7F4D948AD}"/>
              </a:ext>
            </a:extLst>
          </p:cNvPr>
          <p:cNvGrpSpPr/>
          <p:nvPr/>
        </p:nvGrpSpPr>
        <p:grpSpPr>
          <a:xfrm>
            <a:off x="12397380" y="5838990"/>
            <a:ext cx="157680" cy="71280"/>
            <a:chOff x="12397380" y="5838990"/>
            <a:chExt cx="157680" cy="7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794" name="Ink 793">
                  <a:extLst>
                    <a:ext uri="{FF2B5EF4-FFF2-40B4-BE49-F238E27FC236}">
                      <a16:creationId xmlns:a16="http://schemas.microsoft.com/office/drawing/2014/main" id="{B57F4AB1-2E08-68B6-ED50-4FADEAF7A1FE}"/>
                    </a:ext>
                  </a:extLst>
                </p14:cNvPr>
                <p14:cNvContentPartPr/>
                <p14:nvPr/>
              </p14:nvContentPartPr>
              <p14:xfrm>
                <a:off x="12397380" y="5849430"/>
                <a:ext cx="69120" cy="60840"/>
              </p14:xfrm>
            </p:contentPart>
          </mc:Choice>
          <mc:Fallback xmlns="">
            <p:pic>
              <p:nvPicPr>
                <p:cNvPr id="794" name="Ink 793">
                  <a:extLst>
                    <a:ext uri="{FF2B5EF4-FFF2-40B4-BE49-F238E27FC236}">
                      <a16:creationId xmlns:a16="http://schemas.microsoft.com/office/drawing/2014/main" id="{B57F4AB1-2E08-68B6-ED50-4FADEAF7A1FE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2388740" y="5840430"/>
                  <a:ext cx="867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9EC6F262-3231-24B2-EE4B-DD00F42C1D2B}"/>
                    </a:ext>
                  </a:extLst>
                </p14:cNvPr>
                <p14:cNvContentPartPr/>
                <p14:nvPr/>
              </p14:nvContentPartPr>
              <p14:xfrm>
                <a:off x="12492780" y="5838990"/>
                <a:ext cx="62280" cy="67320"/>
              </p14:xfrm>
            </p:contentPart>
          </mc:Choice>
          <mc:Fallback xmlns=""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9EC6F262-3231-24B2-EE4B-DD00F42C1D2B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2483780" y="5830350"/>
                  <a:ext cx="7992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0" name="Group 799">
            <a:extLst>
              <a:ext uri="{FF2B5EF4-FFF2-40B4-BE49-F238E27FC236}">
                <a16:creationId xmlns:a16="http://schemas.microsoft.com/office/drawing/2014/main" id="{EF0B5A80-9D4B-786B-EB4A-881D08D7CDCE}"/>
              </a:ext>
            </a:extLst>
          </p:cNvPr>
          <p:cNvGrpSpPr/>
          <p:nvPr/>
        </p:nvGrpSpPr>
        <p:grpSpPr>
          <a:xfrm>
            <a:off x="12622380" y="6022590"/>
            <a:ext cx="134640" cy="113760"/>
            <a:chOff x="12622380" y="6022590"/>
            <a:chExt cx="134640" cy="11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797" name="Ink 796">
                  <a:extLst>
                    <a:ext uri="{FF2B5EF4-FFF2-40B4-BE49-F238E27FC236}">
                      <a16:creationId xmlns:a16="http://schemas.microsoft.com/office/drawing/2014/main" id="{609C50BB-6475-3862-1F7D-8BDBC1A4AD98}"/>
                    </a:ext>
                  </a:extLst>
                </p14:cNvPr>
                <p14:cNvContentPartPr/>
                <p14:nvPr/>
              </p14:nvContentPartPr>
              <p14:xfrm>
                <a:off x="12644700" y="6027270"/>
                <a:ext cx="24840" cy="109080"/>
              </p14:xfrm>
            </p:contentPart>
          </mc:Choice>
          <mc:Fallback xmlns="">
            <p:pic>
              <p:nvPicPr>
                <p:cNvPr id="797" name="Ink 796">
                  <a:extLst>
                    <a:ext uri="{FF2B5EF4-FFF2-40B4-BE49-F238E27FC236}">
                      <a16:creationId xmlns:a16="http://schemas.microsoft.com/office/drawing/2014/main" id="{609C50BB-6475-3862-1F7D-8BDBC1A4AD98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2636060" y="6018270"/>
                  <a:ext cx="424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798" name="Ink 797">
                  <a:extLst>
                    <a:ext uri="{FF2B5EF4-FFF2-40B4-BE49-F238E27FC236}">
                      <a16:creationId xmlns:a16="http://schemas.microsoft.com/office/drawing/2014/main" id="{0B1E1331-31E6-0E48-47AA-450F6A588EE3}"/>
                    </a:ext>
                  </a:extLst>
                </p14:cNvPr>
                <p14:cNvContentPartPr/>
                <p14:nvPr/>
              </p14:nvContentPartPr>
              <p14:xfrm>
                <a:off x="12622380" y="6069030"/>
                <a:ext cx="95040" cy="34920"/>
              </p14:xfrm>
            </p:contentPart>
          </mc:Choice>
          <mc:Fallback xmlns="">
            <p:pic>
              <p:nvPicPr>
                <p:cNvPr id="798" name="Ink 797">
                  <a:extLst>
                    <a:ext uri="{FF2B5EF4-FFF2-40B4-BE49-F238E27FC236}">
                      <a16:creationId xmlns:a16="http://schemas.microsoft.com/office/drawing/2014/main" id="{0B1E1331-31E6-0E48-47AA-450F6A588EE3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2613380" y="6060390"/>
                  <a:ext cx="112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9B4F34FE-643B-1439-E83D-AD02D4787605}"/>
                    </a:ext>
                  </a:extLst>
                </p14:cNvPr>
                <p14:cNvContentPartPr/>
                <p14:nvPr/>
              </p14:nvContentPartPr>
              <p14:xfrm>
                <a:off x="12717060" y="6022590"/>
                <a:ext cx="39960" cy="63000"/>
              </p14:xfrm>
            </p:contentPart>
          </mc:Choice>
          <mc:Fallback xmlns=""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9B4F34FE-643B-1439-E83D-AD02D4787605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2708420" y="6013950"/>
                  <a:ext cx="57600" cy="80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02" name="Arrow: Bent 801">
            <a:extLst>
              <a:ext uri="{FF2B5EF4-FFF2-40B4-BE49-F238E27FC236}">
                <a16:creationId xmlns:a16="http://schemas.microsoft.com/office/drawing/2014/main" id="{964E07D7-185A-609C-F1AA-5FB4292BDADA}"/>
              </a:ext>
            </a:extLst>
          </p:cNvPr>
          <p:cNvSpPr/>
          <p:nvPr/>
        </p:nvSpPr>
        <p:spPr>
          <a:xfrm rot="5400000">
            <a:off x="13193772" y="334385"/>
            <a:ext cx="892778" cy="1291438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39653"/>
            </a:avLst>
          </a:prstGeom>
          <a:solidFill>
            <a:srgbClr val="FF0000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F0D7BFF3-69B4-86D4-C631-61EC31307BF6}"/>
              </a:ext>
            </a:extLst>
          </p:cNvPr>
          <p:cNvSpPr txBox="1"/>
          <p:nvPr/>
        </p:nvSpPr>
        <p:spPr>
          <a:xfrm>
            <a:off x="13413936" y="0"/>
            <a:ext cx="1272160" cy="5111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By clicking this filter symbol a hidden menu will appeared </a:t>
            </a:r>
            <a:endParaRPr dirty="0"/>
          </a:p>
        </p:txBody>
      </p:sp>
      <p:sp>
        <p:nvSpPr>
          <p:cNvPr id="806" name="Rectangle: Rounded Corners 805">
            <a:extLst>
              <a:ext uri="{FF2B5EF4-FFF2-40B4-BE49-F238E27FC236}">
                <a16:creationId xmlns:a16="http://schemas.microsoft.com/office/drawing/2014/main" id="{D7088040-CE34-8CF9-282F-82341606E6C4}"/>
              </a:ext>
            </a:extLst>
          </p:cNvPr>
          <p:cNvSpPr/>
          <p:nvPr/>
        </p:nvSpPr>
        <p:spPr>
          <a:xfrm>
            <a:off x="12950720" y="1528624"/>
            <a:ext cx="1990660" cy="5846576"/>
          </a:xfrm>
          <a:prstGeom prst="roundRect">
            <a:avLst/>
          </a:prstGeom>
          <a:solidFill>
            <a:srgbClr val="0F2D52">
              <a:alpha val="83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8" name="TextBox 807">
            <a:extLst>
              <a:ext uri="{FF2B5EF4-FFF2-40B4-BE49-F238E27FC236}">
                <a16:creationId xmlns:a16="http://schemas.microsoft.com/office/drawing/2014/main" id="{71F6ED5A-3548-C944-65DF-33C960189524}"/>
              </a:ext>
            </a:extLst>
          </p:cNvPr>
          <p:cNvSpPr txBox="1"/>
          <p:nvPr/>
        </p:nvSpPr>
        <p:spPr>
          <a:xfrm>
            <a:off x="13263872" y="1600071"/>
            <a:ext cx="1336263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sz="1200" dirty="0">
                <a:solidFill>
                  <a:schemeClr val="bg1"/>
                </a:solidFill>
              </a:rPr>
              <a:t>GLOBAL FILTERS</a:t>
            </a:r>
            <a:endParaRPr sz="1200" dirty="0">
              <a:solidFill>
                <a:schemeClr val="bg1"/>
              </a:solidFill>
            </a:endParaRPr>
          </a:p>
        </p:txBody>
      </p:sp>
      <p:cxnSp>
        <p:nvCxnSpPr>
          <p:cNvPr id="810" name="Straight Connector 809">
            <a:extLst>
              <a:ext uri="{FF2B5EF4-FFF2-40B4-BE49-F238E27FC236}">
                <a16:creationId xmlns:a16="http://schemas.microsoft.com/office/drawing/2014/main" id="{01288294-F557-B1B7-2D1C-CFAD604D399C}"/>
              </a:ext>
            </a:extLst>
          </p:cNvPr>
          <p:cNvCxnSpPr>
            <a:cxnSpLocks/>
          </p:cNvCxnSpPr>
          <p:nvPr/>
        </p:nvCxnSpPr>
        <p:spPr>
          <a:xfrm>
            <a:off x="13106438" y="1894880"/>
            <a:ext cx="16716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14" name="TextBox 813">
            <a:extLst>
              <a:ext uri="{FF2B5EF4-FFF2-40B4-BE49-F238E27FC236}">
                <a16:creationId xmlns:a16="http://schemas.microsoft.com/office/drawing/2014/main" id="{905711EF-C9DE-1808-9622-DC00F111E82E}"/>
              </a:ext>
            </a:extLst>
          </p:cNvPr>
          <p:cNvSpPr txBox="1"/>
          <p:nvPr/>
        </p:nvSpPr>
        <p:spPr>
          <a:xfrm>
            <a:off x="12994442" y="1936218"/>
            <a:ext cx="763351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sz="700" dirty="0">
                <a:solidFill>
                  <a:schemeClr val="bg1"/>
                </a:solidFill>
              </a:rPr>
              <a:t>DATES RANGE</a:t>
            </a:r>
            <a:endParaRPr sz="700" dirty="0">
              <a:solidFill>
                <a:schemeClr val="bg1"/>
              </a:solidFill>
            </a:endParaRPr>
          </a:p>
        </p:txBody>
      </p:sp>
      <p:cxnSp>
        <p:nvCxnSpPr>
          <p:cNvPr id="815" name="Straight Connector 814">
            <a:extLst>
              <a:ext uri="{FF2B5EF4-FFF2-40B4-BE49-F238E27FC236}">
                <a16:creationId xmlns:a16="http://schemas.microsoft.com/office/drawing/2014/main" id="{EB531DB0-6DEC-74DF-4715-17844A26A248}"/>
              </a:ext>
            </a:extLst>
          </p:cNvPr>
          <p:cNvCxnSpPr>
            <a:cxnSpLocks/>
          </p:cNvCxnSpPr>
          <p:nvPr/>
        </p:nvCxnSpPr>
        <p:spPr>
          <a:xfrm>
            <a:off x="13120758" y="2211293"/>
            <a:ext cx="16716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16" name="Flowchart: Connector 815">
            <a:extLst>
              <a:ext uri="{FF2B5EF4-FFF2-40B4-BE49-F238E27FC236}">
                <a16:creationId xmlns:a16="http://schemas.microsoft.com/office/drawing/2014/main" id="{3D7ECBBF-6826-95E5-2E08-05E985F6A03A}"/>
              </a:ext>
            </a:extLst>
          </p:cNvPr>
          <p:cNvSpPr/>
          <p:nvPr/>
        </p:nvSpPr>
        <p:spPr>
          <a:xfrm>
            <a:off x="13086017" y="2194824"/>
            <a:ext cx="69484" cy="45719"/>
          </a:xfrm>
          <a:prstGeom prst="flowChartConnector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8" name="Flowchart: Connector 817">
            <a:extLst>
              <a:ext uri="{FF2B5EF4-FFF2-40B4-BE49-F238E27FC236}">
                <a16:creationId xmlns:a16="http://schemas.microsoft.com/office/drawing/2014/main" id="{859F910D-D794-8AAA-EC91-A0CE7630C7FC}"/>
              </a:ext>
            </a:extLst>
          </p:cNvPr>
          <p:cNvSpPr/>
          <p:nvPr/>
        </p:nvSpPr>
        <p:spPr>
          <a:xfrm>
            <a:off x="14757704" y="2190626"/>
            <a:ext cx="69484" cy="45719"/>
          </a:xfrm>
          <a:prstGeom prst="flowChartConnector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9" name="Flowchart: Process 818">
            <a:extLst>
              <a:ext uri="{FF2B5EF4-FFF2-40B4-BE49-F238E27FC236}">
                <a16:creationId xmlns:a16="http://schemas.microsoft.com/office/drawing/2014/main" id="{5E9B9447-594D-7AD6-10A4-38A62F970E26}"/>
              </a:ext>
            </a:extLst>
          </p:cNvPr>
          <p:cNvSpPr/>
          <p:nvPr/>
        </p:nvSpPr>
        <p:spPr>
          <a:xfrm>
            <a:off x="13917399" y="2141403"/>
            <a:ext cx="96520" cy="137160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1" name="TextBox 820">
            <a:extLst>
              <a:ext uri="{FF2B5EF4-FFF2-40B4-BE49-F238E27FC236}">
                <a16:creationId xmlns:a16="http://schemas.microsoft.com/office/drawing/2014/main" id="{7C29F7F6-2494-0983-E6CB-55BFE8D2D632}"/>
              </a:ext>
            </a:extLst>
          </p:cNvPr>
          <p:cNvSpPr txBox="1"/>
          <p:nvPr/>
        </p:nvSpPr>
        <p:spPr>
          <a:xfrm>
            <a:off x="13009204" y="2343134"/>
            <a:ext cx="453970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sz="700" dirty="0">
                <a:solidFill>
                  <a:schemeClr val="bg1"/>
                </a:solidFill>
              </a:rPr>
              <a:t>YEARS</a:t>
            </a:r>
            <a:endParaRPr sz="700" dirty="0">
              <a:solidFill>
                <a:schemeClr val="bg1"/>
              </a:solidFill>
            </a:endParaRPr>
          </a:p>
        </p:txBody>
      </p:sp>
      <p:sp>
        <p:nvSpPr>
          <p:cNvPr id="823" name="Flowchart: Process 822">
            <a:extLst>
              <a:ext uri="{FF2B5EF4-FFF2-40B4-BE49-F238E27FC236}">
                <a16:creationId xmlns:a16="http://schemas.microsoft.com/office/drawing/2014/main" id="{3BF10C25-934F-3927-5A26-CA8F5ADDE42B}"/>
              </a:ext>
            </a:extLst>
          </p:cNvPr>
          <p:cNvSpPr/>
          <p:nvPr/>
        </p:nvSpPr>
        <p:spPr>
          <a:xfrm>
            <a:off x="13105458" y="2576141"/>
            <a:ext cx="1711799" cy="146113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5" name="TextBox 824">
            <a:extLst>
              <a:ext uri="{FF2B5EF4-FFF2-40B4-BE49-F238E27FC236}">
                <a16:creationId xmlns:a16="http://schemas.microsoft.com/office/drawing/2014/main" id="{A8A20AFF-D084-E423-D9B8-32739AE3FA5E}"/>
              </a:ext>
            </a:extLst>
          </p:cNvPr>
          <p:cNvSpPr txBox="1"/>
          <p:nvPr/>
        </p:nvSpPr>
        <p:spPr>
          <a:xfrm>
            <a:off x="13009204" y="2842448"/>
            <a:ext cx="551754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sz="700" dirty="0">
                <a:solidFill>
                  <a:schemeClr val="bg1"/>
                </a:solidFill>
              </a:rPr>
              <a:t>MONTHS</a:t>
            </a:r>
            <a:endParaRPr sz="700" dirty="0">
              <a:solidFill>
                <a:schemeClr val="bg1"/>
              </a:solidFill>
            </a:endParaRPr>
          </a:p>
        </p:txBody>
      </p:sp>
      <p:sp>
        <p:nvSpPr>
          <p:cNvPr id="827" name="Flowchart: Process 826">
            <a:extLst>
              <a:ext uri="{FF2B5EF4-FFF2-40B4-BE49-F238E27FC236}">
                <a16:creationId xmlns:a16="http://schemas.microsoft.com/office/drawing/2014/main" id="{596CFF38-76E5-67BD-6D36-1C643C4FD42A}"/>
              </a:ext>
            </a:extLst>
          </p:cNvPr>
          <p:cNvSpPr/>
          <p:nvPr/>
        </p:nvSpPr>
        <p:spPr>
          <a:xfrm>
            <a:off x="13105458" y="3075455"/>
            <a:ext cx="1711799" cy="146113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9" name="TextBox 828">
            <a:extLst>
              <a:ext uri="{FF2B5EF4-FFF2-40B4-BE49-F238E27FC236}">
                <a16:creationId xmlns:a16="http://schemas.microsoft.com/office/drawing/2014/main" id="{E89DAB79-3517-6767-291A-16C753261DA6}"/>
              </a:ext>
            </a:extLst>
          </p:cNvPr>
          <p:cNvSpPr txBox="1"/>
          <p:nvPr/>
        </p:nvSpPr>
        <p:spPr>
          <a:xfrm>
            <a:off x="13018297" y="3773749"/>
            <a:ext cx="649537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sz="700" dirty="0">
                <a:solidFill>
                  <a:schemeClr val="bg1"/>
                </a:solidFill>
              </a:rPr>
              <a:t>HOSPITALS</a:t>
            </a:r>
            <a:endParaRPr sz="700" dirty="0">
              <a:solidFill>
                <a:schemeClr val="bg1"/>
              </a:solidFill>
            </a:endParaRPr>
          </a:p>
        </p:txBody>
      </p:sp>
      <p:sp>
        <p:nvSpPr>
          <p:cNvPr id="831" name="Flowchart: Process 830">
            <a:extLst>
              <a:ext uri="{FF2B5EF4-FFF2-40B4-BE49-F238E27FC236}">
                <a16:creationId xmlns:a16="http://schemas.microsoft.com/office/drawing/2014/main" id="{8F7C9BDE-A2E1-3EDD-0C02-44E971B5C5D2}"/>
              </a:ext>
            </a:extLst>
          </p:cNvPr>
          <p:cNvSpPr/>
          <p:nvPr/>
        </p:nvSpPr>
        <p:spPr>
          <a:xfrm>
            <a:off x="13114551" y="4006756"/>
            <a:ext cx="1711799" cy="146113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3" name="TextBox 832">
            <a:extLst>
              <a:ext uri="{FF2B5EF4-FFF2-40B4-BE49-F238E27FC236}">
                <a16:creationId xmlns:a16="http://schemas.microsoft.com/office/drawing/2014/main" id="{70BE135B-42A2-8214-5E71-C07D9003B5C2}"/>
              </a:ext>
            </a:extLst>
          </p:cNvPr>
          <p:cNvSpPr txBox="1"/>
          <p:nvPr/>
        </p:nvSpPr>
        <p:spPr>
          <a:xfrm>
            <a:off x="13030467" y="4208603"/>
            <a:ext cx="798617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sz="700" dirty="0">
                <a:solidFill>
                  <a:schemeClr val="bg1"/>
                </a:solidFill>
              </a:rPr>
              <a:t>DEPARTMENTS</a:t>
            </a:r>
            <a:endParaRPr sz="700" dirty="0">
              <a:solidFill>
                <a:schemeClr val="bg1"/>
              </a:solidFill>
            </a:endParaRPr>
          </a:p>
        </p:txBody>
      </p:sp>
      <p:sp>
        <p:nvSpPr>
          <p:cNvPr id="835" name="Flowchart: Process 834">
            <a:extLst>
              <a:ext uri="{FF2B5EF4-FFF2-40B4-BE49-F238E27FC236}">
                <a16:creationId xmlns:a16="http://schemas.microsoft.com/office/drawing/2014/main" id="{2FA6A63E-7FD2-2256-EDCF-A75EF6347B05}"/>
              </a:ext>
            </a:extLst>
          </p:cNvPr>
          <p:cNvSpPr/>
          <p:nvPr/>
        </p:nvSpPr>
        <p:spPr>
          <a:xfrm>
            <a:off x="13126721" y="4441610"/>
            <a:ext cx="1711799" cy="146113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7" name="TextBox 836">
            <a:extLst>
              <a:ext uri="{FF2B5EF4-FFF2-40B4-BE49-F238E27FC236}">
                <a16:creationId xmlns:a16="http://schemas.microsoft.com/office/drawing/2014/main" id="{95F34199-0A7F-8438-890C-381C4402DE2A}"/>
              </a:ext>
            </a:extLst>
          </p:cNvPr>
          <p:cNvSpPr txBox="1"/>
          <p:nvPr/>
        </p:nvSpPr>
        <p:spPr>
          <a:xfrm>
            <a:off x="13035028" y="4678643"/>
            <a:ext cx="564578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sz="700" dirty="0">
                <a:solidFill>
                  <a:schemeClr val="bg1"/>
                </a:solidFill>
              </a:rPr>
              <a:t>REGIONS</a:t>
            </a:r>
            <a:endParaRPr sz="700" dirty="0">
              <a:solidFill>
                <a:schemeClr val="bg1"/>
              </a:solidFill>
            </a:endParaRPr>
          </a:p>
        </p:txBody>
      </p:sp>
      <p:sp>
        <p:nvSpPr>
          <p:cNvPr id="839" name="Flowchart: Process 838">
            <a:extLst>
              <a:ext uri="{FF2B5EF4-FFF2-40B4-BE49-F238E27FC236}">
                <a16:creationId xmlns:a16="http://schemas.microsoft.com/office/drawing/2014/main" id="{CC3A1148-F1A2-9A56-C24E-907290698000}"/>
              </a:ext>
            </a:extLst>
          </p:cNvPr>
          <p:cNvSpPr/>
          <p:nvPr/>
        </p:nvSpPr>
        <p:spPr>
          <a:xfrm>
            <a:off x="13131282" y="4911650"/>
            <a:ext cx="1711799" cy="146113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0" name="Isosceles Triangle 839">
            <a:extLst>
              <a:ext uri="{FF2B5EF4-FFF2-40B4-BE49-F238E27FC236}">
                <a16:creationId xmlns:a16="http://schemas.microsoft.com/office/drawing/2014/main" id="{70AB6CEB-5F1E-157C-FD9B-15A10B2740B9}"/>
              </a:ext>
            </a:extLst>
          </p:cNvPr>
          <p:cNvSpPr/>
          <p:nvPr/>
        </p:nvSpPr>
        <p:spPr>
          <a:xfrm rot="10800000">
            <a:off x="14666264" y="2619201"/>
            <a:ext cx="91440" cy="75010"/>
          </a:xfrm>
          <a:prstGeom prst="triangle">
            <a:avLst/>
          </a:prstGeom>
          <a:solidFill>
            <a:srgbClr val="0F2D52">
              <a:alpha val="76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2" name="Isosceles Triangle 841">
            <a:extLst>
              <a:ext uri="{FF2B5EF4-FFF2-40B4-BE49-F238E27FC236}">
                <a16:creationId xmlns:a16="http://schemas.microsoft.com/office/drawing/2014/main" id="{CFE7FA49-AA10-68B8-81B7-48E4F1DA85B3}"/>
              </a:ext>
            </a:extLst>
          </p:cNvPr>
          <p:cNvSpPr/>
          <p:nvPr/>
        </p:nvSpPr>
        <p:spPr>
          <a:xfrm rot="10800000">
            <a:off x="14686096" y="3111794"/>
            <a:ext cx="91440" cy="75010"/>
          </a:xfrm>
          <a:prstGeom prst="triangle">
            <a:avLst/>
          </a:prstGeom>
          <a:solidFill>
            <a:srgbClr val="0F2D52">
              <a:alpha val="76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4" name="Isosceles Triangle 843">
            <a:extLst>
              <a:ext uri="{FF2B5EF4-FFF2-40B4-BE49-F238E27FC236}">
                <a16:creationId xmlns:a16="http://schemas.microsoft.com/office/drawing/2014/main" id="{C0735962-4EC5-0976-F01B-A8B26EB3B09F}"/>
              </a:ext>
            </a:extLst>
          </p:cNvPr>
          <p:cNvSpPr/>
          <p:nvPr/>
        </p:nvSpPr>
        <p:spPr>
          <a:xfrm rot="10800000">
            <a:off x="14686686" y="4039790"/>
            <a:ext cx="91440" cy="75010"/>
          </a:xfrm>
          <a:prstGeom prst="triangle">
            <a:avLst/>
          </a:prstGeom>
          <a:solidFill>
            <a:srgbClr val="0F2D52">
              <a:alpha val="76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6" name="Isosceles Triangle 845">
            <a:extLst>
              <a:ext uri="{FF2B5EF4-FFF2-40B4-BE49-F238E27FC236}">
                <a16:creationId xmlns:a16="http://schemas.microsoft.com/office/drawing/2014/main" id="{CCF5EF7C-6EF5-7278-5622-214B730B97E4}"/>
              </a:ext>
            </a:extLst>
          </p:cNvPr>
          <p:cNvSpPr/>
          <p:nvPr/>
        </p:nvSpPr>
        <p:spPr>
          <a:xfrm rot="10800000">
            <a:off x="14697508" y="4479269"/>
            <a:ext cx="91440" cy="75010"/>
          </a:xfrm>
          <a:prstGeom prst="triangle">
            <a:avLst/>
          </a:prstGeom>
          <a:solidFill>
            <a:srgbClr val="0F2D52">
              <a:alpha val="76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8" name="Isosceles Triangle 847">
            <a:extLst>
              <a:ext uri="{FF2B5EF4-FFF2-40B4-BE49-F238E27FC236}">
                <a16:creationId xmlns:a16="http://schemas.microsoft.com/office/drawing/2014/main" id="{D99CDD05-584F-7F26-B55B-050AEFBD354B}"/>
              </a:ext>
            </a:extLst>
          </p:cNvPr>
          <p:cNvSpPr/>
          <p:nvPr/>
        </p:nvSpPr>
        <p:spPr>
          <a:xfrm rot="10800000">
            <a:off x="14711984" y="4939238"/>
            <a:ext cx="91440" cy="75010"/>
          </a:xfrm>
          <a:prstGeom prst="triangle">
            <a:avLst/>
          </a:prstGeom>
          <a:solidFill>
            <a:srgbClr val="0F2D52">
              <a:alpha val="76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83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4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0D6868-7572-DE44-D4DE-48354F13AB75}"/>
              </a:ext>
            </a:extLst>
          </p:cNvPr>
          <p:cNvSpPr txBox="1"/>
          <p:nvPr/>
        </p:nvSpPr>
        <p:spPr>
          <a:xfrm>
            <a:off x="186783" y="104924"/>
            <a:ext cx="507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Hospital Overview Dashboard – Design Explanation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B1DAC-3E50-44EC-4FD2-C177DBE13639}"/>
              </a:ext>
            </a:extLst>
          </p:cNvPr>
          <p:cNvSpPr txBox="1"/>
          <p:nvPr/>
        </p:nvSpPr>
        <p:spPr>
          <a:xfrm>
            <a:off x="186783" y="590758"/>
            <a:ext cx="7362593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highlight>
                  <a:srgbClr val="FFFF00"/>
                </a:highlight>
              </a:rPr>
              <a:t>1. KPI Cards</a:t>
            </a:r>
          </a:p>
          <a:p>
            <a:r>
              <a:rPr lang="en-IN" sz="1600" b="1" dirty="0"/>
              <a:t>1. Total Admissions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total number of admissions</a:t>
            </a:r>
            <a:r>
              <a:rPr lang="en-IN" sz="1600" dirty="0"/>
              <a:t> across the selected hospitals and time period. </a:t>
            </a:r>
          </a:p>
          <a:p>
            <a:pPr lvl="0"/>
            <a:r>
              <a:rPr lang="en-IN" sz="1600" dirty="0"/>
              <a:t>I am also comparing the current-year admissions with the </a:t>
            </a:r>
            <a:r>
              <a:rPr lang="en-IN" sz="1600" b="1" dirty="0"/>
              <a:t>previous-year value</a:t>
            </a:r>
            <a:r>
              <a:rPr lang="en-IN" sz="1600" dirty="0"/>
              <a:t>, and showing a small trend line below to represent the </a:t>
            </a:r>
            <a:r>
              <a:rPr lang="en-IN" sz="1600" b="1" dirty="0"/>
              <a:t>percentage difference/trend over the selected months</a:t>
            </a:r>
            <a:r>
              <a:rPr lang="en-IN" sz="1600" dirty="0"/>
              <a:t>. </a:t>
            </a:r>
          </a:p>
          <a:p>
            <a:r>
              <a:rPr lang="en-IN" sz="1600" b="1" dirty="0"/>
              <a:t>2. Bed Occupancy %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overall percentage of hospital beds occupied</a:t>
            </a:r>
            <a:r>
              <a:rPr lang="en-IN" sz="1600" dirty="0"/>
              <a:t> during the selected period. </a:t>
            </a:r>
          </a:p>
          <a:p>
            <a:pPr lvl="0"/>
            <a:r>
              <a:rPr lang="en-IN" sz="1600" dirty="0"/>
              <a:t>I am comparing the current occupancy with the </a:t>
            </a:r>
            <a:r>
              <a:rPr lang="en-IN" sz="1600" b="1" dirty="0"/>
              <a:t>previous year's occupancy</a:t>
            </a:r>
            <a:r>
              <a:rPr lang="en-IN" sz="1600" dirty="0"/>
              <a:t> and using the small trend line to show how the percentage difference changes over time. </a:t>
            </a:r>
          </a:p>
          <a:p>
            <a:r>
              <a:rPr lang="en-IN" sz="1600" b="1" dirty="0"/>
              <a:t>3. Average Length of Stay (</a:t>
            </a:r>
            <a:r>
              <a:rPr lang="en-IN" sz="1600" b="1" dirty="0" err="1"/>
              <a:t>Avg</a:t>
            </a:r>
            <a:r>
              <a:rPr lang="en-IN" sz="1600" b="1" dirty="0"/>
              <a:t> LOS)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average number of days patients stay in the hospital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value with the </a:t>
            </a:r>
            <a:r>
              <a:rPr lang="en-IN" sz="1600" b="1" dirty="0"/>
              <a:t>previous year's average LOS</a:t>
            </a:r>
            <a:r>
              <a:rPr lang="en-IN" sz="1600" dirty="0"/>
              <a:t> and showing the monthly percentage difference through the small trend line. </a:t>
            </a:r>
          </a:p>
          <a:p>
            <a:r>
              <a:rPr lang="en-IN" sz="1600" b="1" dirty="0"/>
              <a:t>4. Readmission Rate %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percentage of patients who were readmitted</a:t>
            </a:r>
            <a:r>
              <a:rPr lang="en-IN" sz="1600" dirty="0"/>
              <a:t> after their previous admission. </a:t>
            </a:r>
          </a:p>
          <a:p>
            <a:pPr lvl="0"/>
            <a:r>
              <a:rPr lang="en-IN" sz="1600" dirty="0"/>
              <a:t>I am comparing the current readmission rate with the </a:t>
            </a:r>
            <a:r>
              <a:rPr lang="en-IN" sz="1600" b="1" dirty="0"/>
              <a:t>previous-year rate</a:t>
            </a:r>
            <a:r>
              <a:rPr lang="en-IN" sz="1600" dirty="0"/>
              <a:t> and showing its monthly percentage difference using the trend line. </a:t>
            </a:r>
          </a:p>
          <a:p>
            <a:r>
              <a:rPr lang="en-IN" sz="1600" b="1" dirty="0"/>
              <a:t>5. Mortality Rate %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percentage of admissions that resulted in patient mortality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mortality rate with the </a:t>
            </a:r>
            <a:r>
              <a:rPr lang="en-IN" sz="1600" b="1" dirty="0"/>
              <a:t>previous year's rate</a:t>
            </a:r>
            <a:r>
              <a:rPr lang="en-IN" sz="1600" dirty="0"/>
              <a:t> and using the trend line to understand how the difference changes over time. </a:t>
            </a:r>
          </a:p>
          <a:p>
            <a:r>
              <a:rPr lang="en-IN" sz="1600" b="1" dirty="0"/>
              <a:t>6. Total Discharges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total number of patients discharged</a:t>
            </a:r>
            <a:r>
              <a:rPr lang="en-IN" sz="1600" dirty="0"/>
              <a:t> during the selected period. </a:t>
            </a:r>
          </a:p>
          <a:p>
            <a:pPr lvl="0"/>
            <a:r>
              <a:rPr lang="en-IN" sz="1600" dirty="0"/>
              <a:t>I am comparing the current-year discharge count with the </a:t>
            </a:r>
            <a:r>
              <a:rPr lang="en-IN" sz="1600" b="1" dirty="0"/>
              <a:t>previous-year value</a:t>
            </a:r>
            <a:r>
              <a:rPr lang="en-IN" sz="1600" dirty="0"/>
              <a:t> and showing the monthly percentage difference through the small trend 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5E125-0484-FD7A-E7D5-0DDD828D75D3}"/>
              </a:ext>
            </a:extLst>
          </p:cNvPr>
          <p:cNvSpPr txBox="1"/>
          <p:nvPr/>
        </p:nvSpPr>
        <p:spPr>
          <a:xfrm>
            <a:off x="7882984" y="590758"/>
            <a:ext cx="6560633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2. Main Charts</a:t>
            </a:r>
          </a:p>
          <a:p>
            <a:r>
              <a:rPr lang="en-IN" b="1" dirty="0"/>
              <a:t>7. Admissions Trend</a:t>
            </a:r>
          </a:p>
          <a:p>
            <a:pPr lvl="0"/>
            <a:r>
              <a:rPr lang="en-IN" dirty="0"/>
              <a:t>Here I am showing the </a:t>
            </a:r>
            <a:r>
              <a:rPr lang="en-IN" b="1" dirty="0"/>
              <a:t>monthly trend of total patient admissions</a:t>
            </a:r>
            <a:r>
              <a:rPr lang="en-IN" dirty="0"/>
              <a:t> so that I can understand how admissions change over time. </a:t>
            </a:r>
          </a:p>
          <a:p>
            <a:pPr lvl="0"/>
            <a:r>
              <a:rPr lang="en-IN" dirty="0"/>
              <a:t>This helps me identify </a:t>
            </a:r>
            <a:r>
              <a:rPr lang="en-IN" b="1" dirty="0"/>
              <a:t>increases, decreases, and high-admission months</a:t>
            </a:r>
            <a:r>
              <a:rPr lang="en-IN" dirty="0"/>
              <a:t> across the selected period. </a:t>
            </a:r>
          </a:p>
          <a:p>
            <a:r>
              <a:rPr lang="en-IN" b="1" dirty="0"/>
              <a:t>8. Bed Occupancy % Trend</a:t>
            </a:r>
          </a:p>
          <a:p>
            <a:pPr lvl="0"/>
            <a:r>
              <a:rPr lang="en-IN" dirty="0"/>
              <a:t>Here I am showing the </a:t>
            </a:r>
            <a:r>
              <a:rPr lang="en-IN" b="1" dirty="0"/>
              <a:t>monthly trend of bed occupancy percentage</a:t>
            </a:r>
            <a:r>
              <a:rPr lang="en-IN" dirty="0"/>
              <a:t> to understand how effectively the available hospital beds are being utilized. </a:t>
            </a:r>
          </a:p>
          <a:p>
            <a:pPr lvl="0"/>
            <a:r>
              <a:rPr lang="en-IN" dirty="0"/>
              <a:t>This helps me identify periods of </a:t>
            </a:r>
            <a:r>
              <a:rPr lang="en-IN" b="1" dirty="0"/>
              <a:t>high or low occupancy</a:t>
            </a:r>
            <a:r>
              <a:rPr lang="en-IN" dirty="0"/>
              <a:t> and understand changes in hospital capacity utilization. </a:t>
            </a:r>
          </a:p>
          <a:p>
            <a:r>
              <a:rPr lang="en-IN" b="1" dirty="0"/>
              <a:t>9. Readmission % Trend</a:t>
            </a:r>
          </a:p>
          <a:p>
            <a:pPr lvl="0"/>
            <a:r>
              <a:rPr lang="en-IN" dirty="0"/>
              <a:t>Here I am showing the </a:t>
            </a:r>
            <a:r>
              <a:rPr lang="en-IN" b="1" dirty="0"/>
              <a:t>monthly readmission rate trend</a:t>
            </a:r>
            <a:r>
              <a:rPr lang="en-IN" dirty="0"/>
              <a:t> to understand how readmissions are changing over time. </a:t>
            </a:r>
          </a:p>
          <a:p>
            <a:pPr lvl="0"/>
            <a:r>
              <a:rPr lang="en-IN" dirty="0"/>
              <a:t>This helps me identify months where the readmission rate is </a:t>
            </a:r>
            <a:r>
              <a:rPr lang="en-IN" b="1" dirty="0"/>
              <a:t>higher or lower</a:t>
            </a:r>
            <a:r>
              <a:rPr lang="en-IN" dirty="0"/>
              <a:t> and monitor the overall pattern. </a:t>
            </a:r>
          </a:p>
          <a:p>
            <a:r>
              <a:rPr lang="en-IN" b="1" dirty="0"/>
              <a:t>10. Discharge % Trend</a:t>
            </a:r>
          </a:p>
          <a:p>
            <a:pPr lvl="0"/>
            <a:r>
              <a:rPr lang="en-IN" dirty="0"/>
              <a:t>Here I am showing the </a:t>
            </a:r>
            <a:r>
              <a:rPr lang="en-IN" b="1" dirty="0"/>
              <a:t>monthly discharge percentage/trend</a:t>
            </a:r>
            <a:r>
              <a:rPr lang="en-IN" dirty="0"/>
              <a:t> to understand how patient discharges are changing over time. </a:t>
            </a:r>
          </a:p>
          <a:p>
            <a:pPr lvl="0"/>
            <a:r>
              <a:rPr lang="en-IN" dirty="0"/>
              <a:t>This helps me compare discharge activity across different months and identify any noticeable changes.</a:t>
            </a:r>
          </a:p>
          <a:p>
            <a:endParaRPr lang="en-IN" sz="1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DB2877-3E1C-6589-217E-95569AB87745}"/>
              </a:ext>
            </a:extLst>
          </p:cNvPr>
          <p:cNvCxnSpPr>
            <a:cxnSpLocks/>
          </p:cNvCxnSpPr>
          <p:nvPr/>
        </p:nvCxnSpPr>
        <p:spPr>
          <a:xfrm>
            <a:off x="7605132" y="590758"/>
            <a:ext cx="83170" cy="739351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193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4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20FA2-6865-E3A7-4FCB-C283944F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B2E4D-E00C-9AF6-A8FA-C7A60A30C8D1}"/>
              </a:ext>
            </a:extLst>
          </p:cNvPr>
          <p:cNvSpPr txBox="1"/>
          <p:nvPr/>
        </p:nvSpPr>
        <p:spPr>
          <a:xfrm>
            <a:off x="186783" y="104924"/>
            <a:ext cx="507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Hospital Overview Dashboard – Design Explanation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889084-58C6-3285-ADF0-4AB256B8DC75}"/>
              </a:ext>
            </a:extLst>
          </p:cNvPr>
          <p:cNvSpPr txBox="1"/>
          <p:nvPr/>
        </p:nvSpPr>
        <p:spPr>
          <a:xfrm>
            <a:off x="186783" y="590758"/>
            <a:ext cx="736259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Comparative / Breakdown Charts</a:t>
            </a:r>
          </a:p>
          <a:p>
            <a:r>
              <a:rPr lang="en-IN" b="1" dirty="0"/>
              <a:t>11. Region by Admissions</a:t>
            </a:r>
          </a:p>
          <a:p>
            <a:pPr lvl="0"/>
            <a:r>
              <a:rPr lang="en-IN" dirty="0"/>
              <a:t>Here I am using a </a:t>
            </a:r>
            <a:r>
              <a:rPr lang="en-IN" b="1" dirty="0"/>
              <a:t>map chart to display admissions by region</a:t>
            </a:r>
            <a:r>
              <a:rPr lang="en-IN" dirty="0"/>
              <a:t>, allowing me to identify which regions have the highest and lowest number of admissions. </a:t>
            </a:r>
          </a:p>
          <a:p>
            <a:pPr lvl="0"/>
            <a:r>
              <a:rPr lang="en-IN" dirty="0"/>
              <a:t>This helps me understand the </a:t>
            </a:r>
            <a:r>
              <a:rPr lang="en-IN" b="1" dirty="0"/>
              <a:t>geographical distribution of patient admissions</a:t>
            </a:r>
            <a:r>
              <a:rPr lang="en-IN" dirty="0"/>
              <a:t> across the hospitals. </a:t>
            </a:r>
          </a:p>
          <a:p>
            <a:r>
              <a:rPr lang="en-IN" b="1" dirty="0"/>
              <a:t>12. Admissions by Admission Types</a:t>
            </a:r>
          </a:p>
          <a:p>
            <a:pPr lvl="0"/>
            <a:r>
              <a:rPr lang="en-IN" dirty="0"/>
              <a:t>Here I am breaking down total admissions based on </a:t>
            </a:r>
            <a:r>
              <a:rPr lang="en-IN" b="1" dirty="0"/>
              <a:t>admission type</a:t>
            </a:r>
            <a:r>
              <a:rPr lang="en-IN" dirty="0"/>
              <a:t>, such as Emergency, Elective, Urgent, and Transfer. </a:t>
            </a:r>
          </a:p>
          <a:p>
            <a:pPr lvl="0"/>
            <a:r>
              <a:rPr lang="en-IN" dirty="0"/>
              <a:t>I am using this chart to identify </a:t>
            </a:r>
            <a:r>
              <a:rPr lang="en-IN" b="1" dirty="0"/>
              <a:t>which admission type contributes the highest number of patients</a:t>
            </a:r>
            <a:r>
              <a:rPr lang="en-IN" dirty="0"/>
              <a:t> and understand the overall admission composition. </a:t>
            </a:r>
          </a:p>
          <a:p>
            <a:r>
              <a:rPr lang="en-IN" b="1" dirty="0"/>
              <a:t>13. Admissions Trend – Weekday vs Weekend</a:t>
            </a:r>
          </a:p>
          <a:p>
            <a:pPr lvl="0"/>
            <a:r>
              <a:rPr lang="en-IN" dirty="0"/>
              <a:t>Here I am comparing the </a:t>
            </a:r>
            <a:r>
              <a:rPr lang="en-IN" b="1" dirty="0"/>
              <a:t>number of admissions occurring on weekdays and weekends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This helps me understand whether patient admissions are more concentrated on </a:t>
            </a:r>
            <a:r>
              <a:rPr lang="en-IN" b="1" dirty="0"/>
              <a:t>weekdays or weekends</a:t>
            </a:r>
            <a:r>
              <a:rPr lang="en-IN" dirty="0"/>
              <a:t> and identify differences in patient flow. </a:t>
            </a:r>
          </a:p>
          <a:p>
            <a:r>
              <a:rPr lang="en-IN" b="1" dirty="0"/>
              <a:t>14. Admissions vs Discharges</a:t>
            </a:r>
          </a:p>
          <a:p>
            <a:pPr lvl="0"/>
            <a:r>
              <a:rPr lang="en-IN" dirty="0"/>
              <a:t>Here I am comparing the </a:t>
            </a:r>
            <a:r>
              <a:rPr lang="en-IN" b="1" dirty="0"/>
              <a:t>number of admissions and discharges across different hospitals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This helps me identify hospitals with </a:t>
            </a:r>
            <a:r>
              <a:rPr lang="en-IN" b="1" dirty="0"/>
              <a:t>higher patient inflow or outflow</a:t>
            </a:r>
            <a:r>
              <a:rPr lang="en-IN" dirty="0"/>
              <a:t> and compare their admission and discharge activity.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6AB2F0-2702-B83C-6C68-2703E5ACD65A}"/>
              </a:ext>
            </a:extLst>
          </p:cNvPr>
          <p:cNvSpPr txBox="1"/>
          <p:nvPr/>
        </p:nvSpPr>
        <p:spPr>
          <a:xfrm>
            <a:off x="7882984" y="590758"/>
            <a:ext cx="647746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4. Global Filters</a:t>
            </a:r>
          </a:p>
          <a:p>
            <a:r>
              <a:rPr lang="en-IN" b="1" dirty="0"/>
              <a:t>15. Global Filters</a:t>
            </a:r>
          </a:p>
          <a:p>
            <a:pPr lvl="0"/>
            <a:r>
              <a:rPr lang="en-IN" dirty="0"/>
              <a:t>Here I am providing common filters such as </a:t>
            </a:r>
            <a:r>
              <a:rPr lang="en-IN" b="1" dirty="0"/>
              <a:t>Date Range, Year, Month, Hospital, Department, and Region</a:t>
            </a:r>
            <a:r>
              <a:rPr lang="en-IN" dirty="0"/>
              <a:t> so that the entire dashboard can be </a:t>
            </a:r>
            <a:r>
              <a:rPr lang="en-IN" dirty="0" err="1"/>
              <a:t>analyzed</a:t>
            </a:r>
            <a:r>
              <a:rPr lang="en-IN" dirty="0"/>
              <a:t> based on the user's selection. </a:t>
            </a:r>
          </a:p>
          <a:p>
            <a:pPr lvl="0"/>
            <a:r>
              <a:rPr lang="en-IN" dirty="0"/>
              <a:t>These filters allow me to move from an </a:t>
            </a:r>
            <a:r>
              <a:rPr lang="en-IN" b="1" dirty="0"/>
              <a:t>overall hospital-level view to a more specific hospital, department, region, or time-period analysis</a:t>
            </a:r>
            <a:r>
              <a:rPr lang="en-IN" dirty="0"/>
              <a:t> without creating separate dashboards. </a:t>
            </a:r>
          </a:p>
          <a:p>
            <a:r>
              <a:rPr lang="en-IN" b="1" dirty="0"/>
              <a:t>Overall Purpose</a:t>
            </a:r>
          </a:p>
          <a:p>
            <a:pPr lvl="0"/>
            <a:r>
              <a:rPr lang="en-IN" dirty="0"/>
              <a:t>Here I am designing the </a:t>
            </a:r>
            <a:r>
              <a:rPr lang="en-IN" b="1" dirty="0"/>
              <a:t>Hospital Overview</a:t>
            </a:r>
            <a:r>
              <a:rPr lang="en-IN" dirty="0"/>
              <a:t> page to provide a quick understanding of overall hospital performance through </a:t>
            </a:r>
            <a:r>
              <a:rPr lang="en-IN" b="1" dirty="0"/>
              <a:t>admissions, occupancy, length of stay, readmissions, mortality, and discharges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combination of </a:t>
            </a:r>
            <a:r>
              <a:rPr lang="en-IN" b="1" dirty="0"/>
              <a:t>KPI cards, trends, comparisons, geographical analysis, and interactive filters</a:t>
            </a:r>
            <a:r>
              <a:rPr lang="en-IN" dirty="0"/>
              <a:t> helps me identify important patterns and areas that may require further analysis.</a:t>
            </a:r>
          </a:p>
          <a:p>
            <a:endParaRPr lang="en-IN" sz="1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174D1B-CF21-55FB-74C3-47DDBFF71DB8}"/>
              </a:ext>
            </a:extLst>
          </p:cNvPr>
          <p:cNvCxnSpPr>
            <a:cxnSpLocks/>
          </p:cNvCxnSpPr>
          <p:nvPr/>
        </p:nvCxnSpPr>
        <p:spPr>
          <a:xfrm>
            <a:off x="7605132" y="590758"/>
            <a:ext cx="83170" cy="739351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650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D694-B418-F900-E7B3-0AE4ACF1E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60DB5D-2560-A477-5358-4F9EB53F3E19}"/>
              </a:ext>
            </a:extLst>
          </p:cNvPr>
          <p:cNvSpPr/>
          <p:nvPr/>
        </p:nvSpPr>
        <p:spPr>
          <a:xfrm>
            <a:off x="111760" y="71120"/>
            <a:ext cx="13279120" cy="8087360"/>
          </a:xfrm>
          <a:prstGeom prst="rect">
            <a:avLst/>
          </a:prstGeom>
          <a:solidFill>
            <a:srgbClr val="F5F7FA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32D313-F574-9A31-A574-F33BF87541AD}"/>
              </a:ext>
            </a:extLst>
          </p:cNvPr>
          <p:cNvSpPr/>
          <p:nvPr/>
        </p:nvSpPr>
        <p:spPr>
          <a:xfrm>
            <a:off x="170689" y="158496"/>
            <a:ext cx="13128622" cy="934974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D1E95A-E366-9ECE-BAE7-E92A75F2BF03}"/>
              </a:ext>
            </a:extLst>
          </p:cNvPr>
          <p:cNvSpPr/>
          <p:nvPr/>
        </p:nvSpPr>
        <p:spPr>
          <a:xfrm>
            <a:off x="208280" y="1490726"/>
            <a:ext cx="13091032" cy="65803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F9F33430-9D31-F78C-8FF7-1CD103E27957}"/>
              </a:ext>
            </a:extLst>
          </p:cNvPr>
          <p:cNvSpPr/>
          <p:nvPr/>
        </p:nvSpPr>
        <p:spPr>
          <a:xfrm>
            <a:off x="1874200" y="1172432"/>
            <a:ext cx="1849120" cy="354043"/>
          </a:xfrm>
          <a:prstGeom prst="round2SameRect">
            <a:avLst/>
          </a:prstGeom>
          <a:solidFill>
            <a:srgbClr val="DCE6F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F2D52"/>
                </a:solidFill>
              </a:rPr>
              <a:t>PATIENT FLOW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9FCAC5-2326-7400-6F18-9ABB6197DAC6}"/>
              </a:ext>
            </a:extLst>
          </p:cNvPr>
          <p:cNvSpPr/>
          <p:nvPr/>
        </p:nvSpPr>
        <p:spPr>
          <a:xfrm>
            <a:off x="208280" y="1172972"/>
            <a:ext cx="1617980" cy="2661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HOSPITAL 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3783BD-71DB-A3AB-C5F7-C2A907F5364F}"/>
              </a:ext>
            </a:extLst>
          </p:cNvPr>
          <p:cNvSpPr/>
          <p:nvPr/>
        </p:nvSpPr>
        <p:spPr>
          <a:xfrm>
            <a:off x="3792220" y="1172972"/>
            <a:ext cx="1849120" cy="2661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DEPARTMENT ANALYSIS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B4C03F-2C88-51BD-ACD3-0857E30B5B08}"/>
              </a:ext>
            </a:extLst>
          </p:cNvPr>
          <p:cNvSpPr/>
          <p:nvPr/>
        </p:nvSpPr>
        <p:spPr>
          <a:xfrm>
            <a:off x="5737860" y="1172972"/>
            <a:ext cx="2065020" cy="2661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RESOURCES UTILIZATION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843C58-F6B7-97DF-EEE3-8C7A36372933}"/>
              </a:ext>
            </a:extLst>
          </p:cNvPr>
          <p:cNvSpPr txBox="1"/>
          <p:nvPr/>
        </p:nvSpPr>
        <p:spPr>
          <a:xfrm>
            <a:off x="991837" y="289721"/>
            <a:ext cx="3865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MedTrack_DV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488E5-42E1-2A14-328E-65DA4D7FEB9E}"/>
              </a:ext>
            </a:extLst>
          </p:cNvPr>
          <p:cNvSpPr txBox="1"/>
          <p:nvPr/>
        </p:nvSpPr>
        <p:spPr>
          <a:xfrm>
            <a:off x="991837" y="666567"/>
            <a:ext cx="4353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Hospital Operational &amp; Patient </a:t>
            </a:r>
            <a:r>
              <a:rPr lang="en-IN" sz="1400" b="1" dirty="0" err="1">
                <a:solidFill>
                  <a:schemeClr val="bg1"/>
                </a:solidFill>
              </a:rPr>
              <a:t>Analystics</a:t>
            </a:r>
            <a:r>
              <a:rPr lang="en-IN" sz="1400" b="1" dirty="0">
                <a:solidFill>
                  <a:schemeClr val="bg1"/>
                </a:solidFill>
              </a:rPr>
              <a:t> </a:t>
            </a:r>
            <a:r>
              <a:rPr lang="en-IN" sz="1400" b="1" dirty="0" err="1">
                <a:solidFill>
                  <a:schemeClr val="bg1"/>
                </a:solidFill>
              </a:rPr>
              <a:t>DashBoard</a:t>
            </a:r>
            <a:endParaRPr lang="en-IN" sz="1400" b="1" dirty="0">
              <a:solidFill>
                <a:schemeClr val="bg1"/>
              </a:solidFill>
            </a:endParaRPr>
          </a:p>
        </p:txBody>
      </p:sp>
      <p:pic>
        <p:nvPicPr>
          <p:cNvPr id="18" name="Graphic 17" descr="Medical outline">
            <a:extLst>
              <a:ext uri="{FF2B5EF4-FFF2-40B4-BE49-F238E27FC236}">
                <a16:creationId xmlns:a16="http://schemas.microsoft.com/office/drawing/2014/main" id="{BACE854B-BDA2-AA4A-4A44-A0E1106233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280" y="213824"/>
            <a:ext cx="833247" cy="833247"/>
          </a:xfrm>
          <a:prstGeom prst="rect">
            <a:avLst/>
          </a:prstGeom>
        </p:spPr>
      </p:pic>
      <p:pic>
        <p:nvPicPr>
          <p:cNvPr id="20" name="Graphic 19" descr="Filter with solid fill">
            <a:extLst>
              <a:ext uri="{FF2B5EF4-FFF2-40B4-BE49-F238E27FC236}">
                <a16:creationId xmlns:a16="http://schemas.microsoft.com/office/drawing/2014/main" id="{DBA2547E-DEB4-10E8-89C6-2697525ED6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58038" y="372186"/>
            <a:ext cx="484133" cy="484133"/>
          </a:xfrm>
          <a:prstGeom prst="rect">
            <a:avLst/>
          </a:prstGeom>
        </p:spPr>
      </p:pic>
      <p:pic>
        <p:nvPicPr>
          <p:cNvPr id="22" name="Graphic 21" descr="Information with solid fill">
            <a:extLst>
              <a:ext uri="{FF2B5EF4-FFF2-40B4-BE49-F238E27FC236}">
                <a16:creationId xmlns:a16="http://schemas.microsoft.com/office/drawing/2014/main" id="{A20CCBC7-7086-091B-D44C-F256A5C96D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59280" y="366457"/>
            <a:ext cx="484133" cy="484133"/>
          </a:xfrm>
          <a:prstGeom prst="rect">
            <a:avLst/>
          </a:prstGeom>
        </p:spPr>
      </p:pic>
      <p:pic>
        <p:nvPicPr>
          <p:cNvPr id="24" name="Graphic 23" descr="Work from home Wi-Fi with solid fill">
            <a:extLst>
              <a:ext uri="{FF2B5EF4-FFF2-40B4-BE49-F238E27FC236}">
                <a16:creationId xmlns:a16="http://schemas.microsoft.com/office/drawing/2014/main" id="{EF1945D0-11E2-31B4-44DE-D13859E8C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8560" y="363113"/>
            <a:ext cx="484133" cy="4841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480CED4-BBA9-1C00-EAC9-54756ED32065}"/>
              </a:ext>
            </a:extLst>
          </p:cNvPr>
          <p:cNvSpPr txBox="1"/>
          <p:nvPr/>
        </p:nvSpPr>
        <p:spPr>
          <a:xfrm>
            <a:off x="11306255" y="805763"/>
            <a:ext cx="5437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D4B399-4E07-EF70-8172-B7DE26970803}"/>
              </a:ext>
            </a:extLst>
          </p:cNvPr>
          <p:cNvSpPr txBox="1"/>
          <p:nvPr/>
        </p:nvSpPr>
        <p:spPr>
          <a:xfrm>
            <a:off x="11908923" y="795302"/>
            <a:ext cx="5886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ABOUT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356515-2AD5-F538-6BAD-D2A9D4F26281}"/>
              </a:ext>
            </a:extLst>
          </p:cNvPr>
          <p:cNvSpPr txBox="1"/>
          <p:nvPr/>
        </p:nvSpPr>
        <p:spPr>
          <a:xfrm>
            <a:off x="12493770" y="780923"/>
            <a:ext cx="6126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FILTERS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1C26D590-2868-D5AD-1C4E-401F9E420E2E}"/>
              </a:ext>
            </a:extLst>
          </p:cNvPr>
          <p:cNvSpPr/>
          <p:nvPr/>
        </p:nvSpPr>
        <p:spPr>
          <a:xfrm>
            <a:off x="430805" y="161399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F2E1F-870F-E955-CAC5-7FE768E99F98}"/>
              </a:ext>
            </a:extLst>
          </p:cNvPr>
          <p:cNvSpPr txBox="1"/>
          <p:nvPr/>
        </p:nvSpPr>
        <p:spPr>
          <a:xfrm>
            <a:off x="506496" y="1670214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Tot movements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3ACBF-F6CC-0BBF-F557-625A3D662446}"/>
              </a:ext>
            </a:extLst>
          </p:cNvPr>
          <p:cNvSpPr txBox="1"/>
          <p:nvPr/>
        </p:nvSpPr>
        <p:spPr>
          <a:xfrm>
            <a:off x="506496" y="1805572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dirty="0"/>
              <a:t>24,580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833AC2-4235-D327-8B65-AF9D6B1B2724}"/>
              </a:ext>
            </a:extLst>
          </p:cNvPr>
          <p:cNvSpPr txBox="1"/>
          <p:nvPr/>
        </p:nvSpPr>
        <p:spPr>
          <a:xfrm>
            <a:off x="506496" y="2189308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5D4C7A3-D19E-0C23-DD61-0C6B3DA98711}"/>
                  </a:ext>
                </a:extLst>
              </p14:cNvPr>
              <p14:cNvContentPartPr/>
              <p14:nvPr/>
            </p14:nvContentPartPr>
            <p14:xfrm>
              <a:off x="621498" y="2411856"/>
              <a:ext cx="1711800" cy="425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5D4C7A3-D19E-0C23-DD61-0C6B3DA987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3498" y="2393856"/>
                <a:ext cx="174744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95" name="TextBox 94">
            <a:extLst>
              <a:ext uri="{FF2B5EF4-FFF2-40B4-BE49-F238E27FC236}">
                <a16:creationId xmlns:a16="http://schemas.microsoft.com/office/drawing/2014/main" id="{76688092-33DD-615A-6E1C-AC41E80E3A8B}"/>
              </a:ext>
            </a:extLst>
          </p:cNvPr>
          <p:cNvSpPr txBox="1"/>
          <p:nvPr/>
        </p:nvSpPr>
        <p:spPr>
          <a:xfrm>
            <a:off x="589174" y="2872534"/>
            <a:ext cx="1776448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rgbClr val="0F2D52"/>
                </a:solidFill>
              </a:rPr>
              <a:t>PCT % DIFFERENCE TREND / MONTHS</a:t>
            </a:r>
            <a:endParaRPr dirty="0">
              <a:solidFill>
                <a:srgbClr val="0F2D52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A1166F7E-1637-6350-CA64-3180FAFCE394}"/>
              </a:ext>
            </a:extLst>
          </p:cNvPr>
          <p:cNvSpPr/>
          <p:nvPr/>
        </p:nvSpPr>
        <p:spPr>
          <a:xfrm>
            <a:off x="2551859" y="162172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EA27E65-BFE4-30A4-897B-21187B71B4EC}"/>
              </a:ext>
            </a:extLst>
          </p:cNvPr>
          <p:cNvSpPr txBox="1"/>
          <p:nvPr/>
        </p:nvSpPr>
        <p:spPr>
          <a:xfrm>
            <a:off x="2627550" y="1677944"/>
            <a:ext cx="14041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Avg</a:t>
            </a:r>
            <a:r>
              <a:rPr lang="en-IN" dirty="0"/>
              <a:t> time in Dept ( hrs)</a:t>
            </a:r>
            <a:endParaRPr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C8B696C-7954-8A06-4CE3-EEC0C8A484C9}"/>
              </a:ext>
            </a:extLst>
          </p:cNvPr>
          <p:cNvSpPr txBox="1"/>
          <p:nvPr/>
        </p:nvSpPr>
        <p:spPr>
          <a:xfrm>
            <a:off x="2627550" y="1887654"/>
            <a:ext cx="124870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sz="1600" dirty="0"/>
              <a:t>XXX (Hrs)</a:t>
            </a:r>
            <a:endParaRPr sz="16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9768B48-00E1-586E-86F4-BA1FFBBA3F6A}"/>
              </a:ext>
            </a:extLst>
          </p:cNvPr>
          <p:cNvSpPr txBox="1"/>
          <p:nvPr/>
        </p:nvSpPr>
        <p:spPr>
          <a:xfrm>
            <a:off x="2627550" y="2197038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C53C357C-6FC7-FBBA-B85E-7E0340B952C8}"/>
                  </a:ext>
                </a:extLst>
              </p14:cNvPr>
              <p14:cNvContentPartPr/>
              <p14:nvPr/>
            </p14:nvContentPartPr>
            <p14:xfrm>
              <a:off x="2742552" y="2419586"/>
              <a:ext cx="1711800" cy="4255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C53C357C-6FC7-FBBA-B85E-7E0340B952C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24552" y="2401586"/>
                <a:ext cx="174744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711C949E-E844-F171-8901-57DB0BCCB5E5}"/>
              </a:ext>
            </a:extLst>
          </p:cNvPr>
          <p:cNvSpPr txBox="1"/>
          <p:nvPr/>
        </p:nvSpPr>
        <p:spPr>
          <a:xfrm>
            <a:off x="2710228" y="2880264"/>
            <a:ext cx="1776448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rgbClr val="0F2D52"/>
                </a:solidFill>
              </a:rPr>
              <a:t>PCT % DIFFERENCE TREND / MONTHS</a:t>
            </a:r>
            <a:endParaRPr dirty="0">
              <a:solidFill>
                <a:srgbClr val="0F2D52"/>
              </a:solidFill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2AB5A914-15B1-A2B5-35A5-BB3859D55DD1}"/>
              </a:ext>
            </a:extLst>
          </p:cNvPr>
          <p:cNvSpPr/>
          <p:nvPr/>
        </p:nvSpPr>
        <p:spPr>
          <a:xfrm>
            <a:off x="4698533" y="1615770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7C2941B-462B-37A3-A59D-494508DF775D}"/>
              </a:ext>
            </a:extLst>
          </p:cNvPr>
          <p:cNvSpPr txBox="1"/>
          <p:nvPr/>
        </p:nvSpPr>
        <p:spPr>
          <a:xfrm>
            <a:off x="4774224" y="1671987"/>
            <a:ext cx="135158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ICU Transfer rate %</a:t>
            </a:r>
            <a:endParaRPr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B468335-6A4F-F7D3-0B52-45EDACDD3A02}"/>
              </a:ext>
            </a:extLst>
          </p:cNvPr>
          <p:cNvSpPr txBox="1"/>
          <p:nvPr/>
        </p:nvSpPr>
        <p:spPr>
          <a:xfrm>
            <a:off x="4774224" y="1866308"/>
            <a:ext cx="92606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 %</a:t>
            </a:r>
            <a:endParaRPr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95184B6-E4BF-0185-35BB-78DA1FE2D01C}"/>
              </a:ext>
            </a:extLst>
          </p:cNvPr>
          <p:cNvSpPr txBox="1"/>
          <p:nvPr/>
        </p:nvSpPr>
        <p:spPr>
          <a:xfrm>
            <a:off x="4774224" y="2191081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6427E71-378E-A0B5-E900-6D6684E5EDEC}"/>
                  </a:ext>
                </a:extLst>
              </p14:cNvPr>
              <p14:cNvContentPartPr/>
              <p14:nvPr/>
            </p14:nvContentPartPr>
            <p14:xfrm>
              <a:off x="4889226" y="2413629"/>
              <a:ext cx="1711800" cy="4255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6427E71-378E-A0B5-E900-6D6684E5EDE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71226" y="2395629"/>
                <a:ext cx="174744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73CF5103-0304-C641-DC09-F183E8E7817C}"/>
              </a:ext>
            </a:extLst>
          </p:cNvPr>
          <p:cNvSpPr txBox="1"/>
          <p:nvPr/>
        </p:nvSpPr>
        <p:spPr>
          <a:xfrm>
            <a:off x="4856902" y="2874307"/>
            <a:ext cx="1776448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rgbClr val="0F2D52"/>
                </a:solidFill>
              </a:rPr>
              <a:t>PCT % DIFFERENCE TREND / MONTHS</a:t>
            </a:r>
            <a:endParaRPr dirty="0">
              <a:solidFill>
                <a:srgbClr val="0F2D52"/>
              </a:solidFill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F61E91D8-D204-2DE2-3491-69D228B6E29B}"/>
              </a:ext>
            </a:extLst>
          </p:cNvPr>
          <p:cNvSpPr/>
          <p:nvPr/>
        </p:nvSpPr>
        <p:spPr>
          <a:xfrm>
            <a:off x="6832642" y="162172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780E22F-25CD-07F0-2D77-28D34F063BFF}"/>
              </a:ext>
            </a:extLst>
          </p:cNvPr>
          <p:cNvSpPr txBox="1"/>
          <p:nvPr/>
        </p:nvSpPr>
        <p:spPr>
          <a:xfrm>
            <a:off x="6908333" y="1677944"/>
            <a:ext cx="129394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Avg</a:t>
            </a:r>
            <a:r>
              <a:rPr lang="en-IN" dirty="0"/>
              <a:t> ward </a:t>
            </a:r>
            <a:r>
              <a:rPr lang="en-IN" dirty="0" err="1"/>
              <a:t>occup</a:t>
            </a:r>
            <a:r>
              <a:rPr lang="en-IN" dirty="0"/>
              <a:t> %</a:t>
            </a:r>
            <a:endParaRPr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4D9D0F7-B4F9-472C-BB7F-A35FF0C26CFC}"/>
              </a:ext>
            </a:extLst>
          </p:cNvPr>
          <p:cNvSpPr txBox="1"/>
          <p:nvPr/>
        </p:nvSpPr>
        <p:spPr>
          <a:xfrm>
            <a:off x="6908333" y="1872265"/>
            <a:ext cx="70083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 %</a:t>
            </a:r>
            <a:endParaRPr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760126C-A84F-BDD8-B092-95A71EFD222D}"/>
              </a:ext>
            </a:extLst>
          </p:cNvPr>
          <p:cNvSpPr txBox="1"/>
          <p:nvPr/>
        </p:nvSpPr>
        <p:spPr>
          <a:xfrm>
            <a:off x="6908333" y="2197038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5A62E7DA-2376-E554-A504-ACC6E0E6F56A}"/>
                  </a:ext>
                </a:extLst>
              </p14:cNvPr>
              <p14:cNvContentPartPr/>
              <p14:nvPr/>
            </p14:nvContentPartPr>
            <p14:xfrm>
              <a:off x="7023335" y="2419586"/>
              <a:ext cx="1711800" cy="4255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5A62E7DA-2376-E554-A504-ACC6E0E6F56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05335" y="2401586"/>
                <a:ext cx="174744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119" name="TextBox 118">
            <a:extLst>
              <a:ext uri="{FF2B5EF4-FFF2-40B4-BE49-F238E27FC236}">
                <a16:creationId xmlns:a16="http://schemas.microsoft.com/office/drawing/2014/main" id="{80A713A7-84AB-A977-136E-2C27E898C559}"/>
              </a:ext>
            </a:extLst>
          </p:cNvPr>
          <p:cNvSpPr txBox="1"/>
          <p:nvPr/>
        </p:nvSpPr>
        <p:spPr>
          <a:xfrm>
            <a:off x="6991011" y="2880264"/>
            <a:ext cx="1776448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rgbClr val="0F2D52"/>
                </a:solidFill>
              </a:rPr>
              <a:t>PCT % DIFFERENCE TREND / MONTHS</a:t>
            </a:r>
            <a:endParaRPr dirty="0">
              <a:solidFill>
                <a:srgbClr val="0F2D52"/>
              </a:solidFill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77724F99-F52B-BB50-2696-AAC7B58AE2DF}"/>
              </a:ext>
            </a:extLst>
          </p:cNvPr>
          <p:cNvSpPr/>
          <p:nvPr/>
        </p:nvSpPr>
        <p:spPr>
          <a:xfrm>
            <a:off x="8957840" y="1608582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56CF7F2-5A01-343F-E87B-15A6BBDB3462}"/>
              </a:ext>
            </a:extLst>
          </p:cNvPr>
          <p:cNvSpPr txBox="1"/>
          <p:nvPr/>
        </p:nvSpPr>
        <p:spPr>
          <a:xfrm>
            <a:off x="9033531" y="1664799"/>
            <a:ext cx="189868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Highest Movements  dept to dept </a:t>
            </a:r>
            <a:endParaRPr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4F4BD79-4042-74B7-A869-E97964D37456}"/>
              </a:ext>
            </a:extLst>
          </p:cNvPr>
          <p:cNvSpPr txBox="1"/>
          <p:nvPr/>
        </p:nvSpPr>
        <p:spPr>
          <a:xfrm>
            <a:off x="9033531" y="1889898"/>
            <a:ext cx="161643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sz="1400" dirty="0"/>
              <a:t>XX   (dept name)</a:t>
            </a:r>
            <a:endParaRPr sz="14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70454FD-6041-1562-0E62-0E95371ED147}"/>
              </a:ext>
            </a:extLst>
          </p:cNvPr>
          <p:cNvSpPr txBox="1"/>
          <p:nvPr/>
        </p:nvSpPr>
        <p:spPr>
          <a:xfrm>
            <a:off x="9033531" y="2183893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C74DD87-1EE8-89A4-96D8-B03B672E059F}"/>
              </a:ext>
            </a:extLst>
          </p:cNvPr>
          <p:cNvSpPr txBox="1"/>
          <p:nvPr/>
        </p:nvSpPr>
        <p:spPr>
          <a:xfrm>
            <a:off x="9065124" y="2439039"/>
            <a:ext cx="177644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sz="1000" dirty="0" err="1">
                <a:solidFill>
                  <a:srgbClr val="0F2D52"/>
                </a:solidFill>
              </a:rPr>
              <a:t>Previouse</a:t>
            </a:r>
            <a:r>
              <a:rPr lang="en-IN" sz="1000" dirty="0">
                <a:solidFill>
                  <a:srgbClr val="0F2D52"/>
                </a:solidFill>
              </a:rPr>
              <a:t> year dept and </a:t>
            </a:r>
            <a:r>
              <a:rPr lang="en-IN" sz="1000" dirty="0" err="1">
                <a:solidFill>
                  <a:srgbClr val="0F2D52"/>
                </a:solidFill>
              </a:rPr>
              <a:t>cuont</a:t>
            </a:r>
            <a:endParaRPr sz="1000" dirty="0">
              <a:solidFill>
                <a:srgbClr val="0F2D52"/>
              </a:solidFill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62A78BB-77FF-27E4-C1A7-1E8E583DF6B0}"/>
              </a:ext>
            </a:extLst>
          </p:cNvPr>
          <p:cNvSpPr/>
          <p:nvPr/>
        </p:nvSpPr>
        <p:spPr>
          <a:xfrm>
            <a:off x="11091949" y="1601541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F7F8E6A-8335-38AB-A516-DF4E69657CE0}"/>
              </a:ext>
            </a:extLst>
          </p:cNvPr>
          <p:cNvSpPr txBox="1"/>
          <p:nvPr/>
        </p:nvSpPr>
        <p:spPr>
          <a:xfrm>
            <a:off x="11167640" y="1657758"/>
            <a:ext cx="1724766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Unique Patients count</a:t>
            </a:r>
            <a:endParaRPr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42852A5-6756-40C2-255A-AD1FB5D4D66C}"/>
              </a:ext>
            </a:extLst>
          </p:cNvPr>
          <p:cNvSpPr txBox="1"/>
          <p:nvPr/>
        </p:nvSpPr>
        <p:spPr>
          <a:xfrm>
            <a:off x="11167640" y="1793116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dirty="0"/>
              <a:t>24,580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DDF0613-52F6-A64E-B5B4-61477CE12B92}"/>
              </a:ext>
            </a:extLst>
          </p:cNvPr>
          <p:cNvSpPr txBox="1"/>
          <p:nvPr/>
        </p:nvSpPr>
        <p:spPr>
          <a:xfrm>
            <a:off x="11167640" y="2176852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0BDDA1C8-DC54-9190-EE9A-A3271002225E}"/>
                  </a:ext>
                </a:extLst>
              </p14:cNvPr>
              <p14:cNvContentPartPr/>
              <p14:nvPr/>
            </p14:nvContentPartPr>
            <p14:xfrm>
              <a:off x="11282642" y="2399400"/>
              <a:ext cx="1711800" cy="4255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0BDDA1C8-DC54-9190-EE9A-A3271002225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264642" y="2381400"/>
                <a:ext cx="1747440" cy="461160"/>
              </a:xfrm>
              <a:prstGeom prst="rect">
                <a:avLst/>
              </a:prstGeom>
            </p:spPr>
          </p:pic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2463BFCB-94AD-D9A8-F9BE-DBB20CBE838F}"/>
              </a:ext>
            </a:extLst>
          </p:cNvPr>
          <p:cNvSpPr txBox="1"/>
          <p:nvPr/>
        </p:nvSpPr>
        <p:spPr>
          <a:xfrm>
            <a:off x="11250318" y="2860078"/>
            <a:ext cx="1776448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rgbClr val="0F2D52"/>
                </a:solidFill>
              </a:rPr>
              <a:t>PCT % DIFFERENCE TREND / MONTHS</a:t>
            </a:r>
            <a:endParaRPr dirty="0">
              <a:solidFill>
                <a:srgbClr val="0F2D52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3FA26F85-9C11-4BDC-24DF-DA5CAF628A5F}"/>
              </a:ext>
            </a:extLst>
          </p:cNvPr>
          <p:cNvSpPr/>
          <p:nvPr/>
        </p:nvSpPr>
        <p:spPr>
          <a:xfrm>
            <a:off x="430804" y="3218847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D7486FE2-74BB-B8F5-3638-D3AA65338E88}"/>
              </a:ext>
            </a:extLst>
          </p:cNvPr>
          <p:cNvSpPr/>
          <p:nvPr/>
        </p:nvSpPr>
        <p:spPr>
          <a:xfrm>
            <a:off x="3608412" y="3234334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4AF75A5A-DC16-F716-4A98-8F8BA6200130}"/>
              </a:ext>
            </a:extLst>
          </p:cNvPr>
          <p:cNvSpPr/>
          <p:nvPr/>
        </p:nvSpPr>
        <p:spPr>
          <a:xfrm>
            <a:off x="6791263" y="3218847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1F0D486B-8CB9-AF3A-C799-08208BF4322A}"/>
              </a:ext>
            </a:extLst>
          </p:cNvPr>
          <p:cNvSpPr/>
          <p:nvPr/>
        </p:nvSpPr>
        <p:spPr>
          <a:xfrm>
            <a:off x="9965082" y="321884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1DED412-8349-EC69-8971-0DD61966B4FE}"/>
              </a:ext>
            </a:extLst>
          </p:cNvPr>
          <p:cNvSpPr txBox="1"/>
          <p:nvPr/>
        </p:nvSpPr>
        <p:spPr>
          <a:xfrm>
            <a:off x="1331088" y="3218386"/>
            <a:ext cx="114646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dirty="0"/>
              <a:t> </a:t>
            </a:r>
            <a:r>
              <a:rPr lang="en-IN" dirty="0"/>
              <a:t>Movements Trend</a:t>
            </a:r>
            <a:endParaRPr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9E7A4DE-5071-2437-8385-226270454673}"/>
              </a:ext>
            </a:extLst>
          </p:cNvPr>
          <p:cNvSpPr txBox="1"/>
          <p:nvPr/>
        </p:nvSpPr>
        <p:spPr>
          <a:xfrm>
            <a:off x="1715717" y="5219023"/>
            <a:ext cx="58060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Months</a:t>
            </a:r>
            <a:endParaRPr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5E64551-AA8B-184C-DF52-AA3F21089AE8}"/>
              </a:ext>
            </a:extLst>
          </p:cNvPr>
          <p:cNvSpPr txBox="1"/>
          <p:nvPr/>
        </p:nvSpPr>
        <p:spPr>
          <a:xfrm rot="16200000">
            <a:off x="111801" y="4097771"/>
            <a:ext cx="101181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Tot movements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D9D60666-CEF3-CBFC-835C-32B1A95B41AA}"/>
                  </a:ext>
                </a:extLst>
              </p14:cNvPr>
              <p14:cNvContentPartPr/>
              <p14:nvPr/>
            </p14:nvContentPartPr>
            <p14:xfrm>
              <a:off x="1104840" y="3715560"/>
              <a:ext cx="2352600" cy="111996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D9D60666-CEF3-CBFC-835C-32B1A95B41A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95840" y="3706560"/>
                <a:ext cx="2370240" cy="11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B1184A51-CE80-4CA6-F8E5-C17EBF013182}"/>
              </a:ext>
            </a:extLst>
          </p:cNvPr>
          <p:cNvGrpSpPr/>
          <p:nvPr/>
        </p:nvGrpSpPr>
        <p:grpSpPr>
          <a:xfrm>
            <a:off x="578880" y="3550680"/>
            <a:ext cx="2768400" cy="1644480"/>
            <a:chOff x="578880" y="3550680"/>
            <a:chExt cx="2768400" cy="164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C68FDA7-F6EA-25CF-1AC9-E2A2F2C83F6D}"/>
                    </a:ext>
                  </a:extLst>
                </p14:cNvPr>
                <p14:cNvContentPartPr/>
                <p14:nvPr/>
              </p14:nvContentPartPr>
              <p14:xfrm>
                <a:off x="819000" y="3550680"/>
                <a:ext cx="57600" cy="16444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C68FDA7-F6EA-25CF-1AC9-E2A2F2C83F6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0056" y="3541678"/>
                  <a:ext cx="75130" cy="16621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0497555-7E9B-8454-6289-9354510CC3E4}"/>
                    </a:ext>
                  </a:extLst>
                </p14:cNvPr>
                <p14:cNvContentPartPr/>
                <p14:nvPr/>
              </p14:nvContentPartPr>
              <p14:xfrm>
                <a:off x="578880" y="5039640"/>
                <a:ext cx="2768400" cy="31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0497555-7E9B-8454-6289-9354510CC3E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9879" y="5030537"/>
                  <a:ext cx="2786042" cy="495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C6E4101-57C7-4A43-EBEE-2D864D13B153}"/>
                    </a:ext>
                  </a:extLst>
                </p14:cNvPr>
                <p14:cNvContentPartPr/>
                <p14:nvPr/>
              </p14:nvContentPartPr>
              <p14:xfrm>
                <a:off x="1059120" y="5085720"/>
                <a:ext cx="83880" cy="122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C6E4101-57C7-4A43-EBEE-2D864D13B15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50120" y="5076720"/>
                  <a:ext cx="101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6DA96CE-159F-51D1-7D34-33D11BBB1163}"/>
                    </a:ext>
                  </a:extLst>
                </p14:cNvPr>
                <p14:cNvContentPartPr/>
                <p14:nvPr/>
              </p14:nvContentPartPr>
              <p14:xfrm>
                <a:off x="1035360" y="5105160"/>
                <a:ext cx="84240" cy="84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6DA96CE-159F-51D1-7D34-33D11BBB116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6360" y="5096160"/>
                  <a:ext cx="101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90C0431-088B-A458-A348-B827EA1D21C4}"/>
                    </a:ext>
                  </a:extLst>
                </p14:cNvPr>
                <p14:cNvContentPartPr/>
                <p14:nvPr/>
              </p14:nvContentPartPr>
              <p14:xfrm>
                <a:off x="1298880" y="5105160"/>
                <a:ext cx="3240" cy="58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90C0431-088B-A458-A348-B827EA1D21C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89880" y="5096160"/>
                  <a:ext cx="20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919602B-2B98-E49F-9E95-E4D5EDE70281}"/>
                    </a:ext>
                  </a:extLst>
                </p14:cNvPr>
                <p14:cNvContentPartPr/>
                <p14:nvPr/>
              </p14:nvContentPartPr>
              <p14:xfrm>
                <a:off x="1291320" y="5078880"/>
                <a:ext cx="56880" cy="190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919602B-2B98-E49F-9E95-E4D5EDE7028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82320" y="5069880"/>
                  <a:ext cx="7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2164D43-FF66-377E-DD1F-416A6E367041}"/>
                    </a:ext>
                  </a:extLst>
                </p14:cNvPr>
                <p14:cNvContentPartPr/>
                <p14:nvPr/>
              </p14:nvContentPartPr>
              <p14:xfrm>
                <a:off x="1306800" y="5129640"/>
                <a:ext cx="44280" cy="104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2164D43-FF66-377E-DD1F-416A6E36704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97800" y="5120640"/>
                  <a:ext cx="6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F82F312-65C5-680F-E7A9-ED6E128D19BE}"/>
                    </a:ext>
                  </a:extLst>
                </p14:cNvPr>
                <p14:cNvContentPartPr/>
                <p14:nvPr/>
              </p14:nvContentPartPr>
              <p14:xfrm>
                <a:off x="1523520" y="5097600"/>
                <a:ext cx="8280" cy="49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F82F312-65C5-680F-E7A9-ED6E128D19B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14895" y="5088534"/>
                  <a:ext cx="25185" cy="67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DF5A40A-0461-0D5F-0031-788E9F7334CE}"/>
                    </a:ext>
                  </a:extLst>
                </p14:cNvPr>
                <p14:cNvContentPartPr/>
                <p14:nvPr/>
              </p14:nvContentPartPr>
              <p14:xfrm>
                <a:off x="1523880" y="5109120"/>
                <a:ext cx="77760" cy="34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DF5A40A-0461-0D5F-0031-788E9F7334C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14880" y="5100212"/>
                  <a:ext cx="95400" cy="523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7928383-1AA3-EFF1-143E-5E23D1BDBA8E}"/>
                    </a:ext>
                  </a:extLst>
                </p14:cNvPr>
                <p14:cNvContentPartPr/>
                <p14:nvPr/>
              </p14:nvContentPartPr>
              <p14:xfrm>
                <a:off x="1595160" y="5090040"/>
                <a:ext cx="43560" cy="53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7928383-1AA3-EFF1-143E-5E23D1BDBA8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86160" y="5081040"/>
                  <a:ext cx="61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0246599-92FB-5C36-4196-468FE0C64C1E}"/>
                    </a:ext>
                  </a:extLst>
                </p14:cNvPr>
                <p14:cNvContentPartPr/>
                <p14:nvPr/>
              </p14:nvContentPartPr>
              <p14:xfrm>
                <a:off x="1640520" y="5109120"/>
                <a:ext cx="1800" cy="608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0246599-92FB-5C36-4196-468FE0C64C1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631520" y="5100120"/>
                  <a:ext cx="19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F3E4571-FE69-9321-EFC3-AE0ED8CADE8F}"/>
                    </a:ext>
                  </a:extLst>
                </p14:cNvPr>
                <p14:cNvContentPartPr/>
                <p14:nvPr/>
              </p14:nvContentPartPr>
              <p14:xfrm>
                <a:off x="1787760" y="5105160"/>
                <a:ext cx="29880" cy="49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F3E4571-FE69-9321-EFC3-AE0ED8CADE8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78650" y="5096160"/>
                  <a:ext cx="47735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6CDAC1A-0E5C-F0CE-F5D6-A2E78439ACD0}"/>
                    </a:ext>
                  </a:extLst>
                </p14:cNvPr>
                <p14:cNvContentPartPr/>
                <p14:nvPr/>
              </p14:nvContentPartPr>
              <p14:xfrm>
                <a:off x="1813320" y="5109120"/>
                <a:ext cx="54720" cy="60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6CDAC1A-0E5C-F0CE-F5D6-A2E78439ACD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804260" y="5100173"/>
                  <a:ext cx="72477" cy="783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540E6F4-CCA3-0A7A-5099-EB7CCC3053FB}"/>
                    </a:ext>
                  </a:extLst>
                </p14:cNvPr>
                <p14:cNvContentPartPr/>
                <p14:nvPr/>
              </p14:nvContentPartPr>
              <p14:xfrm>
                <a:off x="1798200" y="5149080"/>
                <a:ext cx="37080" cy="9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540E6F4-CCA3-0A7A-5099-EB7CCC3053F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89287" y="5140080"/>
                  <a:ext cx="5455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5498DDE-C76C-CB00-DB2C-C136ECA265CE}"/>
                    </a:ext>
                  </a:extLst>
                </p14:cNvPr>
                <p14:cNvContentPartPr/>
                <p14:nvPr/>
              </p14:nvContentPartPr>
              <p14:xfrm>
                <a:off x="2183040" y="3628800"/>
                <a:ext cx="61560" cy="59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5498DDE-C76C-CB00-DB2C-C136ECA265C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74040" y="3619854"/>
                  <a:ext cx="79200" cy="76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984A798-DD91-8193-6616-A235B514F8AA}"/>
                    </a:ext>
                  </a:extLst>
                </p14:cNvPr>
                <p14:cNvContentPartPr/>
                <p14:nvPr/>
              </p14:nvContentPartPr>
              <p14:xfrm>
                <a:off x="2262960" y="3610440"/>
                <a:ext cx="53280" cy="82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984A798-DD91-8193-6616-A235B514F8A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53960" y="3601440"/>
                  <a:ext cx="70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D754FD3-1C2C-F9C4-9AAD-1DDAAB191ECC}"/>
                    </a:ext>
                  </a:extLst>
                </p14:cNvPr>
                <p14:cNvContentPartPr/>
                <p14:nvPr/>
              </p14:nvContentPartPr>
              <p14:xfrm>
                <a:off x="2361960" y="3603960"/>
                <a:ext cx="16560" cy="2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D754FD3-1C2C-F9C4-9AAD-1DDAAB191EC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52760" y="3593674"/>
                  <a:ext cx="34592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138C809-0B56-26AF-50FE-7D2A16087BE3}"/>
                    </a:ext>
                  </a:extLst>
                </p14:cNvPr>
                <p14:cNvContentPartPr/>
                <p14:nvPr/>
              </p14:nvContentPartPr>
              <p14:xfrm>
                <a:off x="2355840" y="3615480"/>
                <a:ext cx="30960" cy="626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138C809-0B56-26AF-50FE-7D2A16087BE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46734" y="3606480"/>
                  <a:ext cx="48808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4E90546-A12D-F12F-612E-107386DB92DA}"/>
                    </a:ext>
                  </a:extLst>
                </p14:cNvPr>
                <p14:cNvContentPartPr/>
                <p14:nvPr/>
              </p14:nvContentPartPr>
              <p14:xfrm>
                <a:off x="2437560" y="3600360"/>
                <a:ext cx="27720" cy="62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4E90546-A12D-F12F-612E-107386DB92D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28442" y="3591412"/>
                  <a:ext cx="45592" cy="79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BCA742B-F931-4A4F-6AC6-F020C3B0A8D6}"/>
                    </a:ext>
                  </a:extLst>
                </p14:cNvPr>
                <p14:cNvContentPartPr/>
                <p14:nvPr/>
              </p14:nvContentPartPr>
              <p14:xfrm>
                <a:off x="2788920" y="3665160"/>
                <a:ext cx="47520" cy="1072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BCA742B-F931-4A4F-6AC6-F020C3B0A8D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779920" y="3656130"/>
                  <a:ext cx="65160" cy="1249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8DC0B66-F9DD-6EE6-5641-FEC04FEBF3D3}"/>
                    </a:ext>
                  </a:extLst>
                </p14:cNvPr>
                <p14:cNvContentPartPr/>
                <p14:nvPr/>
              </p14:nvContentPartPr>
              <p14:xfrm>
                <a:off x="2788920" y="3700080"/>
                <a:ext cx="57240" cy="414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8DC0B66-F9DD-6EE6-5641-FEC04FEBF3D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779920" y="3691080"/>
                  <a:ext cx="7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645659B-47F1-444A-F246-9B71572A2CFC}"/>
                    </a:ext>
                  </a:extLst>
                </p14:cNvPr>
                <p14:cNvContentPartPr/>
                <p14:nvPr/>
              </p14:nvContentPartPr>
              <p14:xfrm>
                <a:off x="2869560" y="3653640"/>
                <a:ext cx="11520" cy="68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645659B-47F1-444A-F246-9B71572A2CF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860560" y="3644640"/>
                  <a:ext cx="29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226209E-F3A5-2A5A-E78B-E080F645B5CA}"/>
                    </a:ext>
                  </a:extLst>
                </p14:cNvPr>
                <p14:cNvContentPartPr/>
                <p14:nvPr/>
              </p14:nvContentPartPr>
              <p14:xfrm>
                <a:off x="2914560" y="3648240"/>
                <a:ext cx="38880" cy="910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226209E-F3A5-2A5A-E78B-E080F645B5C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905560" y="3639240"/>
                  <a:ext cx="56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E337B02-92AF-BEA8-893E-B0CB66487F89}"/>
                    </a:ext>
                  </a:extLst>
                </p14:cNvPr>
                <p14:cNvContentPartPr/>
                <p14:nvPr/>
              </p14:nvContentPartPr>
              <p14:xfrm>
                <a:off x="2914560" y="3684600"/>
                <a:ext cx="51840" cy="22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E337B02-92AF-BEA8-893E-B0CB66487F8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905622" y="3675741"/>
                  <a:ext cx="69358" cy="40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8F86492-9F3F-E251-C9BC-0B5EAEF97F33}"/>
                    </a:ext>
                  </a:extLst>
                </p14:cNvPr>
                <p14:cNvContentPartPr/>
                <p14:nvPr/>
              </p14:nvContentPartPr>
              <p14:xfrm>
                <a:off x="2985840" y="3623400"/>
                <a:ext cx="33480" cy="421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8F86492-9F3F-E251-C9BC-0B5EAEF97F3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976840" y="3614400"/>
                  <a:ext cx="51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49CB0CE-40DF-AEF7-B263-84EDBE30AE89}"/>
                    </a:ext>
                  </a:extLst>
                </p14:cNvPr>
                <p14:cNvContentPartPr/>
                <p14:nvPr/>
              </p14:nvContentPartPr>
              <p14:xfrm>
                <a:off x="3004920" y="3647160"/>
                <a:ext cx="40320" cy="61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49CB0CE-40DF-AEF7-B263-84EDBE30AE8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995920" y="3638160"/>
                  <a:ext cx="57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D37D150-640C-676D-3E76-37F4B9364715}"/>
                    </a:ext>
                  </a:extLst>
                </p14:cNvPr>
                <p14:cNvContentPartPr/>
                <p14:nvPr/>
              </p14:nvContentPartPr>
              <p14:xfrm>
                <a:off x="2011680" y="5169336"/>
                <a:ext cx="360" cy="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D37D150-640C-676D-3E76-37F4B936471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00268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240ED04-CE3C-860E-D85F-F28C00419990}"/>
                    </a:ext>
                  </a:extLst>
                </p14:cNvPr>
                <p14:cNvContentPartPr/>
                <p14:nvPr/>
              </p14:nvContentPartPr>
              <p14:xfrm>
                <a:off x="2121120" y="5163216"/>
                <a:ext cx="360" cy="3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240ED04-CE3C-860E-D85F-F28C0041999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1212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205495C-441C-2914-F318-BDF489B7883E}"/>
                    </a:ext>
                  </a:extLst>
                </p14:cNvPr>
                <p14:cNvContentPartPr/>
                <p14:nvPr/>
              </p14:nvContentPartPr>
              <p14:xfrm>
                <a:off x="2255400" y="5169336"/>
                <a:ext cx="360" cy="3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205495C-441C-2914-F318-BDF489B7883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24640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15D84A0-4ED9-30DD-AAC7-A621793DEE83}"/>
                    </a:ext>
                  </a:extLst>
                </p14:cNvPr>
                <p14:cNvContentPartPr/>
                <p14:nvPr/>
              </p14:nvContentPartPr>
              <p14:xfrm>
                <a:off x="2455560" y="5181576"/>
                <a:ext cx="1440" cy="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15D84A0-4ED9-30DD-AAC7-A621793DEE8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446560" y="5172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DE3F11F-7A2D-EE5F-8233-18710F5396F8}"/>
                    </a:ext>
                  </a:extLst>
                </p14:cNvPr>
                <p14:cNvContentPartPr/>
                <p14:nvPr/>
              </p14:nvContentPartPr>
              <p14:xfrm>
                <a:off x="2596680" y="5168256"/>
                <a:ext cx="1440" cy="1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DE3F11F-7A2D-EE5F-8233-18710F5396F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584680" y="5159256"/>
                  <a:ext cx="24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C84887D-13EB-B2E8-079B-61A21827F924}"/>
                    </a:ext>
                  </a:extLst>
                </p14:cNvPr>
                <p14:cNvContentPartPr/>
                <p14:nvPr/>
              </p14:nvContentPartPr>
              <p14:xfrm>
                <a:off x="2779560" y="5163216"/>
                <a:ext cx="360" cy="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C84887D-13EB-B2E8-079B-61A21827F92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77056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5098CD96-A93E-4690-50F1-EA497D091961}"/>
                  </a:ext>
                </a:extLst>
              </p14:cNvPr>
              <p14:cNvContentPartPr/>
              <p14:nvPr/>
            </p14:nvContentPartPr>
            <p14:xfrm>
              <a:off x="4259970" y="3690168"/>
              <a:ext cx="2352600" cy="11199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5098CD96-A93E-4690-50F1-EA497D09196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250970" y="3681168"/>
                <a:ext cx="2370240" cy="11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F1E44474-8B61-3619-A42D-44A572D53DB0}"/>
              </a:ext>
            </a:extLst>
          </p:cNvPr>
          <p:cNvGrpSpPr/>
          <p:nvPr/>
        </p:nvGrpSpPr>
        <p:grpSpPr>
          <a:xfrm>
            <a:off x="3734010" y="3525288"/>
            <a:ext cx="2768400" cy="1644480"/>
            <a:chOff x="578880" y="3550680"/>
            <a:chExt cx="2768400" cy="164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66D9D88-E7F4-E097-A46A-26F8314A3277}"/>
                    </a:ext>
                  </a:extLst>
                </p14:cNvPr>
                <p14:cNvContentPartPr/>
                <p14:nvPr/>
              </p14:nvContentPartPr>
              <p14:xfrm>
                <a:off x="819000" y="3550680"/>
                <a:ext cx="57600" cy="16444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66D9D88-E7F4-E097-A46A-26F8314A327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10056" y="3541678"/>
                  <a:ext cx="75130" cy="16621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332AD4B-1071-22AD-65B7-1EAF518C07D4}"/>
                    </a:ext>
                  </a:extLst>
                </p14:cNvPr>
                <p14:cNvContentPartPr/>
                <p14:nvPr/>
              </p14:nvContentPartPr>
              <p14:xfrm>
                <a:off x="578880" y="5039640"/>
                <a:ext cx="2768400" cy="316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332AD4B-1071-22AD-65B7-1EAF518C07D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9879" y="5030537"/>
                  <a:ext cx="2786042" cy="495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B15BD69-3A41-F80B-F22E-2F33413311A0}"/>
                    </a:ext>
                  </a:extLst>
                </p14:cNvPr>
                <p14:cNvContentPartPr/>
                <p14:nvPr/>
              </p14:nvContentPartPr>
              <p14:xfrm>
                <a:off x="1059120" y="5085720"/>
                <a:ext cx="83880" cy="12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B15BD69-3A41-F80B-F22E-2F33413311A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0120" y="5076720"/>
                  <a:ext cx="101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6AF3D6B-59FF-33A8-6428-0F79D51CBAAA}"/>
                    </a:ext>
                  </a:extLst>
                </p14:cNvPr>
                <p14:cNvContentPartPr/>
                <p14:nvPr/>
              </p14:nvContentPartPr>
              <p14:xfrm>
                <a:off x="1035360" y="5105160"/>
                <a:ext cx="84240" cy="84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6AF3D6B-59FF-33A8-6428-0F79D51CBA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6360" y="5096160"/>
                  <a:ext cx="101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7F472FA-A141-9875-D1EA-E2C38091C730}"/>
                    </a:ext>
                  </a:extLst>
                </p14:cNvPr>
                <p14:cNvContentPartPr/>
                <p14:nvPr/>
              </p14:nvContentPartPr>
              <p14:xfrm>
                <a:off x="1298880" y="5105160"/>
                <a:ext cx="3240" cy="58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7F472FA-A141-9875-D1EA-E2C38091C73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89880" y="5096160"/>
                  <a:ext cx="20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0648F60-79A9-7014-73FC-279F04E74470}"/>
                    </a:ext>
                  </a:extLst>
                </p14:cNvPr>
                <p14:cNvContentPartPr/>
                <p14:nvPr/>
              </p14:nvContentPartPr>
              <p14:xfrm>
                <a:off x="1291320" y="5078880"/>
                <a:ext cx="56880" cy="19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0648F60-79A9-7014-73FC-279F04E7447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82320" y="5069880"/>
                  <a:ext cx="7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00A1572-BAC9-0AF0-072A-A6072116873D}"/>
                    </a:ext>
                  </a:extLst>
                </p14:cNvPr>
                <p14:cNvContentPartPr/>
                <p14:nvPr/>
              </p14:nvContentPartPr>
              <p14:xfrm>
                <a:off x="1306800" y="5129640"/>
                <a:ext cx="44280" cy="10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00A1572-BAC9-0AF0-072A-A6072116873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97800" y="5120640"/>
                  <a:ext cx="6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E3BD0A6-F4C0-B0F6-4F23-F6F6CD0D8071}"/>
                    </a:ext>
                  </a:extLst>
                </p14:cNvPr>
                <p14:cNvContentPartPr/>
                <p14:nvPr/>
              </p14:nvContentPartPr>
              <p14:xfrm>
                <a:off x="1523520" y="5097600"/>
                <a:ext cx="8280" cy="493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E3BD0A6-F4C0-B0F6-4F23-F6F6CD0D80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514895" y="5088534"/>
                  <a:ext cx="25185" cy="67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94288B2-1F24-B16A-D606-45576F826D50}"/>
                    </a:ext>
                  </a:extLst>
                </p14:cNvPr>
                <p14:cNvContentPartPr/>
                <p14:nvPr/>
              </p14:nvContentPartPr>
              <p14:xfrm>
                <a:off x="1523880" y="5109120"/>
                <a:ext cx="77760" cy="34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94288B2-1F24-B16A-D606-45576F826D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514880" y="5100212"/>
                  <a:ext cx="95400" cy="523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78A5064-1971-6BF3-0DFC-DAB5D4FAC799}"/>
                    </a:ext>
                  </a:extLst>
                </p14:cNvPr>
                <p14:cNvContentPartPr/>
                <p14:nvPr/>
              </p14:nvContentPartPr>
              <p14:xfrm>
                <a:off x="1595160" y="5090040"/>
                <a:ext cx="43560" cy="532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78A5064-1971-6BF3-0DFC-DAB5D4FAC79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86160" y="5081040"/>
                  <a:ext cx="61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DF2B2A3-850C-94FE-A21C-D2866375A2C4}"/>
                    </a:ext>
                  </a:extLst>
                </p14:cNvPr>
                <p14:cNvContentPartPr/>
                <p14:nvPr/>
              </p14:nvContentPartPr>
              <p14:xfrm>
                <a:off x="1640520" y="5109120"/>
                <a:ext cx="1800" cy="60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DF2B2A3-850C-94FE-A21C-D2866375A2C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31520" y="5100120"/>
                  <a:ext cx="19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DD22B60-8C3A-A5D9-06EA-FDD26CC86184}"/>
                    </a:ext>
                  </a:extLst>
                </p14:cNvPr>
                <p14:cNvContentPartPr/>
                <p14:nvPr/>
              </p14:nvContentPartPr>
              <p14:xfrm>
                <a:off x="1787760" y="5105160"/>
                <a:ext cx="29880" cy="49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DD22B60-8C3A-A5D9-06EA-FDD26CC8618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778650" y="5096160"/>
                  <a:ext cx="47735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93E5AC6-9230-23E3-3499-F72BD692155F}"/>
                    </a:ext>
                  </a:extLst>
                </p14:cNvPr>
                <p14:cNvContentPartPr/>
                <p14:nvPr/>
              </p14:nvContentPartPr>
              <p14:xfrm>
                <a:off x="1813320" y="5109120"/>
                <a:ext cx="54720" cy="60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93E5AC6-9230-23E3-3499-F72BD692155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04260" y="5100173"/>
                  <a:ext cx="72477" cy="783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EAB1127-DC04-C13D-F914-395C0C44A57D}"/>
                    </a:ext>
                  </a:extLst>
                </p14:cNvPr>
                <p14:cNvContentPartPr/>
                <p14:nvPr/>
              </p14:nvContentPartPr>
              <p14:xfrm>
                <a:off x="1798200" y="5149080"/>
                <a:ext cx="37080" cy="97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EAB1127-DC04-C13D-F914-395C0C44A57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89287" y="5140080"/>
                  <a:ext cx="5455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CA2105F-4CF8-CC80-625D-0391FFCCF41B}"/>
                    </a:ext>
                  </a:extLst>
                </p14:cNvPr>
                <p14:cNvContentPartPr/>
                <p14:nvPr/>
              </p14:nvContentPartPr>
              <p14:xfrm>
                <a:off x="2183040" y="3628800"/>
                <a:ext cx="61560" cy="594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CA2105F-4CF8-CC80-625D-0391FFCCF41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174040" y="3619854"/>
                  <a:ext cx="79200" cy="76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C8B9E07-6A66-354C-86D9-721FC900ECE5}"/>
                    </a:ext>
                  </a:extLst>
                </p14:cNvPr>
                <p14:cNvContentPartPr/>
                <p14:nvPr/>
              </p14:nvContentPartPr>
              <p14:xfrm>
                <a:off x="2262960" y="3610440"/>
                <a:ext cx="53280" cy="82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C8B9E07-6A66-354C-86D9-721FC900ECE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53960" y="3601440"/>
                  <a:ext cx="70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AB2CEAD-214E-9988-D491-67F15D62CA76}"/>
                    </a:ext>
                  </a:extLst>
                </p14:cNvPr>
                <p14:cNvContentPartPr/>
                <p14:nvPr/>
              </p14:nvContentPartPr>
              <p14:xfrm>
                <a:off x="2361960" y="3603960"/>
                <a:ext cx="16560" cy="28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AB2CEAD-214E-9988-D491-67F15D62CA7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352760" y="3593674"/>
                  <a:ext cx="34592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CD1C81A-8940-05F6-8CCB-2171D0117085}"/>
                    </a:ext>
                  </a:extLst>
                </p14:cNvPr>
                <p14:cNvContentPartPr/>
                <p14:nvPr/>
              </p14:nvContentPartPr>
              <p14:xfrm>
                <a:off x="2355840" y="3615480"/>
                <a:ext cx="30960" cy="626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CD1C81A-8940-05F6-8CCB-2171D011708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46734" y="3606480"/>
                  <a:ext cx="48808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26E0081-D7B2-5D6B-13DA-D85F0E9B4471}"/>
                    </a:ext>
                  </a:extLst>
                </p14:cNvPr>
                <p14:cNvContentPartPr/>
                <p14:nvPr/>
              </p14:nvContentPartPr>
              <p14:xfrm>
                <a:off x="2437560" y="3600360"/>
                <a:ext cx="27720" cy="62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26E0081-D7B2-5D6B-13DA-D85F0E9B447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28442" y="3591412"/>
                  <a:ext cx="45592" cy="79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770848E-F82D-3F21-F2BC-642221F66841}"/>
                    </a:ext>
                  </a:extLst>
                </p14:cNvPr>
                <p14:cNvContentPartPr/>
                <p14:nvPr/>
              </p14:nvContentPartPr>
              <p14:xfrm>
                <a:off x="2788920" y="3665160"/>
                <a:ext cx="47520" cy="1072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770848E-F82D-3F21-F2BC-642221F6684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79920" y="3656130"/>
                  <a:ext cx="65160" cy="1249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4364B0C-1046-CDD0-3734-A239087BE579}"/>
                    </a:ext>
                  </a:extLst>
                </p14:cNvPr>
                <p14:cNvContentPartPr/>
                <p14:nvPr/>
              </p14:nvContentPartPr>
              <p14:xfrm>
                <a:off x="2788920" y="3700080"/>
                <a:ext cx="57240" cy="414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4364B0C-1046-CDD0-3734-A239087BE57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79920" y="3691080"/>
                  <a:ext cx="7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AA214E8-39ED-4045-96D5-D013837FDD78}"/>
                    </a:ext>
                  </a:extLst>
                </p14:cNvPr>
                <p14:cNvContentPartPr/>
                <p14:nvPr/>
              </p14:nvContentPartPr>
              <p14:xfrm>
                <a:off x="2869560" y="3653640"/>
                <a:ext cx="11520" cy="680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AA214E8-39ED-4045-96D5-D013837FDD7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860560" y="3644640"/>
                  <a:ext cx="29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1C65D74-74B0-FD43-EB95-AFDCBA15ED74}"/>
                    </a:ext>
                  </a:extLst>
                </p14:cNvPr>
                <p14:cNvContentPartPr/>
                <p14:nvPr/>
              </p14:nvContentPartPr>
              <p14:xfrm>
                <a:off x="2914560" y="3648240"/>
                <a:ext cx="38880" cy="910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1C65D74-74B0-FD43-EB95-AFDCBA15ED7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905560" y="3639240"/>
                  <a:ext cx="56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57F213A-E237-CD95-94A0-84CB05650CD9}"/>
                    </a:ext>
                  </a:extLst>
                </p14:cNvPr>
                <p14:cNvContentPartPr/>
                <p14:nvPr/>
              </p14:nvContentPartPr>
              <p14:xfrm>
                <a:off x="2914560" y="3684600"/>
                <a:ext cx="51840" cy="226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57F213A-E237-CD95-94A0-84CB05650CD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905622" y="3675741"/>
                  <a:ext cx="69358" cy="40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6431C99-ECAD-294D-8EBB-B05B87B67C50}"/>
                    </a:ext>
                  </a:extLst>
                </p14:cNvPr>
                <p14:cNvContentPartPr/>
                <p14:nvPr/>
              </p14:nvContentPartPr>
              <p14:xfrm>
                <a:off x="2985840" y="3623400"/>
                <a:ext cx="33480" cy="421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6431C99-ECAD-294D-8EBB-B05B87B67C5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976840" y="3614400"/>
                  <a:ext cx="51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9CEBB89-E2DE-3B65-8C69-7DF375C1FC0A}"/>
                    </a:ext>
                  </a:extLst>
                </p14:cNvPr>
                <p14:cNvContentPartPr/>
                <p14:nvPr/>
              </p14:nvContentPartPr>
              <p14:xfrm>
                <a:off x="3004920" y="3647160"/>
                <a:ext cx="40320" cy="61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9CEBB89-E2DE-3B65-8C69-7DF375C1FC0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995920" y="3638160"/>
                  <a:ext cx="57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F0F4F59-7FBA-3348-EAD3-DF34BD36C8C4}"/>
                    </a:ext>
                  </a:extLst>
                </p14:cNvPr>
                <p14:cNvContentPartPr/>
                <p14:nvPr/>
              </p14:nvContentPartPr>
              <p14:xfrm>
                <a:off x="2011680" y="5169336"/>
                <a:ext cx="360" cy="3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F0F4F59-7FBA-3348-EAD3-DF34BD36C8C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00268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F46BC2C-973E-6049-5704-9377EEC1EFCC}"/>
                    </a:ext>
                  </a:extLst>
                </p14:cNvPr>
                <p14:cNvContentPartPr/>
                <p14:nvPr/>
              </p14:nvContentPartPr>
              <p14:xfrm>
                <a:off x="2121120" y="5163216"/>
                <a:ext cx="360" cy="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F46BC2C-973E-6049-5704-9377EEC1EFC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1212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B1AB941-A988-93A8-34B3-1ED128D1DEBF}"/>
                    </a:ext>
                  </a:extLst>
                </p14:cNvPr>
                <p14:cNvContentPartPr/>
                <p14:nvPr/>
              </p14:nvContentPartPr>
              <p14:xfrm>
                <a:off x="2255400" y="5169336"/>
                <a:ext cx="360" cy="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B1AB941-A988-93A8-34B3-1ED128D1DEB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24640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22C7A13-E207-7309-CFBC-5B8CFBA66B81}"/>
                    </a:ext>
                  </a:extLst>
                </p14:cNvPr>
                <p14:cNvContentPartPr/>
                <p14:nvPr/>
              </p14:nvContentPartPr>
              <p14:xfrm>
                <a:off x="2455560" y="5181576"/>
                <a:ext cx="1440" cy="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22C7A13-E207-7309-CFBC-5B8CFBA66B8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446560" y="5172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508D9B9-390D-D560-ACAB-6D506032873F}"/>
                    </a:ext>
                  </a:extLst>
                </p14:cNvPr>
                <p14:cNvContentPartPr/>
                <p14:nvPr/>
              </p14:nvContentPartPr>
              <p14:xfrm>
                <a:off x="2596680" y="5168256"/>
                <a:ext cx="1440" cy="14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508D9B9-390D-D560-ACAB-6D506032873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584680" y="5159256"/>
                  <a:ext cx="24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DD95306-CB5E-E5D8-FCBB-B7DB9D1AE896}"/>
                    </a:ext>
                  </a:extLst>
                </p14:cNvPr>
                <p14:cNvContentPartPr/>
                <p14:nvPr/>
              </p14:nvContentPartPr>
              <p14:xfrm>
                <a:off x="2779560" y="5163216"/>
                <a:ext cx="360" cy="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DD95306-CB5E-E5D8-FCBB-B7DB9D1AE89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77056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2" name="TextBox 311">
            <a:extLst>
              <a:ext uri="{FF2B5EF4-FFF2-40B4-BE49-F238E27FC236}">
                <a16:creationId xmlns:a16="http://schemas.microsoft.com/office/drawing/2014/main" id="{8668B490-29B5-78C9-6B14-4E4ADAB43861}"/>
              </a:ext>
            </a:extLst>
          </p:cNvPr>
          <p:cNvSpPr txBox="1"/>
          <p:nvPr/>
        </p:nvSpPr>
        <p:spPr>
          <a:xfrm>
            <a:off x="4563849" y="3241277"/>
            <a:ext cx="144243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Avg</a:t>
            </a:r>
            <a:r>
              <a:rPr lang="en-IN" dirty="0"/>
              <a:t> time in dept Trend</a:t>
            </a:r>
            <a:endParaRPr dirty="0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376555AC-79C6-C692-7778-1BD5DE87BF9C}"/>
              </a:ext>
            </a:extLst>
          </p:cNvPr>
          <p:cNvSpPr txBox="1"/>
          <p:nvPr/>
        </p:nvSpPr>
        <p:spPr>
          <a:xfrm>
            <a:off x="4948478" y="5241914"/>
            <a:ext cx="58060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Months</a:t>
            </a:r>
            <a:endParaRPr dirty="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8301D6A-FFF8-81B1-711E-4DC0A3B7C1B6}"/>
              </a:ext>
            </a:extLst>
          </p:cNvPr>
          <p:cNvSpPr txBox="1"/>
          <p:nvPr/>
        </p:nvSpPr>
        <p:spPr>
          <a:xfrm rot="16200000">
            <a:off x="3202834" y="4109930"/>
            <a:ext cx="111601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Avg</a:t>
            </a:r>
            <a:r>
              <a:rPr lang="en-IN" dirty="0"/>
              <a:t> time %</a:t>
            </a:r>
            <a:endParaRPr dirty="0"/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01175E8E-410E-1745-1BA7-EEB4C00BD3E0}"/>
              </a:ext>
            </a:extLst>
          </p:cNvPr>
          <p:cNvSpPr txBox="1"/>
          <p:nvPr/>
        </p:nvSpPr>
        <p:spPr>
          <a:xfrm>
            <a:off x="7497200" y="3211785"/>
            <a:ext cx="1949043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Top dept to dept transfers flow</a:t>
            </a:r>
            <a:endParaRPr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B4EEBF6C-D43A-3C55-CD8E-36A9AEC50F20}"/>
              </a:ext>
            </a:extLst>
          </p:cNvPr>
          <p:cNvSpPr txBox="1"/>
          <p:nvPr/>
        </p:nvSpPr>
        <p:spPr>
          <a:xfrm>
            <a:off x="8124186" y="5219023"/>
            <a:ext cx="110029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Tot Movements </a:t>
            </a:r>
            <a:endParaRPr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0874D9CC-9B66-8A9C-67B5-532209E0B3E8}"/>
              </a:ext>
            </a:extLst>
          </p:cNvPr>
          <p:cNvSpPr txBox="1"/>
          <p:nvPr/>
        </p:nvSpPr>
        <p:spPr>
          <a:xfrm rot="16200000">
            <a:off x="6292785" y="4087039"/>
            <a:ext cx="128753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Department names </a:t>
            </a:r>
            <a:endParaRPr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5CCA8AA4-9133-8404-B73C-311B40142574}"/>
              </a:ext>
            </a:extLst>
          </p:cNvPr>
          <p:cNvSpPr txBox="1"/>
          <p:nvPr/>
        </p:nvSpPr>
        <p:spPr>
          <a:xfrm>
            <a:off x="10836089" y="3241277"/>
            <a:ext cx="180861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Movements approved by staff</a:t>
            </a:r>
            <a:endParaRPr dirty="0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90DDC32F-34C6-72FB-4F6A-69BA7414C741}"/>
              </a:ext>
            </a:extLst>
          </p:cNvPr>
          <p:cNvSpPr txBox="1"/>
          <p:nvPr/>
        </p:nvSpPr>
        <p:spPr>
          <a:xfrm>
            <a:off x="11197155" y="5200229"/>
            <a:ext cx="114646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Tot movements </a:t>
            </a:r>
            <a:endParaRPr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373C2F05-879A-5B8F-429F-C1D96BC2D5FC}"/>
              </a:ext>
            </a:extLst>
          </p:cNvPr>
          <p:cNvSpPr txBox="1"/>
          <p:nvPr/>
        </p:nvSpPr>
        <p:spPr>
          <a:xfrm rot="16200000">
            <a:off x="9682238" y="3945953"/>
            <a:ext cx="102137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Staff names</a:t>
            </a:r>
            <a:endParaRPr dirty="0"/>
          </a:p>
        </p:txBody>
      </p:sp>
      <p:sp>
        <p:nvSpPr>
          <p:cNvPr id="329" name="Rectangle: Rounded Corners 328">
            <a:extLst>
              <a:ext uri="{FF2B5EF4-FFF2-40B4-BE49-F238E27FC236}">
                <a16:creationId xmlns:a16="http://schemas.microsoft.com/office/drawing/2014/main" id="{BD7469D0-8183-820D-2208-E97BAF364B03}"/>
              </a:ext>
            </a:extLst>
          </p:cNvPr>
          <p:cNvSpPr/>
          <p:nvPr/>
        </p:nvSpPr>
        <p:spPr>
          <a:xfrm>
            <a:off x="430804" y="556118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BA102DE0-952D-AD59-3B73-ADAC8E7DF174}"/>
              </a:ext>
            </a:extLst>
          </p:cNvPr>
          <p:cNvSpPr txBox="1"/>
          <p:nvPr/>
        </p:nvSpPr>
        <p:spPr>
          <a:xfrm>
            <a:off x="1035360" y="5600782"/>
            <a:ext cx="252098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Hour of day peak movements count</a:t>
            </a:r>
            <a:endParaRPr dirty="0"/>
          </a:p>
        </p:txBody>
      </p:sp>
      <p:sp>
        <p:nvSpPr>
          <p:cNvPr id="366" name="Rectangle: Rounded Corners 365">
            <a:extLst>
              <a:ext uri="{FF2B5EF4-FFF2-40B4-BE49-F238E27FC236}">
                <a16:creationId xmlns:a16="http://schemas.microsoft.com/office/drawing/2014/main" id="{E6FB4B76-4445-6AA5-10FB-111C9BB41257}"/>
              </a:ext>
            </a:extLst>
          </p:cNvPr>
          <p:cNvSpPr/>
          <p:nvPr/>
        </p:nvSpPr>
        <p:spPr>
          <a:xfrm>
            <a:off x="3613560" y="5550852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6EBCA9D4-74F8-FA98-CE56-51BB6D23360F}"/>
              </a:ext>
            </a:extLst>
          </p:cNvPr>
          <p:cNvSpPr txBox="1"/>
          <p:nvPr/>
        </p:nvSpPr>
        <p:spPr>
          <a:xfrm>
            <a:off x="4213092" y="5584430"/>
            <a:ext cx="185659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Movement type by movements </a:t>
            </a:r>
            <a:endParaRPr dirty="0"/>
          </a:p>
        </p:txBody>
      </p:sp>
      <p:sp>
        <p:nvSpPr>
          <p:cNvPr id="403" name="Rectangle: Rounded Corners 402">
            <a:extLst>
              <a:ext uri="{FF2B5EF4-FFF2-40B4-BE49-F238E27FC236}">
                <a16:creationId xmlns:a16="http://schemas.microsoft.com/office/drawing/2014/main" id="{D9840969-E806-4079-359B-9FF55877194A}"/>
              </a:ext>
            </a:extLst>
          </p:cNvPr>
          <p:cNvSpPr/>
          <p:nvPr/>
        </p:nvSpPr>
        <p:spPr>
          <a:xfrm>
            <a:off x="6791406" y="556118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E40DB390-60FA-2F0C-6771-F5AA60885B0E}"/>
              </a:ext>
            </a:extLst>
          </p:cNvPr>
          <p:cNvSpPr txBox="1"/>
          <p:nvPr/>
        </p:nvSpPr>
        <p:spPr>
          <a:xfrm>
            <a:off x="7691690" y="5560725"/>
            <a:ext cx="114646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dirty="0"/>
              <a:t> Admissions</a:t>
            </a:r>
            <a:r>
              <a:rPr lang="en-IN" dirty="0"/>
              <a:t> Trend</a:t>
            </a:r>
            <a:endParaRPr dirty="0"/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A5DBA98F-6544-6313-166A-4131073C6954}"/>
              </a:ext>
            </a:extLst>
          </p:cNvPr>
          <p:cNvSpPr txBox="1"/>
          <p:nvPr/>
        </p:nvSpPr>
        <p:spPr>
          <a:xfrm>
            <a:off x="8076318" y="7561362"/>
            <a:ext cx="118424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Shifts types</a:t>
            </a:r>
            <a:endParaRPr dirty="0"/>
          </a:p>
        </p:txBody>
      </p:sp>
      <p:sp>
        <p:nvSpPr>
          <p:cNvPr id="440" name="Rectangle: Rounded Corners 439">
            <a:extLst>
              <a:ext uri="{FF2B5EF4-FFF2-40B4-BE49-F238E27FC236}">
                <a16:creationId xmlns:a16="http://schemas.microsoft.com/office/drawing/2014/main" id="{B92A4AF5-997E-CE48-6D20-1B4DF2FD29BA}"/>
              </a:ext>
            </a:extLst>
          </p:cNvPr>
          <p:cNvSpPr/>
          <p:nvPr/>
        </p:nvSpPr>
        <p:spPr>
          <a:xfrm>
            <a:off x="9965082" y="558723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27702696-148B-5562-415F-2B0D62D6A41F}"/>
              </a:ext>
            </a:extLst>
          </p:cNvPr>
          <p:cNvSpPr txBox="1"/>
          <p:nvPr/>
        </p:nvSpPr>
        <p:spPr>
          <a:xfrm>
            <a:off x="10865366" y="5586775"/>
            <a:ext cx="1653017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dirty="0"/>
              <a:t> Admissions</a:t>
            </a:r>
            <a:r>
              <a:rPr lang="en-IN" dirty="0"/>
              <a:t>  vs  Discharges </a:t>
            </a:r>
            <a:endParaRPr dirty="0"/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4391C1C6-5BD3-1F1A-7493-708251E4A2FE}"/>
              </a:ext>
            </a:extLst>
          </p:cNvPr>
          <p:cNvSpPr txBox="1"/>
          <p:nvPr/>
        </p:nvSpPr>
        <p:spPr>
          <a:xfrm>
            <a:off x="10977602" y="7567080"/>
            <a:ext cx="160732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Movement sequence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515" name="Ink 514">
                <a:extLst>
                  <a:ext uri="{FF2B5EF4-FFF2-40B4-BE49-F238E27FC236}">
                    <a16:creationId xmlns:a16="http://schemas.microsoft.com/office/drawing/2014/main" id="{D2AD90D2-62F4-C2CD-7C1C-FEBE6FA118C4}"/>
                  </a:ext>
                </a:extLst>
              </p14:cNvPr>
              <p14:cNvContentPartPr/>
              <p14:nvPr/>
            </p14:nvContentPartPr>
            <p14:xfrm>
              <a:off x="4231200" y="5916680"/>
              <a:ext cx="1770480" cy="1566720"/>
            </p14:xfrm>
          </p:contentPart>
        </mc:Choice>
        <mc:Fallback xmlns="">
          <p:pic>
            <p:nvPicPr>
              <p:cNvPr id="515" name="Ink 514">
                <a:extLst>
                  <a:ext uri="{FF2B5EF4-FFF2-40B4-BE49-F238E27FC236}">
                    <a16:creationId xmlns:a16="http://schemas.microsoft.com/office/drawing/2014/main" id="{D2AD90D2-62F4-C2CD-7C1C-FEBE6FA118C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222200" y="5907682"/>
                <a:ext cx="1788120" cy="1584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F7BF1203-D2DE-3BC1-9272-A22C9E365C13}"/>
                  </a:ext>
                </a:extLst>
              </p14:cNvPr>
              <p14:cNvContentPartPr/>
              <p14:nvPr/>
            </p14:nvContentPartPr>
            <p14:xfrm>
              <a:off x="4525680" y="6165440"/>
              <a:ext cx="1103760" cy="1033920"/>
            </p14:xfrm>
          </p:contentPart>
        </mc:Choice>
        <mc:Fallback xmlns=""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F7BF1203-D2DE-3BC1-9272-A22C9E365C1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516680" y="6156437"/>
                <a:ext cx="1121400" cy="1051566"/>
              </a:xfrm>
              <a:prstGeom prst="rect">
                <a:avLst/>
              </a:prstGeom>
            </p:spPr>
          </p:pic>
        </mc:Fallback>
      </mc:AlternateContent>
      <p:grpSp>
        <p:nvGrpSpPr>
          <p:cNvPr id="553" name="Group 552">
            <a:extLst>
              <a:ext uri="{FF2B5EF4-FFF2-40B4-BE49-F238E27FC236}">
                <a16:creationId xmlns:a16="http://schemas.microsoft.com/office/drawing/2014/main" id="{055CF259-0218-4928-F650-53A22827A8AB}"/>
              </a:ext>
            </a:extLst>
          </p:cNvPr>
          <p:cNvGrpSpPr/>
          <p:nvPr/>
        </p:nvGrpSpPr>
        <p:grpSpPr>
          <a:xfrm>
            <a:off x="5431368" y="6154536"/>
            <a:ext cx="563760" cy="252720"/>
            <a:chOff x="5431368" y="6154536"/>
            <a:chExt cx="56376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0CFC4C3F-2A49-A89C-1DA7-A5A666AC83E9}"/>
                    </a:ext>
                  </a:extLst>
                </p14:cNvPr>
                <p14:cNvContentPartPr/>
                <p14:nvPr/>
              </p14:nvContentPartPr>
              <p14:xfrm>
                <a:off x="5437488" y="6154536"/>
                <a:ext cx="176760" cy="3312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0CFC4C3F-2A49-A89C-1DA7-A5A666AC83E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28506" y="6145536"/>
                  <a:ext cx="194364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1940899F-6DD2-5B04-AB7D-1C5DBD975B1B}"/>
                    </a:ext>
                  </a:extLst>
                </p14:cNvPr>
                <p14:cNvContentPartPr/>
                <p14:nvPr/>
              </p14:nvContentPartPr>
              <p14:xfrm>
                <a:off x="5431368" y="6205656"/>
                <a:ext cx="268920" cy="2520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1940899F-6DD2-5B04-AB7D-1C5DBD975B1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22368" y="6196526"/>
                  <a:ext cx="286560" cy="430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F96D8C22-6125-9A32-B5F6-E53821899915}"/>
                    </a:ext>
                  </a:extLst>
                </p14:cNvPr>
                <p14:cNvContentPartPr/>
                <p14:nvPr/>
              </p14:nvContentPartPr>
              <p14:xfrm>
                <a:off x="5437488" y="6296016"/>
                <a:ext cx="511920" cy="2016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F96D8C22-6125-9A32-B5F6-E5382189991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28488" y="6287016"/>
                  <a:ext cx="529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6B3D93B7-06DF-776B-5FBC-52B91EA7E4EA}"/>
                    </a:ext>
                  </a:extLst>
                </p14:cNvPr>
                <p14:cNvContentPartPr/>
                <p14:nvPr/>
              </p14:nvContentPartPr>
              <p14:xfrm>
                <a:off x="5516688" y="6406896"/>
                <a:ext cx="478440" cy="36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6B3D93B7-06DF-776B-5FBC-52B91EA7E4E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07688" y="6397896"/>
                  <a:ext cx="4960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554" name="Ink 553">
                <a:extLst>
                  <a:ext uri="{FF2B5EF4-FFF2-40B4-BE49-F238E27FC236}">
                    <a16:creationId xmlns:a16="http://schemas.microsoft.com/office/drawing/2014/main" id="{9C33C10B-F15D-7ABF-1ED8-7AAB2BBD81BD}"/>
                  </a:ext>
                </a:extLst>
              </p14:cNvPr>
              <p14:cNvContentPartPr/>
              <p14:nvPr/>
            </p14:nvContentPartPr>
            <p14:xfrm>
              <a:off x="5577528" y="6546936"/>
              <a:ext cx="363600" cy="25200"/>
            </p14:xfrm>
          </p:contentPart>
        </mc:Choice>
        <mc:Fallback xmlns="">
          <p:pic>
            <p:nvPicPr>
              <p:cNvPr id="554" name="Ink 553">
                <a:extLst>
                  <a:ext uri="{FF2B5EF4-FFF2-40B4-BE49-F238E27FC236}">
                    <a16:creationId xmlns:a16="http://schemas.microsoft.com/office/drawing/2014/main" id="{9C33C10B-F15D-7ABF-1ED8-7AAB2BBD81B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568528" y="6538063"/>
                <a:ext cx="381240" cy="42592"/>
              </a:xfrm>
              <a:prstGeom prst="rect">
                <a:avLst/>
              </a:prstGeom>
            </p:spPr>
          </p:pic>
        </mc:Fallback>
      </mc:AlternateContent>
      <p:grpSp>
        <p:nvGrpSpPr>
          <p:cNvPr id="558" name="Group 557">
            <a:extLst>
              <a:ext uri="{FF2B5EF4-FFF2-40B4-BE49-F238E27FC236}">
                <a16:creationId xmlns:a16="http://schemas.microsoft.com/office/drawing/2014/main" id="{523454F2-BBEA-26C3-D89E-8B9B57FB5DD1}"/>
              </a:ext>
            </a:extLst>
          </p:cNvPr>
          <p:cNvGrpSpPr/>
          <p:nvPr/>
        </p:nvGrpSpPr>
        <p:grpSpPr>
          <a:xfrm>
            <a:off x="5535048" y="6705336"/>
            <a:ext cx="471240" cy="501480"/>
            <a:chOff x="5535048" y="6705336"/>
            <a:chExt cx="47124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EB4B72CE-8FBE-92FB-C68D-24C5AF774E5D}"/>
                    </a:ext>
                  </a:extLst>
                </p14:cNvPr>
                <p14:cNvContentPartPr/>
                <p14:nvPr/>
              </p14:nvContentPartPr>
              <p14:xfrm>
                <a:off x="5657088" y="6705336"/>
                <a:ext cx="349200" cy="540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EB4B72CE-8FBE-92FB-C68D-24C5AF774E5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648088" y="6696336"/>
                  <a:ext cx="366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E6249A14-CAB8-DD2B-1991-56D60833A35E}"/>
                    </a:ext>
                  </a:extLst>
                </p14:cNvPr>
                <p14:cNvContentPartPr/>
                <p14:nvPr/>
              </p14:nvContentPartPr>
              <p14:xfrm>
                <a:off x="5650968" y="6833496"/>
                <a:ext cx="351000" cy="20304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E6249A14-CAB8-DD2B-1991-56D60833A35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41968" y="6824496"/>
                  <a:ext cx="368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DCC55B67-F2A5-DF01-649E-A846CB1B35B7}"/>
                    </a:ext>
                  </a:extLst>
                </p14:cNvPr>
                <p14:cNvContentPartPr/>
                <p14:nvPr/>
              </p14:nvContentPartPr>
              <p14:xfrm>
                <a:off x="5535048" y="6937176"/>
                <a:ext cx="333000" cy="26964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DCC55B67-F2A5-DF01-649E-A846CB1B35B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26048" y="6928188"/>
                  <a:ext cx="350640" cy="28725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9" name="Group 598">
            <a:extLst>
              <a:ext uri="{FF2B5EF4-FFF2-40B4-BE49-F238E27FC236}">
                <a16:creationId xmlns:a16="http://schemas.microsoft.com/office/drawing/2014/main" id="{128CD4B0-1F0C-E9A2-9A06-C46EA9D6CB41}"/>
              </a:ext>
            </a:extLst>
          </p:cNvPr>
          <p:cNvGrpSpPr/>
          <p:nvPr/>
        </p:nvGrpSpPr>
        <p:grpSpPr>
          <a:xfrm>
            <a:off x="4638000" y="5888496"/>
            <a:ext cx="2086128" cy="1374120"/>
            <a:chOff x="4638000" y="5888496"/>
            <a:chExt cx="2086128" cy="13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6B84C7CF-9F77-5EE7-0AAD-9AFCD4450E25}"/>
                    </a:ext>
                  </a:extLst>
                </p14:cNvPr>
                <p14:cNvContentPartPr/>
                <p14:nvPr/>
              </p14:nvContentPartPr>
              <p14:xfrm>
                <a:off x="4638000" y="6481880"/>
                <a:ext cx="181800" cy="1864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6B84C7CF-9F77-5EE7-0AAD-9AFCD4450E2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629000" y="6472880"/>
                  <a:ext cx="199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C78796FB-6ECB-F432-432E-FA27A7C3D62C}"/>
                    </a:ext>
                  </a:extLst>
                </p14:cNvPr>
                <p14:cNvContentPartPr/>
                <p14:nvPr/>
              </p14:nvContentPartPr>
              <p14:xfrm>
                <a:off x="4785240" y="6563240"/>
                <a:ext cx="16920" cy="3816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C78796FB-6ECB-F432-432E-FA27A7C3D62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776427" y="6554240"/>
                  <a:ext cx="34193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B12CB238-203D-1C83-E252-1182DF689716}"/>
                    </a:ext>
                  </a:extLst>
                </p14:cNvPr>
                <p14:cNvContentPartPr/>
                <p14:nvPr/>
              </p14:nvContentPartPr>
              <p14:xfrm>
                <a:off x="4851840" y="6510320"/>
                <a:ext cx="254520" cy="26820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B12CB238-203D-1C83-E252-1182DF68971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42840" y="6501320"/>
                  <a:ext cx="2721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79F03503-A99D-0CF8-3E24-E5E33564F85C}"/>
                    </a:ext>
                  </a:extLst>
                </p14:cNvPr>
                <p14:cNvContentPartPr/>
                <p14:nvPr/>
              </p14:nvContentPartPr>
              <p14:xfrm>
                <a:off x="5093760" y="6498080"/>
                <a:ext cx="326880" cy="19800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79F03503-A99D-0CF8-3E24-E5E33564F85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84760" y="6489080"/>
                  <a:ext cx="3445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C9C257D6-8825-0591-0D7D-C378C7E5B6DD}"/>
                    </a:ext>
                  </a:extLst>
                </p14:cNvPr>
                <p14:cNvContentPartPr/>
                <p14:nvPr/>
              </p14:nvContentPartPr>
              <p14:xfrm>
                <a:off x="5278080" y="6553520"/>
                <a:ext cx="111600" cy="2520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C9C257D6-8825-0591-0D7D-C378C7E5B6D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269080" y="6544520"/>
                  <a:ext cx="12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A337A9E2-56CE-13D5-50A8-4E077DC3F9B7}"/>
                    </a:ext>
                  </a:extLst>
                </p14:cNvPr>
                <p14:cNvContentPartPr/>
                <p14:nvPr/>
              </p14:nvContentPartPr>
              <p14:xfrm>
                <a:off x="4767960" y="6883640"/>
                <a:ext cx="96840" cy="10404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A337A9E2-56CE-13D5-50A8-4E077DC3F9B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58993" y="6874640"/>
                  <a:ext cx="114415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EED59C92-5EBC-DC0E-45B6-AB0A1062D7EE}"/>
                    </a:ext>
                  </a:extLst>
                </p14:cNvPr>
                <p14:cNvContentPartPr/>
                <p14:nvPr/>
              </p14:nvContentPartPr>
              <p14:xfrm>
                <a:off x="4845360" y="6862760"/>
                <a:ext cx="74520" cy="11412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EED59C92-5EBC-DC0E-45B6-AB0A1062D7E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36360" y="6853732"/>
                  <a:ext cx="92160" cy="131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8B46CCD6-232C-6AA4-7C4B-7E1A1C6DC88E}"/>
                    </a:ext>
                  </a:extLst>
                </p14:cNvPr>
                <p14:cNvContentPartPr/>
                <p14:nvPr/>
              </p14:nvContentPartPr>
              <p14:xfrm>
                <a:off x="4947600" y="6877160"/>
                <a:ext cx="155160" cy="8460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8B46CCD6-232C-6AA4-7C4B-7E1A1C6DC88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38600" y="6868160"/>
                  <a:ext cx="172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DDED9AB4-D582-4C34-67CB-0F3F8CBECE4A}"/>
                    </a:ext>
                  </a:extLst>
                </p14:cNvPr>
                <p14:cNvContentPartPr/>
                <p14:nvPr/>
              </p14:nvContentPartPr>
              <p14:xfrm>
                <a:off x="5105280" y="6854480"/>
                <a:ext cx="102960" cy="9864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DDED9AB4-D582-4C34-67CB-0F3F8CBECE4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96280" y="6845480"/>
                  <a:ext cx="120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1B5EC588-FF4F-D119-B8E4-EBD536A23F03}"/>
                    </a:ext>
                  </a:extLst>
                </p14:cNvPr>
                <p14:cNvContentPartPr/>
                <p14:nvPr/>
              </p14:nvContentPartPr>
              <p14:xfrm>
                <a:off x="5227320" y="6771320"/>
                <a:ext cx="66960" cy="19008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1B5EC588-FF4F-D119-B8E4-EBD536A23F0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218320" y="6762320"/>
                  <a:ext cx="84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C75F5AC1-DA71-988F-6E76-8F03C4DED3AC}"/>
                    </a:ext>
                  </a:extLst>
                </p14:cNvPr>
                <p14:cNvContentPartPr/>
                <p14:nvPr/>
              </p14:nvContentPartPr>
              <p14:xfrm>
                <a:off x="5211840" y="6805160"/>
                <a:ext cx="84600" cy="2772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C75F5AC1-DA71-988F-6E76-8F03C4DED3A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02840" y="6796042"/>
                  <a:ext cx="102240" cy="45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A1BC1A1E-DA74-457E-A295-944D0B57BCC8}"/>
                    </a:ext>
                  </a:extLst>
                </p14:cNvPr>
                <p14:cNvContentPartPr/>
                <p14:nvPr/>
              </p14:nvContentPartPr>
              <p14:xfrm>
                <a:off x="5510568" y="7064976"/>
                <a:ext cx="365400" cy="19764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A1BC1A1E-DA74-457E-A295-944D0B57BCC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501568" y="7055976"/>
                  <a:ext cx="383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4D0A8F65-276A-47D2-24CF-52C20F93FAE4}"/>
                    </a:ext>
                  </a:extLst>
                </p14:cNvPr>
                <p14:cNvContentPartPr/>
                <p14:nvPr/>
              </p14:nvContentPartPr>
              <p14:xfrm>
                <a:off x="4779840" y="5953760"/>
                <a:ext cx="6480" cy="22824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4D0A8F65-276A-47D2-24CF-52C20F93FAE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70311" y="5944760"/>
                  <a:ext cx="25158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6EFD9B15-A4AC-0BCE-F2A3-0EE4FB1E1CB6}"/>
                    </a:ext>
                  </a:extLst>
                </p14:cNvPr>
                <p14:cNvContentPartPr/>
                <p14:nvPr/>
              </p14:nvContentPartPr>
              <p14:xfrm>
                <a:off x="5368080" y="6045200"/>
                <a:ext cx="133920" cy="23724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6EFD9B15-A4AC-0BCE-F2A3-0EE4FB1E1CB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359080" y="6036200"/>
                  <a:ext cx="1515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FFCDAABB-A536-DF3C-371A-10F77F51DD40}"/>
                    </a:ext>
                  </a:extLst>
                </p14:cNvPr>
                <p14:cNvContentPartPr/>
                <p14:nvPr/>
              </p14:nvContentPartPr>
              <p14:xfrm>
                <a:off x="4753488" y="5939616"/>
                <a:ext cx="153720" cy="13212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FFCDAABB-A536-DF3C-371A-10F77F51DD4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44488" y="5930616"/>
                  <a:ext cx="171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046D119B-06A9-D399-FAD6-8EF49DFA43CF}"/>
                    </a:ext>
                  </a:extLst>
                </p14:cNvPr>
                <p14:cNvContentPartPr/>
                <p14:nvPr/>
              </p14:nvContentPartPr>
              <p14:xfrm>
                <a:off x="4856808" y="5967696"/>
                <a:ext cx="87480" cy="1825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046D119B-06A9-D399-FAD6-8EF49DFA43C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47808" y="5958696"/>
                  <a:ext cx="105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83980F16-4715-74E0-74E3-C10FF15EDC36}"/>
                    </a:ext>
                  </a:extLst>
                </p14:cNvPr>
                <p14:cNvContentPartPr/>
                <p14:nvPr/>
              </p14:nvContentPartPr>
              <p14:xfrm>
                <a:off x="4951848" y="5973816"/>
                <a:ext cx="120240" cy="1904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83980F16-4715-74E0-74E3-C10FF15EDC3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942821" y="5964799"/>
                  <a:ext cx="137933" cy="2081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7BBA1C28-70E2-68F0-C8EC-34A08BFD6D43}"/>
                    </a:ext>
                  </a:extLst>
                </p14:cNvPr>
                <p14:cNvContentPartPr/>
                <p14:nvPr/>
              </p14:nvContentPartPr>
              <p14:xfrm>
                <a:off x="5101608" y="5992176"/>
                <a:ext cx="189720" cy="23040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7BBA1C28-70E2-68F0-C8EC-34A08BFD6D4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092608" y="5983162"/>
                  <a:ext cx="207360" cy="2480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8F101AFD-FE3A-9EC2-E405-C0A2EC6AF542}"/>
                    </a:ext>
                  </a:extLst>
                </p14:cNvPr>
                <p14:cNvContentPartPr/>
                <p14:nvPr/>
              </p14:nvContentPartPr>
              <p14:xfrm>
                <a:off x="5297448" y="6041136"/>
                <a:ext cx="128160" cy="1958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8F101AFD-FE3A-9EC2-E405-C0A2EC6AF54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288448" y="6032136"/>
                  <a:ext cx="1458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97BB01F6-323A-2657-D669-221621B6A4E9}"/>
                    </a:ext>
                  </a:extLst>
                </p14:cNvPr>
                <p14:cNvContentPartPr/>
                <p14:nvPr/>
              </p14:nvContentPartPr>
              <p14:xfrm>
                <a:off x="5614248" y="6089376"/>
                <a:ext cx="453960" cy="6156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97BB01F6-323A-2657-D669-221621B6A4E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05255" y="6080376"/>
                  <a:ext cx="471586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60285441-8A7F-4AFE-337A-192777C35E26}"/>
                    </a:ext>
                  </a:extLst>
                </p14:cNvPr>
                <p14:cNvContentPartPr/>
                <p14:nvPr/>
              </p14:nvContentPartPr>
              <p14:xfrm>
                <a:off x="6088008" y="6023856"/>
                <a:ext cx="83160" cy="15840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60285441-8A7F-4AFE-337A-192777C35E2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078969" y="6014856"/>
                  <a:ext cx="100877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C4EC5BE0-6907-BFFA-C501-EDA44B77C2A6}"/>
                    </a:ext>
                  </a:extLst>
                </p14:cNvPr>
                <p14:cNvContentPartPr/>
                <p14:nvPr/>
              </p14:nvContentPartPr>
              <p14:xfrm>
                <a:off x="6167208" y="6083616"/>
                <a:ext cx="43920" cy="10440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C4EC5BE0-6907-BFFA-C501-EDA44B77C2A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58208" y="6074616"/>
                  <a:ext cx="61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A0545D4F-1A8C-A728-C131-F05F7E6D65AF}"/>
                    </a:ext>
                  </a:extLst>
                </p14:cNvPr>
                <p14:cNvContentPartPr/>
                <p14:nvPr/>
              </p14:nvContentPartPr>
              <p14:xfrm>
                <a:off x="6205728" y="5907576"/>
                <a:ext cx="82080" cy="26388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A0545D4F-1A8C-A728-C131-F05F7E6D65A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196728" y="5898576"/>
                  <a:ext cx="997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A985F855-9B76-5813-C39D-46396BD40126}"/>
                    </a:ext>
                  </a:extLst>
                </p14:cNvPr>
                <p14:cNvContentPartPr/>
                <p14:nvPr/>
              </p14:nvContentPartPr>
              <p14:xfrm>
                <a:off x="6278448" y="5888496"/>
                <a:ext cx="31680" cy="29628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A985F855-9B76-5813-C39D-46396BD4012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269345" y="5879496"/>
                  <a:ext cx="49523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08DCC353-68E3-728C-2630-6E3B498404F3}"/>
                    </a:ext>
                  </a:extLst>
                </p14:cNvPr>
                <p14:cNvContentPartPr/>
                <p14:nvPr/>
              </p14:nvContentPartPr>
              <p14:xfrm>
                <a:off x="6345048" y="6046896"/>
                <a:ext cx="88920" cy="10332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08DCC353-68E3-728C-2630-6E3B498404F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336048" y="6037896"/>
                  <a:ext cx="1065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A2E3ECC0-EF7E-4125-80F3-EFFB1B39EF62}"/>
                    </a:ext>
                  </a:extLst>
                </p14:cNvPr>
                <p14:cNvContentPartPr/>
                <p14:nvPr/>
              </p14:nvContentPartPr>
              <p14:xfrm>
                <a:off x="6443688" y="6027096"/>
                <a:ext cx="94680" cy="11988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A2E3ECC0-EF7E-4125-80F3-EFFB1B39EF6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434688" y="6018096"/>
                  <a:ext cx="112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7065EC20-00DF-B68E-C77B-A283BB78E02A}"/>
                    </a:ext>
                  </a:extLst>
                </p14:cNvPr>
                <p14:cNvContentPartPr/>
                <p14:nvPr/>
              </p14:nvContentPartPr>
              <p14:xfrm>
                <a:off x="6120048" y="6315456"/>
                <a:ext cx="5760" cy="12168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7065EC20-00DF-B68E-C77B-A283BB78E02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11048" y="6306456"/>
                  <a:ext cx="234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C0A75C57-CF8E-E78D-D878-A23D131CCEF0}"/>
                    </a:ext>
                  </a:extLst>
                </p14:cNvPr>
                <p14:cNvContentPartPr/>
                <p14:nvPr/>
              </p14:nvContentPartPr>
              <p14:xfrm>
                <a:off x="6120048" y="6284856"/>
                <a:ext cx="50760" cy="9180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C0A75C57-CF8E-E78D-D878-A23D131CCEF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11048" y="6275856"/>
                  <a:ext cx="68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5B05C621-8CE7-F5CE-4491-4E2E8674A2BD}"/>
                    </a:ext>
                  </a:extLst>
                </p14:cNvPr>
                <p14:cNvContentPartPr/>
                <p14:nvPr/>
              </p14:nvContentPartPr>
              <p14:xfrm>
                <a:off x="6223728" y="6297096"/>
                <a:ext cx="64440" cy="12348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5B05C621-8CE7-F5CE-4491-4E2E8674A2B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214677" y="6288096"/>
                  <a:ext cx="82179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60B6C0EA-3D63-AABE-0795-EF9C44B2E7EE}"/>
                    </a:ext>
                  </a:extLst>
                </p14:cNvPr>
                <p14:cNvContentPartPr/>
                <p14:nvPr/>
              </p14:nvContentPartPr>
              <p14:xfrm>
                <a:off x="6260448" y="6290976"/>
                <a:ext cx="22680" cy="504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60B6C0EA-3D63-AABE-0795-EF9C44B2E7E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251589" y="6282576"/>
                  <a:ext cx="40044" cy="215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78136F1B-01C0-DC19-3C21-ADAEC58C1CFA}"/>
                    </a:ext>
                  </a:extLst>
                </p14:cNvPr>
                <p14:cNvContentPartPr/>
                <p14:nvPr/>
              </p14:nvContentPartPr>
              <p14:xfrm>
                <a:off x="6358008" y="6304296"/>
                <a:ext cx="47520" cy="1116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78136F1B-01C0-DC19-3C21-ADAEC58C1CF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49076" y="6295296"/>
                  <a:ext cx="65027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CB962375-EE7B-C86B-FB4F-89882DBC3287}"/>
                    </a:ext>
                  </a:extLst>
                </p14:cNvPr>
                <p14:cNvContentPartPr/>
                <p14:nvPr/>
              </p14:nvContentPartPr>
              <p14:xfrm>
                <a:off x="6400488" y="6327336"/>
                <a:ext cx="6480" cy="12852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CB962375-EE7B-C86B-FB4F-89882DBC328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391962" y="6318336"/>
                  <a:ext cx="23192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6138A59F-0D3B-A324-D256-7309AD915C59}"/>
                    </a:ext>
                  </a:extLst>
                </p14:cNvPr>
                <p14:cNvContentPartPr/>
                <p14:nvPr/>
              </p14:nvContentPartPr>
              <p14:xfrm>
                <a:off x="6376368" y="6315456"/>
                <a:ext cx="73080" cy="36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6138A59F-0D3B-A324-D256-7309AD915C5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367368" y="6306456"/>
                  <a:ext cx="90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3E9FC375-8DFC-D34A-083D-CF5B2EA70C76}"/>
                    </a:ext>
                  </a:extLst>
                </p14:cNvPr>
                <p14:cNvContentPartPr/>
                <p14:nvPr/>
              </p14:nvContentPartPr>
              <p14:xfrm>
                <a:off x="6570408" y="6321216"/>
                <a:ext cx="1440" cy="36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3E9FC375-8DFC-D34A-083D-CF5B2EA70C7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561408" y="631221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F583CAB3-A103-F748-C811-D651715E299A}"/>
                    </a:ext>
                  </a:extLst>
                </p14:cNvPr>
                <p14:cNvContentPartPr/>
                <p14:nvPr/>
              </p14:nvContentPartPr>
              <p14:xfrm>
                <a:off x="6592008" y="6278736"/>
                <a:ext cx="64800" cy="16920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F583CAB3-A103-F748-C811-D651715E299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583008" y="6269755"/>
                  <a:ext cx="82440" cy="1868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EF4C49A8-AD7B-A1EC-3665-BE8F82B1FDBF}"/>
                    </a:ext>
                  </a:extLst>
                </p14:cNvPr>
                <p14:cNvContentPartPr/>
                <p14:nvPr/>
              </p14:nvContentPartPr>
              <p14:xfrm>
                <a:off x="6693168" y="6424896"/>
                <a:ext cx="360" cy="36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EF4C49A8-AD7B-A1EC-3665-BE8F82B1FDB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684168" y="6415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636A5A57-7C13-EBC2-04E5-C966041787E4}"/>
                    </a:ext>
                  </a:extLst>
                </p14:cNvPr>
                <p14:cNvContentPartPr/>
                <p14:nvPr/>
              </p14:nvContentPartPr>
              <p14:xfrm>
                <a:off x="6242088" y="6292056"/>
                <a:ext cx="6480" cy="1116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636A5A57-7C13-EBC2-04E5-C966041787E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233088" y="6283056"/>
                  <a:ext cx="24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26C23986-AC02-0565-3808-F546C6DFECDE}"/>
                    </a:ext>
                  </a:extLst>
                </p14:cNvPr>
                <p14:cNvContentPartPr/>
                <p14:nvPr/>
              </p14:nvContentPartPr>
              <p14:xfrm>
                <a:off x="6156768" y="6601656"/>
                <a:ext cx="6120" cy="13320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26C23986-AC02-0565-3808-F546C6DFECD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147768" y="6592656"/>
                  <a:ext cx="23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1719CB54-4FF5-F8FC-694E-1D8F1EB8C287}"/>
                    </a:ext>
                  </a:extLst>
                </p14:cNvPr>
                <p14:cNvContentPartPr/>
                <p14:nvPr/>
              </p14:nvContentPartPr>
              <p14:xfrm>
                <a:off x="6138408" y="6607776"/>
                <a:ext cx="140760" cy="12204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1719CB54-4FF5-F8FC-694E-1D8F1EB8C28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129408" y="6598749"/>
                  <a:ext cx="158400" cy="139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D052C0D2-09E7-3728-C506-0BF6E8071B55}"/>
                    </a:ext>
                  </a:extLst>
                </p14:cNvPr>
                <p14:cNvContentPartPr/>
                <p14:nvPr/>
              </p14:nvContentPartPr>
              <p14:xfrm>
                <a:off x="6284928" y="6546936"/>
                <a:ext cx="19080" cy="1926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D052C0D2-09E7-3728-C506-0BF6E8071B5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275928" y="6537936"/>
                  <a:ext cx="367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A81626DD-1CF9-BC2B-480E-CFF0AF0F7E64}"/>
                    </a:ext>
                  </a:extLst>
                </p14:cNvPr>
                <p14:cNvContentPartPr/>
                <p14:nvPr/>
              </p14:nvContentPartPr>
              <p14:xfrm>
                <a:off x="6382488" y="6624696"/>
                <a:ext cx="69840" cy="9864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A81626DD-1CF9-BC2B-480E-CFF0AF0F7E6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373488" y="6615663"/>
                  <a:ext cx="87480" cy="1163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1B3A3B25-F9C4-8835-7E77-6853C22C46F8}"/>
                    </a:ext>
                  </a:extLst>
                </p14:cNvPr>
                <p14:cNvContentPartPr/>
                <p14:nvPr/>
              </p14:nvContentPartPr>
              <p14:xfrm>
                <a:off x="6455568" y="6633696"/>
                <a:ext cx="156600" cy="7920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1B3A3B25-F9C4-8835-7E77-6853C22C46F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446589" y="6624696"/>
                  <a:ext cx="174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1B4D98E8-DCDE-FF6B-C276-B3565D9AF807}"/>
                    </a:ext>
                  </a:extLst>
                </p14:cNvPr>
                <p14:cNvContentPartPr/>
                <p14:nvPr/>
              </p14:nvContentPartPr>
              <p14:xfrm>
                <a:off x="6607848" y="6602376"/>
                <a:ext cx="44280" cy="756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1B4D98E8-DCDE-FF6B-C276-B3565D9AF80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598848" y="6593376"/>
                  <a:ext cx="61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144687D9-3098-5399-09BB-06B63F6F1705}"/>
                    </a:ext>
                  </a:extLst>
                </p14:cNvPr>
                <p14:cNvContentPartPr/>
                <p14:nvPr/>
              </p14:nvContentPartPr>
              <p14:xfrm>
                <a:off x="6698208" y="6602016"/>
                <a:ext cx="25920" cy="11772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144687D9-3098-5399-09BB-06B63F6F170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89208" y="6593016"/>
                  <a:ext cx="4356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08B83BFD-0E17-F607-415E-CE3E4D2E92A4}"/>
              </a:ext>
            </a:extLst>
          </p:cNvPr>
          <p:cNvGrpSpPr/>
          <p:nvPr/>
        </p:nvGrpSpPr>
        <p:grpSpPr>
          <a:xfrm>
            <a:off x="4394928" y="7455216"/>
            <a:ext cx="1359360" cy="281520"/>
            <a:chOff x="4394928" y="7455216"/>
            <a:chExt cx="135936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15358DCB-B052-C68D-B996-BC4202F92934}"/>
                    </a:ext>
                  </a:extLst>
                </p14:cNvPr>
                <p14:cNvContentPartPr/>
                <p14:nvPr/>
              </p14:nvContentPartPr>
              <p14:xfrm>
                <a:off x="4394928" y="7565016"/>
                <a:ext cx="360" cy="1076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15358DCB-B052-C68D-B996-BC4202F9293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385928" y="7556046"/>
                  <a:ext cx="18000" cy="1252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749988E6-0C42-CE61-DF0B-6C082E878003}"/>
                    </a:ext>
                  </a:extLst>
                </p14:cNvPr>
                <p14:cNvContentPartPr/>
                <p14:nvPr/>
              </p14:nvContentPartPr>
              <p14:xfrm>
                <a:off x="4401048" y="7563576"/>
                <a:ext cx="106560" cy="11304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749988E6-0C42-CE61-DF0B-6C082E87800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392048" y="7554576"/>
                  <a:ext cx="1242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0F892C70-9017-4862-7444-8FAE880A69FA}"/>
                    </a:ext>
                  </a:extLst>
                </p14:cNvPr>
                <p14:cNvContentPartPr/>
                <p14:nvPr/>
              </p14:nvContentPartPr>
              <p14:xfrm>
                <a:off x="4576368" y="7568256"/>
                <a:ext cx="64440" cy="15048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0F892C70-9017-4862-7444-8FAE880A69F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567317" y="7559256"/>
                  <a:ext cx="82179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1C404FFB-991B-2B04-5CF5-85BA92C129C3}"/>
                    </a:ext>
                  </a:extLst>
                </p14:cNvPr>
                <p14:cNvContentPartPr/>
                <p14:nvPr/>
              </p14:nvContentPartPr>
              <p14:xfrm>
                <a:off x="4693368" y="7583376"/>
                <a:ext cx="113040" cy="13608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1C404FFB-991B-2B04-5CF5-85BA92C129C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684368" y="7574376"/>
                  <a:ext cx="130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1128CABA-7169-BA39-C0A1-E385BE3305B0}"/>
                    </a:ext>
                  </a:extLst>
                </p14:cNvPr>
                <p14:cNvContentPartPr/>
                <p14:nvPr/>
              </p14:nvContentPartPr>
              <p14:xfrm>
                <a:off x="4846008" y="7589496"/>
                <a:ext cx="82800" cy="14724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1128CABA-7169-BA39-C0A1-E385BE3305B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837008" y="7580496"/>
                  <a:ext cx="100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10549D59-BFF1-BCB0-8C8F-1B1D907333E6}"/>
                    </a:ext>
                  </a:extLst>
                </p14:cNvPr>
                <p14:cNvContentPartPr/>
                <p14:nvPr/>
              </p14:nvContentPartPr>
              <p14:xfrm>
                <a:off x="4986408" y="7546656"/>
                <a:ext cx="73080" cy="16632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10549D59-BFF1-BCB0-8C8F-1B1D907333E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977408" y="7537656"/>
                  <a:ext cx="907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7A403B5E-2744-426B-4FCB-F92B686D15BB}"/>
                    </a:ext>
                  </a:extLst>
                </p14:cNvPr>
                <p14:cNvContentPartPr/>
                <p14:nvPr/>
              </p14:nvContentPartPr>
              <p14:xfrm>
                <a:off x="4968048" y="7595616"/>
                <a:ext cx="47880" cy="36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7A403B5E-2744-426B-4FCB-F92B686D15B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958980" y="7586616"/>
                  <a:ext cx="65654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C354001F-A88E-0660-5764-E15E9E0DC46D}"/>
                    </a:ext>
                  </a:extLst>
                </p14:cNvPr>
                <p14:cNvContentPartPr/>
                <p14:nvPr/>
              </p14:nvContentPartPr>
              <p14:xfrm>
                <a:off x="5190168" y="7589136"/>
                <a:ext cx="101160" cy="8208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C354001F-A88E-0660-5764-E15E9E0DC46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181168" y="7580136"/>
                  <a:ext cx="118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BC019FC3-843C-A707-82EF-59677D2225E0}"/>
                    </a:ext>
                  </a:extLst>
                </p14:cNvPr>
                <p14:cNvContentPartPr/>
                <p14:nvPr/>
              </p14:nvContentPartPr>
              <p14:xfrm>
                <a:off x="5315448" y="7528296"/>
                <a:ext cx="99000" cy="14220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BC019FC3-843C-A707-82EF-59677D2225E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306448" y="7519296"/>
                  <a:ext cx="116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255B6AAC-1959-69D5-BFE9-591DC2A97964}"/>
                    </a:ext>
                  </a:extLst>
                </p14:cNvPr>
                <p14:cNvContentPartPr/>
                <p14:nvPr/>
              </p14:nvContentPartPr>
              <p14:xfrm>
                <a:off x="5460888" y="7557816"/>
                <a:ext cx="167400" cy="11304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255B6AAC-1959-69D5-BFE9-591DC2A9796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451869" y="7548787"/>
                  <a:ext cx="185078" cy="1307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1C027547-F29C-D7DC-BCAE-23630647E515}"/>
                    </a:ext>
                  </a:extLst>
                </p14:cNvPr>
                <p14:cNvContentPartPr/>
                <p14:nvPr/>
              </p14:nvContentPartPr>
              <p14:xfrm>
                <a:off x="5657088" y="7455216"/>
                <a:ext cx="97200" cy="18324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1C027547-F29C-D7DC-BCAE-23630647E51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648088" y="7446216"/>
                  <a:ext cx="114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E3AD082C-0B63-98FB-0C38-2CD93D1F7DA0}"/>
                    </a:ext>
                  </a:extLst>
                </p14:cNvPr>
                <p14:cNvContentPartPr/>
                <p14:nvPr/>
              </p14:nvContentPartPr>
              <p14:xfrm>
                <a:off x="5638728" y="7522176"/>
                <a:ext cx="52920" cy="36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E3AD082C-0B63-98FB-0C38-2CD93D1F7DA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629728" y="7513176"/>
                  <a:ext cx="7056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13" name="TextBox 712">
            <a:extLst>
              <a:ext uri="{FF2B5EF4-FFF2-40B4-BE49-F238E27FC236}">
                <a16:creationId xmlns:a16="http://schemas.microsoft.com/office/drawing/2014/main" id="{0E0AFFA7-32C6-2D34-E50A-1425D083B370}"/>
              </a:ext>
            </a:extLst>
          </p:cNvPr>
          <p:cNvSpPr txBox="1"/>
          <p:nvPr/>
        </p:nvSpPr>
        <p:spPr>
          <a:xfrm rot="16200000">
            <a:off x="6491297" y="6432207"/>
            <a:ext cx="97975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Ward </a:t>
            </a:r>
            <a:r>
              <a:rPr lang="en-IN" dirty="0" err="1"/>
              <a:t>occup</a:t>
            </a:r>
            <a:r>
              <a:rPr lang="en-IN" dirty="0"/>
              <a:t> %</a:t>
            </a:r>
            <a:endParaRPr dirty="0"/>
          </a:p>
        </p:txBody>
      </p: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014D908E-6CD3-ACE2-60FB-BDC39EE8D0A6}"/>
              </a:ext>
            </a:extLst>
          </p:cNvPr>
          <p:cNvCxnSpPr>
            <a:cxnSpLocks/>
          </p:cNvCxnSpPr>
          <p:nvPr/>
        </p:nvCxnSpPr>
        <p:spPr>
          <a:xfrm>
            <a:off x="10308344" y="7476720"/>
            <a:ext cx="2584062" cy="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0" name="TextBox 769">
            <a:extLst>
              <a:ext uri="{FF2B5EF4-FFF2-40B4-BE49-F238E27FC236}">
                <a16:creationId xmlns:a16="http://schemas.microsoft.com/office/drawing/2014/main" id="{3DEAD03B-AE3D-6B49-12A6-397D86E93BEC}"/>
              </a:ext>
            </a:extLst>
          </p:cNvPr>
          <p:cNvSpPr txBox="1"/>
          <p:nvPr/>
        </p:nvSpPr>
        <p:spPr>
          <a:xfrm rot="16200000">
            <a:off x="9936132" y="6429046"/>
            <a:ext cx="430385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sz="800" dirty="0"/>
              <a:t>LOS</a:t>
            </a:r>
            <a:endParaRPr sz="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791" name="Ink 790">
                <a:extLst>
                  <a:ext uri="{FF2B5EF4-FFF2-40B4-BE49-F238E27FC236}">
                    <a16:creationId xmlns:a16="http://schemas.microsoft.com/office/drawing/2014/main" id="{D3A5361B-E2C5-298F-CED6-847FD6BC2F3F}"/>
                  </a:ext>
                </a:extLst>
              </p14:cNvPr>
              <p14:cNvContentPartPr/>
              <p14:nvPr/>
            </p14:nvContentPartPr>
            <p14:xfrm>
              <a:off x="12367140" y="5848350"/>
              <a:ext cx="360" cy="54000"/>
            </p14:xfrm>
          </p:contentPart>
        </mc:Choice>
        <mc:Fallback xmlns="">
          <p:pic>
            <p:nvPicPr>
              <p:cNvPr id="791" name="Ink 790">
                <a:extLst>
                  <a:ext uri="{FF2B5EF4-FFF2-40B4-BE49-F238E27FC236}">
                    <a16:creationId xmlns:a16="http://schemas.microsoft.com/office/drawing/2014/main" id="{D3A5361B-E2C5-298F-CED6-847FD6BC2F3F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12358140" y="5839350"/>
                <a:ext cx="18000" cy="7164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DC193B-71A1-7590-A104-0C9D809753D3}"/>
              </a:ext>
            </a:extLst>
          </p:cNvPr>
          <p:cNvCxnSpPr>
            <a:cxnSpLocks/>
          </p:cNvCxnSpPr>
          <p:nvPr/>
        </p:nvCxnSpPr>
        <p:spPr>
          <a:xfrm>
            <a:off x="8004038" y="3681150"/>
            <a:ext cx="0" cy="14479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A03549B9-179F-8F5C-575F-F00793017C18}"/>
              </a:ext>
            </a:extLst>
          </p:cNvPr>
          <p:cNvSpPr/>
          <p:nvPr/>
        </p:nvSpPr>
        <p:spPr>
          <a:xfrm rot="5400000" flipV="1">
            <a:off x="8621516" y="3161471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34EDA9CD-969D-A50B-FA04-29E3ED9C1093}"/>
              </a:ext>
            </a:extLst>
          </p:cNvPr>
          <p:cNvSpPr/>
          <p:nvPr/>
        </p:nvSpPr>
        <p:spPr>
          <a:xfrm rot="5400000" flipV="1">
            <a:off x="8498653" y="3638293"/>
            <a:ext cx="231210" cy="1220440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FA97F0E2-AEC4-0702-BD14-081962FD548D}"/>
              </a:ext>
            </a:extLst>
          </p:cNvPr>
          <p:cNvSpPr/>
          <p:nvPr/>
        </p:nvSpPr>
        <p:spPr>
          <a:xfrm rot="5400000" flipV="1">
            <a:off x="8429528" y="4040661"/>
            <a:ext cx="231210" cy="110613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Flowchart: Process 33">
            <a:extLst>
              <a:ext uri="{FF2B5EF4-FFF2-40B4-BE49-F238E27FC236}">
                <a16:creationId xmlns:a16="http://schemas.microsoft.com/office/drawing/2014/main" id="{BED52868-74D0-B059-C0A1-46D74EB4F254}"/>
              </a:ext>
            </a:extLst>
          </p:cNvPr>
          <p:cNvSpPr/>
          <p:nvPr/>
        </p:nvSpPr>
        <p:spPr>
          <a:xfrm rot="5400000" flipV="1">
            <a:off x="8350311" y="4445959"/>
            <a:ext cx="249284" cy="96577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7C36B0E-CF50-20BD-2020-B4926C5E3E47}"/>
              </a:ext>
            </a:extLst>
          </p:cNvPr>
          <p:cNvCxnSpPr>
            <a:cxnSpLocks/>
          </p:cNvCxnSpPr>
          <p:nvPr/>
        </p:nvCxnSpPr>
        <p:spPr>
          <a:xfrm>
            <a:off x="11083863" y="3587945"/>
            <a:ext cx="0" cy="14479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chart: Process 41">
            <a:extLst>
              <a:ext uri="{FF2B5EF4-FFF2-40B4-BE49-F238E27FC236}">
                <a16:creationId xmlns:a16="http://schemas.microsoft.com/office/drawing/2014/main" id="{7845B83E-5BF2-07E4-CE22-82E6FDA47794}"/>
              </a:ext>
            </a:extLst>
          </p:cNvPr>
          <p:cNvSpPr/>
          <p:nvPr/>
        </p:nvSpPr>
        <p:spPr>
          <a:xfrm rot="5400000" flipV="1">
            <a:off x="11701341" y="3068266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lowchart: Process 42">
            <a:extLst>
              <a:ext uri="{FF2B5EF4-FFF2-40B4-BE49-F238E27FC236}">
                <a16:creationId xmlns:a16="http://schemas.microsoft.com/office/drawing/2014/main" id="{03C51F9B-273E-B90E-DFA2-E3FCEB84A701}"/>
              </a:ext>
            </a:extLst>
          </p:cNvPr>
          <p:cNvSpPr/>
          <p:nvPr/>
        </p:nvSpPr>
        <p:spPr>
          <a:xfrm rot="5400000" flipV="1">
            <a:off x="11578478" y="3545088"/>
            <a:ext cx="231210" cy="1220440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Flowchart: Process 43">
            <a:extLst>
              <a:ext uri="{FF2B5EF4-FFF2-40B4-BE49-F238E27FC236}">
                <a16:creationId xmlns:a16="http://schemas.microsoft.com/office/drawing/2014/main" id="{39320F7B-66F5-A6FD-8871-9CD7126C4112}"/>
              </a:ext>
            </a:extLst>
          </p:cNvPr>
          <p:cNvSpPr/>
          <p:nvPr/>
        </p:nvSpPr>
        <p:spPr>
          <a:xfrm rot="5400000" flipV="1">
            <a:off x="11509353" y="3947456"/>
            <a:ext cx="231210" cy="110613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Flowchart: Process 44">
            <a:extLst>
              <a:ext uri="{FF2B5EF4-FFF2-40B4-BE49-F238E27FC236}">
                <a16:creationId xmlns:a16="http://schemas.microsoft.com/office/drawing/2014/main" id="{9DA69000-2F5E-28AC-4499-1848A789D602}"/>
              </a:ext>
            </a:extLst>
          </p:cNvPr>
          <p:cNvSpPr/>
          <p:nvPr/>
        </p:nvSpPr>
        <p:spPr>
          <a:xfrm rot="5400000" flipV="1">
            <a:off x="11430136" y="4352754"/>
            <a:ext cx="249284" cy="96577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0FF6EFC-6950-AEBC-6FC3-2C61C51FA854}"/>
              </a:ext>
            </a:extLst>
          </p:cNvPr>
          <p:cNvGrpSpPr/>
          <p:nvPr/>
        </p:nvGrpSpPr>
        <p:grpSpPr>
          <a:xfrm>
            <a:off x="9539920" y="3848240"/>
            <a:ext cx="159840" cy="156240"/>
            <a:chOff x="9539920" y="3848240"/>
            <a:chExt cx="15984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4B68F23-9088-19DE-EAD9-84CAE2EDE628}"/>
                    </a:ext>
                  </a:extLst>
                </p14:cNvPr>
                <p14:cNvContentPartPr/>
                <p14:nvPr/>
              </p14:nvContentPartPr>
              <p14:xfrm>
                <a:off x="9539920" y="3854360"/>
                <a:ext cx="57600" cy="150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4B68F23-9088-19DE-EAD9-84CAE2EDE62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531280" y="3845360"/>
                  <a:ext cx="752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02CB75F-F55D-30CC-1D05-FD8D977387BC}"/>
                    </a:ext>
                  </a:extLst>
                </p14:cNvPr>
                <p14:cNvContentPartPr/>
                <p14:nvPr/>
              </p14:nvContentPartPr>
              <p14:xfrm>
                <a:off x="9637120" y="3848240"/>
                <a:ext cx="62640" cy="130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02CB75F-F55D-30CC-1D05-FD8D977387B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628120" y="3839600"/>
                  <a:ext cx="802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230EC27-3C6A-324A-9B01-51C53CB96E8B}"/>
              </a:ext>
            </a:extLst>
          </p:cNvPr>
          <p:cNvGrpSpPr/>
          <p:nvPr/>
        </p:nvGrpSpPr>
        <p:grpSpPr>
          <a:xfrm>
            <a:off x="9260560" y="4198520"/>
            <a:ext cx="92520" cy="134640"/>
            <a:chOff x="9260560" y="4198520"/>
            <a:chExt cx="9252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422427F-D243-8161-8C18-D407A0FCF829}"/>
                    </a:ext>
                  </a:extLst>
                </p14:cNvPr>
                <p14:cNvContentPartPr/>
                <p14:nvPr/>
              </p14:nvContentPartPr>
              <p14:xfrm>
                <a:off x="9281080" y="4198520"/>
                <a:ext cx="72000" cy="92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422427F-D243-8161-8C18-D407A0FCF82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272080" y="4189520"/>
                  <a:ext cx="89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1B60276-2FE2-5D0D-B975-A38B4512097A}"/>
                    </a:ext>
                  </a:extLst>
                </p14:cNvPr>
                <p14:cNvContentPartPr/>
                <p14:nvPr/>
              </p14:nvContentPartPr>
              <p14:xfrm>
                <a:off x="9260560" y="4241720"/>
                <a:ext cx="360" cy="39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1B60276-2FE2-5D0D-B975-A38B4512097A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251920" y="4232720"/>
                  <a:ext cx="18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072E9B4-BAB9-CF1C-0E7E-7DD62EF50ECA}"/>
                    </a:ext>
                  </a:extLst>
                </p14:cNvPr>
                <p14:cNvContentPartPr/>
                <p14:nvPr/>
              </p14:nvContentPartPr>
              <p14:xfrm>
                <a:off x="9260560" y="4261880"/>
                <a:ext cx="10800" cy="71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072E9B4-BAB9-CF1C-0E7E-7DD62EF50EC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251560" y="4253240"/>
                  <a:ext cx="2844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62883BE-C022-BAB4-326E-BFFCBEF7C3D9}"/>
                  </a:ext>
                </a:extLst>
              </p14:cNvPr>
              <p14:cNvContentPartPr/>
              <p14:nvPr/>
            </p14:nvContentPartPr>
            <p14:xfrm>
              <a:off x="9184600" y="4541240"/>
              <a:ext cx="7560" cy="849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62883BE-C022-BAB4-326E-BFFCBEF7C3D9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9175600" y="4532600"/>
                <a:ext cx="2520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21D9E77-3DED-7344-E94B-DAFD6BB116B4}"/>
                  </a:ext>
                </a:extLst>
              </p14:cNvPr>
              <p14:cNvContentPartPr/>
              <p14:nvPr/>
            </p14:nvContentPartPr>
            <p14:xfrm>
              <a:off x="9250480" y="4541240"/>
              <a:ext cx="360" cy="116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21D9E77-3DED-7344-E94B-DAFD6BB116B4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9241840" y="4532600"/>
                <a:ext cx="18000" cy="13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2BA638DE-3A84-8705-3557-A3EC7A0AE1CB}"/>
              </a:ext>
            </a:extLst>
          </p:cNvPr>
          <p:cNvGrpSpPr/>
          <p:nvPr/>
        </p:nvGrpSpPr>
        <p:grpSpPr>
          <a:xfrm>
            <a:off x="9039160" y="4896920"/>
            <a:ext cx="43920" cy="81720"/>
            <a:chOff x="9039160" y="4896920"/>
            <a:chExt cx="43920" cy="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DB48E66-1B95-918B-BBCE-2813F00CBA14}"/>
                    </a:ext>
                  </a:extLst>
                </p14:cNvPr>
                <p14:cNvContentPartPr/>
                <p14:nvPr/>
              </p14:nvContentPartPr>
              <p14:xfrm>
                <a:off x="9039160" y="4907000"/>
                <a:ext cx="30600" cy="31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DB48E66-1B95-918B-BBCE-2813F00CBA1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030160" y="4898360"/>
                  <a:ext cx="48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560ECDF-1F38-4D0D-FC00-2C2CD605C734}"/>
                    </a:ext>
                  </a:extLst>
                </p14:cNvPr>
                <p14:cNvContentPartPr/>
                <p14:nvPr/>
              </p14:nvContentPartPr>
              <p14:xfrm>
                <a:off x="9082720" y="4896920"/>
                <a:ext cx="360" cy="81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560ECDF-1F38-4D0D-FC00-2C2CD605C73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074080" y="4888280"/>
                  <a:ext cx="1800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E785E52-6E77-2C7C-ECF1-1DFA1E3ED555}"/>
              </a:ext>
            </a:extLst>
          </p:cNvPr>
          <p:cNvGrpSpPr/>
          <p:nvPr/>
        </p:nvGrpSpPr>
        <p:grpSpPr>
          <a:xfrm>
            <a:off x="12633760" y="3749240"/>
            <a:ext cx="275400" cy="147240"/>
            <a:chOff x="12633760" y="3749240"/>
            <a:chExt cx="27540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91D9869-BAE0-1CB5-79E5-4A6E8B71F1AB}"/>
                    </a:ext>
                  </a:extLst>
                </p14:cNvPr>
                <p14:cNvContentPartPr/>
                <p14:nvPr/>
              </p14:nvContentPartPr>
              <p14:xfrm>
                <a:off x="12633760" y="3769040"/>
                <a:ext cx="132480" cy="127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91D9869-BAE0-1CB5-79E5-4A6E8B71F1A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2625120" y="3760400"/>
                  <a:ext cx="1501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82B3406-9764-B749-897C-4C523202DBCB}"/>
                    </a:ext>
                  </a:extLst>
                </p14:cNvPr>
                <p14:cNvContentPartPr/>
                <p14:nvPr/>
              </p14:nvContentPartPr>
              <p14:xfrm>
                <a:off x="12735280" y="3749240"/>
                <a:ext cx="67680" cy="117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82B3406-9764-B749-897C-4C523202DBC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2726640" y="3740600"/>
                  <a:ext cx="853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6AB0B29-9AF1-0755-2383-1CDDB994DFCA}"/>
                    </a:ext>
                  </a:extLst>
                </p14:cNvPr>
                <p14:cNvContentPartPr/>
                <p14:nvPr/>
              </p14:nvContentPartPr>
              <p14:xfrm>
                <a:off x="12857320" y="3760760"/>
                <a:ext cx="51840" cy="70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6AB0B29-9AF1-0755-2383-1CDDB994DFC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2848320" y="3751760"/>
                  <a:ext cx="6948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7A4AFA4-DDFF-7D7B-618B-D415B37CE727}"/>
              </a:ext>
            </a:extLst>
          </p:cNvPr>
          <p:cNvGrpSpPr/>
          <p:nvPr/>
        </p:nvGrpSpPr>
        <p:grpSpPr>
          <a:xfrm>
            <a:off x="12390040" y="4081520"/>
            <a:ext cx="256320" cy="110160"/>
            <a:chOff x="12390040" y="4081520"/>
            <a:chExt cx="256320" cy="11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273EA35-322F-261E-E317-2523DF18BF8E}"/>
                    </a:ext>
                  </a:extLst>
                </p14:cNvPr>
                <p14:cNvContentPartPr/>
                <p14:nvPr/>
              </p14:nvContentPartPr>
              <p14:xfrm>
                <a:off x="12390040" y="4104560"/>
                <a:ext cx="16560" cy="86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273EA35-322F-261E-E317-2523DF18BF8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2381040" y="4095560"/>
                  <a:ext cx="34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7F3F1C3-230B-D11C-2D81-89E7722E4EAD}"/>
                    </a:ext>
                  </a:extLst>
                </p14:cNvPr>
                <p14:cNvContentPartPr/>
                <p14:nvPr/>
              </p14:nvContentPartPr>
              <p14:xfrm>
                <a:off x="12445840" y="4081520"/>
                <a:ext cx="69480" cy="28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7F3F1C3-230B-D11C-2D81-89E7722E4EA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2436840" y="4072520"/>
                  <a:ext cx="87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A7DFECB-5D26-D708-C0E2-147F3C7D24E5}"/>
                    </a:ext>
                  </a:extLst>
                </p14:cNvPr>
                <p14:cNvContentPartPr/>
                <p14:nvPr/>
              </p14:nvContentPartPr>
              <p14:xfrm>
                <a:off x="12466720" y="4104560"/>
                <a:ext cx="51840" cy="87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A7DFECB-5D26-D708-C0E2-147F3C7D24E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2457720" y="4095560"/>
                  <a:ext cx="694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AA3453B-A503-48F0-99DF-8D7699C82B33}"/>
                    </a:ext>
                  </a:extLst>
                </p14:cNvPr>
                <p14:cNvContentPartPr/>
                <p14:nvPr/>
              </p14:nvContentPartPr>
              <p14:xfrm>
                <a:off x="12562840" y="4118240"/>
                <a:ext cx="83520" cy="54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AA3453B-A503-48F0-99DF-8D7699C82B3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2554200" y="4109600"/>
                  <a:ext cx="10116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FF3531E-0984-F9A6-B8B8-23B6AB3DA2C5}"/>
              </a:ext>
            </a:extLst>
          </p:cNvPr>
          <p:cNvGrpSpPr/>
          <p:nvPr/>
        </p:nvGrpSpPr>
        <p:grpSpPr>
          <a:xfrm>
            <a:off x="12252880" y="4418840"/>
            <a:ext cx="215280" cy="146160"/>
            <a:chOff x="12252880" y="4418840"/>
            <a:chExt cx="21528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08D0486-4689-3CF2-503A-9C8163BCE1B8}"/>
                    </a:ext>
                  </a:extLst>
                </p14:cNvPr>
                <p14:cNvContentPartPr/>
                <p14:nvPr/>
              </p14:nvContentPartPr>
              <p14:xfrm>
                <a:off x="12252880" y="4439000"/>
                <a:ext cx="11880" cy="124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08D0486-4689-3CF2-503A-9C8163BCE1B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2243880" y="4430000"/>
                  <a:ext cx="29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FBE3170-5AAE-0B7E-CADC-D3BD3C4B5F1B}"/>
                    </a:ext>
                  </a:extLst>
                </p14:cNvPr>
                <p14:cNvContentPartPr/>
                <p14:nvPr/>
              </p14:nvContentPartPr>
              <p14:xfrm>
                <a:off x="12303640" y="4429640"/>
                <a:ext cx="72360" cy="135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FBE3170-5AAE-0B7E-CADC-D3BD3C4B5F1B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2294640" y="4420640"/>
                  <a:ext cx="90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1B89937-FBC8-E341-50B7-94CAAB7E9234}"/>
                    </a:ext>
                  </a:extLst>
                </p14:cNvPr>
                <p14:cNvContentPartPr/>
                <p14:nvPr/>
              </p14:nvContentPartPr>
              <p14:xfrm>
                <a:off x="12395080" y="4418840"/>
                <a:ext cx="73080" cy="92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1B89937-FBC8-E341-50B7-94CAAB7E923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2386080" y="4410200"/>
                  <a:ext cx="9072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E3F523C-EF6E-0496-3E27-500E8661F472}"/>
              </a:ext>
            </a:extLst>
          </p:cNvPr>
          <p:cNvGrpSpPr/>
          <p:nvPr/>
        </p:nvGrpSpPr>
        <p:grpSpPr>
          <a:xfrm>
            <a:off x="12156400" y="4778480"/>
            <a:ext cx="144000" cy="138960"/>
            <a:chOff x="12156400" y="4778480"/>
            <a:chExt cx="144000" cy="13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208AAB5-2AD8-13E5-DE48-37A73F573A8C}"/>
                    </a:ext>
                  </a:extLst>
                </p14:cNvPr>
                <p14:cNvContentPartPr/>
                <p14:nvPr/>
              </p14:nvContentPartPr>
              <p14:xfrm>
                <a:off x="12156400" y="4800440"/>
                <a:ext cx="16200" cy="55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208AAB5-2AD8-13E5-DE48-37A73F573A8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2147400" y="4791440"/>
                  <a:ext cx="338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21E46B6-FD15-83C7-47FE-0A565A6086C9}"/>
                    </a:ext>
                  </a:extLst>
                </p14:cNvPr>
                <p14:cNvContentPartPr/>
                <p14:nvPr/>
              </p14:nvContentPartPr>
              <p14:xfrm>
                <a:off x="12160720" y="4831400"/>
                <a:ext cx="16200" cy="45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21E46B6-FD15-83C7-47FE-0A565A6086C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2152080" y="4822760"/>
                  <a:ext cx="33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7C52AD4-ED1E-E842-BBCE-040EEF23387E}"/>
                    </a:ext>
                  </a:extLst>
                </p14:cNvPr>
                <p14:cNvContentPartPr/>
                <p14:nvPr/>
              </p14:nvContentPartPr>
              <p14:xfrm>
                <a:off x="12166120" y="4813040"/>
                <a:ext cx="20880" cy="104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7C52AD4-ED1E-E842-BBCE-040EEF23387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2157120" y="4804400"/>
                  <a:ext cx="385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4ECD7C0-6872-9DE4-B4A7-79D83CBE4CB1}"/>
                    </a:ext>
                  </a:extLst>
                </p14:cNvPr>
                <p14:cNvContentPartPr/>
                <p14:nvPr/>
              </p14:nvContentPartPr>
              <p14:xfrm>
                <a:off x="12217240" y="4810520"/>
                <a:ext cx="360" cy="75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4ECD7C0-6872-9DE4-B4A7-79D83CBE4CB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2208240" y="4801880"/>
                  <a:ext cx="18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00DD2A-8FF8-FAE8-A407-326367B11406}"/>
                    </a:ext>
                  </a:extLst>
                </p14:cNvPr>
                <p14:cNvContentPartPr/>
                <p14:nvPr/>
              </p14:nvContentPartPr>
              <p14:xfrm>
                <a:off x="12247840" y="4778480"/>
                <a:ext cx="52560" cy="94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00DD2A-8FF8-FAE8-A407-326367B1140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2238840" y="4769840"/>
                  <a:ext cx="70200" cy="1119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476D40A-7987-62FC-946D-FE684A8729DB}"/>
              </a:ext>
            </a:extLst>
          </p:cNvPr>
          <p:cNvCxnSpPr>
            <a:cxnSpLocks/>
          </p:cNvCxnSpPr>
          <p:nvPr/>
        </p:nvCxnSpPr>
        <p:spPr>
          <a:xfrm>
            <a:off x="693781" y="7463107"/>
            <a:ext cx="2584062" cy="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lowchart: Process 86">
            <a:extLst>
              <a:ext uri="{FF2B5EF4-FFF2-40B4-BE49-F238E27FC236}">
                <a16:creationId xmlns:a16="http://schemas.microsoft.com/office/drawing/2014/main" id="{3F4EEA2F-1A9C-A55E-F92B-81622F44E023}"/>
              </a:ext>
            </a:extLst>
          </p:cNvPr>
          <p:cNvSpPr/>
          <p:nvPr/>
        </p:nvSpPr>
        <p:spPr>
          <a:xfrm flipV="1">
            <a:off x="835869" y="5989802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Flowchart: Process 87">
            <a:extLst>
              <a:ext uri="{FF2B5EF4-FFF2-40B4-BE49-F238E27FC236}">
                <a16:creationId xmlns:a16="http://schemas.microsoft.com/office/drawing/2014/main" id="{4ACA32A3-8F70-4C02-A9CA-B10EB3673EC6}"/>
              </a:ext>
            </a:extLst>
          </p:cNvPr>
          <p:cNvSpPr/>
          <p:nvPr/>
        </p:nvSpPr>
        <p:spPr>
          <a:xfrm flipV="1">
            <a:off x="1143000" y="6129334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Flowchart: Process 88">
            <a:extLst>
              <a:ext uri="{FF2B5EF4-FFF2-40B4-BE49-F238E27FC236}">
                <a16:creationId xmlns:a16="http://schemas.microsoft.com/office/drawing/2014/main" id="{CA5C86A9-1BB1-D8ED-EEE6-E3C00D23A160}"/>
              </a:ext>
            </a:extLst>
          </p:cNvPr>
          <p:cNvSpPr/>
          <p:nvPr/>
        </p:nvSpPr>
        <p:spPr>
          <a:xfrm flipV="1">
            <a:off x="1472836" y="5969807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Flowchart: Process 89">
            <a:extLst>
              <a:ext uri="{FF2B5EF4-FFF2-40B4-BE49-F238E27FC236}">
                <a16:creationId xmlns:a16="http://schemas.microsoft.com/office/drawing/2014/main" id="{EF26ECB6-A63B-86DA-7EE2-7696A293D5E2}"/>
              </a:ext>
            </a:extLst>
          </p:cNvPr>
          <p:cNvSpPr/>
          <p:nvPr/>
        </p:nvSpPr>
        <p:spPr>
          <a:xfrm flipV="1">
            <a:off x="1787760" y="6133054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Flowchart: Process 90">
            <a:extLst>
              <a:ext uri="{FF2B5EF4-FFF2-40B4-BE49-F238E27FC236}">
                <a16:creationId xmlns:a16="http://schemas.microsoft.com/office/drawing/2014/main" id="{CD2CEEC8-E90E-1BD3-1B92-7F10872FF3F2}"/>
              </a:ext>
            </a:extLst>
          </p:cNvPr>
          <p:cNvSpPr/>
          <p:nvPr/>
        </p:nvSpPr>
        <p:spPr>
          <a:xfrm flipV="1">
            <a:off x="2102521" y="5969574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Flowchart: Process 91">
            <a:extLst>
              <a:ext uri="{FF2B5EF4-FFF2-40B4-BE49-F238E27FC236}">
                <a16:creationId xmlns:a16="http://schemas.microsoft.com/office/drawing/2014/main" id="{897AE5EB-D4A2-D729-B58B-F33D96E89306}"/>
              </a:ext>
            </a:extLst>
          </p:cNvPr>
          <p:cNvSpPr/>
          <p:nvPr/>
        </p:nvSpPr>
        <p:spPr>
          <a:xfrm flipV="1">
            <a:off x="2391138" y="6143538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Flowchart: Process 92">
            <a:extLst>
              <a:ext uri="{FF2B5EF4-FFF2-40B4-BE49-F238E27FC236}">
                <a16:creationId xmlns:a16="http://schemas.microsoft.com/office/drawing/2014/main" id="{16F35A6E-AF74-0CE1-E0AE-197A497CA492}"/>
              </a:ext>
            </a:extLst>
          </p:cNvPr>
          <p:cNvSpPr/>
          <p:nvPr/>
        </p:nvSpPr>
        <p:spPr>
          <a:xfrm flipV="1">
            <a:off x="2710228" y="5989802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Flowchart: Process 93">
            <a:extLst>
              <a:ext uri="{FF2B5EF4-FFF2-40B4-BE49-F238E27FC236}">
                <a16:creationId xmlns:a16="http://schemas.microsoft.com/office/drawing/2014/main" id="{C9A35CCA-042F-D3FC-C031-F9C46AA6980F}"/>
              </a:ext>
            </a:extLst>
          </p:cNvPr>
          <p:cNvSpPr/>
          <p:nvPr/>
        </p:nvSpPr>
        <p:spPr>
          <a:xfrm flipV="1">
            <a:off x="3004920" y="6122948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9978336-30D5-73B8-85CF-2D1957167784}"/>
                  </a:ext>
                </a:extLst>
              </p14:cNvPr>
              <p14:cNvContentPartPr/>
              <p14:nvPr/>
            </p14:nvContentPartPr>
            <p14:xfrm>
              <a:off x="977760" y="7510720"/>
              <a:ext cx="2880" cy="666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9978336-30D5-73B8-85CF-2D1957167784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968760" y="7501720"/>
                <a:ext cx="2052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1E77FF9E-228A-AF6E-4C39-1769E935E145}"/>
                  </a:ext>
                </a:extLst>
              </p14:cNvPr>
              <p14:cNvContentPartPr/>
              <p14:nvPr/>
            </p14:nvContentPartPr>
            <p14:xfrm>
              <a:off x="1213920" y="7512880"/>
              <a:ext cx="47520" cy="543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1E77FF9E-228A-AF6E-4C39-1769E935E145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1205280" y="7503880"/>
                <a:ext cx="651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8E66731C-91D0-443F-92CB-DE370ECB04D9}"/>
                  </a:ext>
                </a:extLst>
              </p14:cNvPr>
              <p14:cNvContentPartPr/>
              <p14:nvPr/>
            </p14:nvContentPartPr>
            <p14:xfrm>
              <a:off x="1533240" y="7505680"/>
              <a:ext cx="50040" cy="802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8E66731C-91D0-443F-92CB-DE370ECB04D9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1524600" y="7496680"/>
                <a:ext cx="676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BB38233-EDE2-2804-907D-FF8563342043}"/>
                  </a:ext>
                </a:extLst>
              </p14:cNvPr>
              <p14:cNvContentPartPr/>
              <p14:nvPr/>
            </p14:nvContentPartPr>
            <p14:xfrm>
              <a:off x="1871640" y="7515760"/>
              <a:ext cx="36360" cy="691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BB38233-EDE2-2804-907D-FF8563342043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1863000" y="7506760"/>
                <a:ext cx="5400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6DE1A495-64F2-82AB-970B-3B60C6064EE0}"/>
              </a:ext>
            </a:extLst>
          </p:cNvPr>
          <p:cNvGrpSpPr/>
          <p:nvPr/>
        </p:nvGrpSpPr>
        <p:grpSpPr>
          <a:xfrm>
            <a:off x="2163240" y="7507120"/>
            <a:ext cx="85320" cy="77040"/>
            <a:chOff x="2163240" y="7507120"/>
            <a:chExt cx="85320" cy="7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AC6FEAC-B48B-6784-F82C-ADF591986E2E}"/>
                    </a:ext>
                  </a:extLst>
                </p14:cNvPr>
                <p14:cNvContentPartPr/>
                <p14:nvPr/>
              </p14:nvContentPartPr>
              <p14:xfrm>
                <a:off x="2209680" y="7507120"/>
                <a:ext cx="38880" cy="14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AC6FEAC-B48B-6784-F82C-ADF591986E2E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200680" y="7498120"/>
                  <a:ext cx="56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38EEC13-FBF4-E38F-3183-1FFBCBAB8FFE}"/>
                    </a:ext>
                  </a:extLst>
                </p14:cNvPr>
                <p14:cNvContentPartPr/>
                <p14:nvPr/>
              </p14:nvContentPartPr>
              <p14:xfrm>
                <a:off x="2163240" y="7525840"/>
                <a:ext cx="62640" cy="58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38EEC13-FBF4-E38F-3183-1FFBCBAB8FF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154240" y="7516840"/>
                  <a:ext cx="8028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7117B662-A531-92BD-EB01-59CA85D4FC1E}"/>
                  </a:ext>
                </a:extLst>
              </p14:cNvPr>
              <p14:cNvContentPartPr/>
              <p14:nvPr/>
            </p14:nvContentPartPr>
            <p14:xfrm>
              <a:off x="2427840" y="7497760"/>
              <a:ext cx="72000" cy="756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7117B662-A531-92BD-EB01-59CA85D4FC1E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2419200" y="7489120"/>
                <a:ext cx="8964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64CEA6AE-E8DE-3F38-BDB9-EEC6376FD2E1}"/>
              </a:ext>
            </a:extLst>
          </p:cNvPr>
          <p:cNvGrpSpPr/>
          <p:nvPr/>
        </p:nvGrpSpPr>
        <p:grpSpPr>
          <a:xfrm>
            <a:off x="2755700" y="7506760"/>
            <a:ext cx="115200" cy="59760"/>
            <a:chOff x="2755700" y="7506760"/>
            <a:chExt cx="115200" cy="5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64B6110-3503-D50D-0B7B-6399EA4C62A5}"/>
                    </a:ext>
                  </a:extLst>
                </p14:cNvPr>
                <p14:cNvContentPartPr/>
                <p14:nvPr/>
              </p14:nvContentPartPr>
              <p14:xfrm>
                <a:off x="2755700" y="7506760"/>
                <a:ext cx="68400" cy="59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64B6110-3503-D50D-0B7B-6399EA4C62A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747060" y="7497760"/>
                  <a:ext cx="86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94973A5-6926-77A0-E93B-7619D699B28D}"/>
                    </a:ext>
                  </a:extLst>
                </p14:cNvPr>
                <p14:cNvContentPartPr/>
                <p14:nvPr/>
              </p14:nvContentPartPr>
              <p14:xfrm>
                <a:off x="2765780" y="7533400"/>
                <a:ext cx="105120" cy="208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94973A5-6926-77A0-E93B-7619D699B28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757140" y="7524400"/>
                  <a:ext cx="12276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0C16EC32-C196-DB0A-E7B3-B6F67ED0B968}"/>
              </a:ext>
            </a:extLst>
          </p:cNvPr>
          <p:cNvGrpSpPr/>
          <p:nvPr/>
        </p:nvGrpSpPr>
        <p:grpSpPr>
          <a:xfrm>
            <a:off x="3045140" y="7569040"/>
            <a:ext cx="312840" cy="10440"/>
            <a:chOff x="3045140" y="7569040"/>
            <a:chExt cx="312840" cy="1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A5C4897-3A49-8001-631A-276D13B1485F}"/>
                    </a:ext>
                  </a:extLst>
                </p14:cNvPr>
                <p14:cNvContentPartPr/>
                <p14:nvPr/>
              </p14:nvContentPartPr>
              <p14:xfrm>
                <a:off x="3045140" y="7576600"/>
                <a:ext cx="360" cy="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A5C4897-3A49-8001-631A-276D13B1485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036500" y="75679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30EB862-7D3B-B366-0CD0-0EAF2134675B}"/>
                    </a:ext>
                  </a:extLst>
                </p14:cNvPr>
                <p14:cNvContentPartPr/>
                <p14:nvPr/>
              </p14:nvContentPartPr>
              <p14:xfrm>
                <a:off x="3101300" y="7569040"/>
                <a:ext cx="720" cy="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30EB862-7D3B-B366-0CD0-0EAF2134675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092300" y="7560040"/>
                  <a:ext cx="18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EA8C6D6-80CF-4B4A-F72C-0A95DB6FC809}"/>
                    </a:ext>
                  </a:extLst>
                </p14:cNvPr>
                <p14:cNvContentPartPr/>
                <p14:nvPr/>
              </p14:nvContentPartPr>
              <p14:xfrm>
                <a:off x="3152060" y="7579120"/>
                <a:ext cx="3240" cy="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EA8C6D6-80CF-4B4A-F72C-0A95DB6FC80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143060" y="7570480"/>
                  <a:ext cx="20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C533B82-1454-0BB2-4315-DBCC8FA5564B}"/>
                    </a:ext>
                  </a:extLst>
                </p14:cNvPr>
                <p14:cNvContentPartPr/>
                <p14:nvPr/>
              </p14:nvContentPartPr>
              <p14:xfrm>
                <a:off x="3192740" y="7575160"/>
                <a:ext cx="4320" cy="18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C533B82-1454-0BB2-4315-DBCC8FA5564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183740" y="7566160"/>
                  <a:ext cx="219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48B3DA1-024E-D509-660F-7522CCFCCF82}"/>
                    </a:ext>
                  </a:extLst>
                </p14:cNvPr>
                <p14:cNvContentPartPr/>
                <p14:nvPr/>
              </p14:nvContentPartPr>
              <p14:xfrm>
                <a:off x="3248540" y="7569040"/>
                <a:ext cx="5400" cy="3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48B3DA1-024E-D509-660F-7522CCFCCF8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239540" y="7560040"/>
                  <a:ext cx="23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92E8DDC-D92B-5A1C-C22D-78D7BFD903D0}"/>
                    </a:ext>
                  </a:extLst>
                </p14:cNvPr>
                <p14:cNvContentPartPr/>
                <p14:nvPr/>
              </p14:nvContentPartPr>
              <p14:xfrm>
                <a:off x="3284180" y="7569040"/>
                <a:ext cx="5040" cy="14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92E8DDC-D92B-5A1C-C22D-78D7BFD903D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275180" y="7560040"/>
                  <a:ext cx="226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63D5906-74F1-C22F-BD61-183586937549}"/>
                    </a:ext>
                  </a:extLst>
                </p14:cNvPr>
                <p14:cNvContentPartPr/>
                <p14:nvPr/>
              </p14:nvContentPartPr>
              <p14:xfrm>
                <a:off x="3306860" y="7571560"/>
                <a:ext cx="5400" cy="3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63D5906-74F1-C22F-BD61-18358693754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298220" y="7562560"/>
                  <a:ext cx="23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F8392B3-4361-513B-CFDF-F4F7AD479644}"/>
                    </a:ext>
                  </a:extLst>
                </p14:cNvPr>
                <p14:cNvContentPartPr/>
                <p14:nvPr/>
              </p14:nvContentPartPr>
              <p14:xfrm>
                <a:off x="3357620" y="7576600"/>
                <a:ext cx="360" cy="3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F8392B3-4361-513B-CFDF-F4F7AD47964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348980" y="75679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7" name="TextBox 326">
            <a:extLst>
              <a:ext uri="{FF2B5EF4-FFF2-40B4-BE49-F238E27FC236}">
                <a16:creationId xmlns:a16="http://schemas.microsoft.com/office/drawing/2014/main" id="{CB79A259-560C-4DF7-C33B-2C11F4782CA1}"/>
              </a:ext>
            </a:extLst>
          </p:cNvPr>
          <p:cNvSpPr txBox="1"/>
          <p:nvPr/>
        </p:nvSpPr>
        <p:spPr>
          <a:xfrm>
            <a:off x="1572188" y="7602236"/>
            <a:ext cx="89356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Hour of day </a:t>
            </a:r>
            <a:endParaRPr dirty="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F7B43BA0-430E-4B77-2931-75A9E941EC20}"/>
              </a:ext>
            </a:extLst>
          </p:cNvPr>
          <p:cNvSpPr txBox="1"/>
          <p:nvPr/>
        </p:nvSpPr>
        <p:spPr>
          <a:xfrm rot="16200000">
            <a:off x="-60428" y="6412044"/>
            <a:ext cx="133574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Tot movements</a:t>
            </a:r>
            <a:endParaRPr dirty="0"/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DC369E07-162D-EF66-924A-BB9B5D67F4E9}"/>
              </a:ext>
            </a:extLst>
          </p:cNvPr>
          <p:cNvGrpSpPr/>
          <p:nvPr/>
        </p:nvGrpSpPr>
        <p:grpSpPr>
          <a:xfrm>
            <a:off x="836280" y="5866920"/>
            <a:ext cx="221760" cy="94680"/>
            <a:chOff x="836280" y="5866920"/>
            <a:chExt cx="221760" cy="9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291496C-CFB8-9F18-C305-C9D52335A7F9}"/>
                    </a:ext>
                  </a:extLst>
                </p14:cNvPr>
                <p14:cNvContentPartPr/>
                <p14:nvPr/>
              </p14:nvContentPartPr>
              <p14:xfrm>
                <a:off x="836280" y="5886000"/>
                <a:ext cx="49320" cy="471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291496C-CFB8-9F18-C305-C9D52335A7F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27280" y="5877000"/>
                  <a:ext cx="66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05B87165-45F7-FBE4-DDEA-127A2FDE2C87}"/>
                    </a:ext>
                  </a:extLst>
                </p14:cNvPr>
                <p14:cNvContentPartPr/>
                <p14:nvPr/>
              </p14:nvContentPartPr>
              <p14:xfrm>
                <a:off x="891360" y="5866920"/>
                <a:ext cx="40680" cy="36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05B87165-45F7-FBE4-DDEA-127A2FDE2C8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82360" y="5857920"/>
                  <a:ext cx="58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9E3A745D-2832-6839-9114-4BE0FD01C73C}"/>
                    </a:ext>
                  </a:extLst>
                </p14:cNvPr>
                <p14:cNvContentPartPr/>
                <p14:nvPr/>
              </p14:nvContentPartPr>
              <p14:xfrm>
                <a:off x="931320" y="5905440"/>
                <a:ext cx="3960" cy="56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9E3A745D-2832-6839-9114-4BE0FD01C73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22680" y="5896440"/>
                  <a:ext cx="216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CA58493-AFAB-CB8D-7C03-0250C8645B99}"/>
                    </a:ext>
                  </a:extLst>
                </p14:cNvPr>
                <p14:cNvContentPartPr/>
                <p14:nvPr/>
              </p14:nvContentPartPr>
              <p14:xfrm>
                <a:off x="907920" y="5886720"/>
                <a:ext cx="86760" cy="248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CA58493-AFAB-CB8D-7C03-0250C8645B9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98920" y="5877720"/>
                  <a:ext cx="104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B4F6EAB-28F9-1564-D470-BBC96C5ED421}"/>
                    </a:ext>
                  </a:extLst>
                </p14:cNvPr>
                <p14:cNvContentPartPr/>
                <p14:nvPr/>
              </p14:nvContentPartPr>
              <p14:xfrm>
                <a:off x="1000080" y="5873040"/>
                <a:ext cx="9720" cy="666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B4F6EAB-28F9-1564-D470-BBC96C5ED42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91080" y="5864040"/>
                  <a:ext cx="27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B6092F4E-9A3B-0E2B-0E67-E863AF6AE5A7}"/>
                    </a:ext>
                  </a:extLst>
                </p14:cNvPr>
                <p14:cNvContentPartPr/>
                <p14:nvPr/>
              </p14:nvContentPartPr>
              <p14:xfrm>
                <a:off x="1022760" y="5873040"/>
                <a:ext cx="35280" cy="482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B6092F4E-9A3B-0E2B-0E67-E863AF6AE5A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14120" y="5864040"/>
                  <a:ext cx="5292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CDC92ED0-0685-3343-6628-CF2461CBD6FA}"/>
              </a:ext>
            </a:extLst>
          </p:cNvPr>
          <p:cNvGrpSpPr/>
          <p:nvPr/>
        </p:nvGrpSpPr>
        <p:grpSpPr>
          <a:xfrm>
            <a:off x="1175040" y="6012000"/>
            <a:ext cx="207720" cy="113760"/>
            <a:chOff x="1175040" y="6012000"/>
            <a:chExt cx="207720" cy="11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435ED448-5D91-4F20-A1B9-A6562CD21134}"/>
                    </a:ext>
                  </a:extLst>
                </p14:cNvPr>
                <p14:cNvContentPartPr/>
                <p14:nvPr/>
              </p14:nvContentPartPr>
              <p14:xfrm>
                <a:off x="1175040" y="6019560"/>
                <a:ext cx="32760" cy="860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435ED448-5D91-4F20-A1B9-A6562CD2113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66400" y="6010920"/>
                  <a:ext cx="50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5C1ABCFF-6288-8BD3-575A-B0CB92CEA041}"/>
                    </a:ext>
                  </a:extLst>
                </p14:cNvPr>
                <p14:cNvContentPartPr/>
                <p14:nvPr/>
              </p14:nvContentPartPr>
              <p14:xfrm>
                <a:off x="1245600" y="6030000"/>
                <a:ext cx="16200" cy="108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5C1ABCFF-6288-8BD3-575A-B0CB92CEA04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236960" y="6021360"/>
                  <a:ext cx="33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B4397BF0-A261-6BB1-4D18-C75A511F7328}"/>
                    </a:ext>
                  </a:extLst>
                </p14:cNvPr>
                <p14:cNvContentPartPr/>
                <p14:nvPr/>
              </p14:nvContentPartPr>
              <p14:xfrm>
                <a:off x="1253520" y="6046200"/>
                <a:ext cx="23760" cy="795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B4397BF0-A261-6BB1-4D18-C75A511F732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244880" y="6037560"/>
                  <a:ext cx="414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34C80513-A568-2D10-6F3E-B5293FDB147D}"/>
                    </a:ext>
                  </a:extLst>
                </p14:cNvPr>
                <p14:cNvContentPartPr/>
                <p14:nvPr/>
              </p14:nvContentPartPr>
              <p14:xfrm>
                <a:off x="1302840" y="6015960"/>
                <a:ext cx="6480" cy="720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34C80513-A568-2D10-6F3E-B5293FDB147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293840" y="6006960"/>
                  <a:ext cx="24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0F44F2F-E385-6D43-AEC2-1D1EDB4FDB83}"/>
                    </a:ext>
                  </a:extLst>
                </p14:cNvPr>
                <p14:cNvContentPartPr/>
                <p14:nvPr/>
              </p14:nvContentPartPr>
              <p14:xfrm>
                <a:off x="1332360" y="6012000"/>
                <a:ext cx="50400" cy="630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0F44F2F-E385-6D43-AEC2-1D1EDB4FDB8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323360" y="6003000"/>
                  <a:ext cx="6804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077D3D87-685B-B662-7886-ADA5078FB52A}"/>
              </a:ext>
            </a:extLst>
          </p:cNvPr>
          <p:cNvGrpSpPr/>
          <p:nvPr/>
        </p:nvGrpSpPr>
        <p:grpSpPr>
          <a:xfrm>
            <a:off x="1473840" y="5842440"/>
            <a:ext cx="235440" cy="120600"/>
            <a:chOff x="1473840" y="5842440"/>
            <a:chExt cx="235440" cy="1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DA43F1B-B2E0-6022-D90F-0C473A9CC080}"/>
                    </a:ext>
                  </a:extLst>
                </p14:cNvPr>
                <p14:cNvContentPartPr/>
                <p14:nvPr/>
              </p14:nvContentPartPr>
              <p14:xfrm>
                <a:off x="1473840" y="5851440"/>
                <a:ext cx="10080" cy="946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DA43F1B-B2E0-6022-D90F-0C473A9CC08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465200" y="5842800"/>
                  <a:ext cx="27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D7034BB6-EA65-701C-AF7A-8D201F79D0E1}"/>
                    </a:ext>
                  </a:extLst>
                </p14:cNvPr>
                <p14:cNvContentPartPr/>
                <p14:nvPr/>
              </p14:nvContentPartPr>
              <p14:xfrm>
                <a:off x="1529640" y="5851800"/>
                <a:ext cx="10080" cy="331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D7034BB6-EA65-701C-AF7A-8D201F79D0E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520640" y="5842800"/>
                  <a:ext cx="277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2CBD230-1DD1-72C5-67E1-8F49FCDD5B20}"/>
                    </a:ext>
                  </a:extLst>
                </p14:cNvPr>
                <p14:cNvContentPartPr/>
                <p14:nvPr/>
              </p14:nvContentPartPr>
              <p14:xfrm>
                <a:off x="1510560" y="5842440"/>
                <a:ext cx="21960" cy="4608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2CBD230-1DD1-72C5-67E1-8F49FCDD5B2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501920" y="5833800"/>
                  <a:ext cx="39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1F1D564B-01AE-0E62-ECB8-EB21A3E0566E}"/>
                    </a:ext>
                  </a:extLst>
                </p14:cNvPr>
                <p14:cNvContentPartPr/>
                <p14:nvPr/>
              </p14:nvContentPartPr>
              <p14:xfrm>
                <a:off x="1524960" y="5882400"/>
                <a:ext cx="22680" cy="374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1F1D564B-01AE-0E62-ECB8-EB21A3E0566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516320" y="5873760"/>
                  <a:ext cx="403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D8A9B4A-1FDC-4115-C2E3-8AE03E799D0D}"/>
                    </a:ext>
                  </a:extLst>
                </p14:cNvPr>
                <p14:cNvContentPartPr/>
                <p14:nvPr/>
              </p14:nvContentPartPr>
              <p14:xfrm>
                <a:off x="1582920" y="5854680"/>
                <a:ext cx="41400" cy="457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D8A9B4A-1FDC-4115-C2E3-8AE03E799D0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573920" y="5846040"/>
                  <a:ext cx="590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40AC044F-3A31-3129-8966-B479401AFE43}"/>
                    </a:ext>
                  </a:extLst>
                </p14:cNvPr>
                <p14:cNvContentPartPr/>
                <p14:nvPr/>
              </p14:nvContentPartPr>
              <p14:xfrm>
                <a:off x="1646640" y="5857560"/>
                <a:ext cx="39600" cy="1054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40AC044F-3A31-3129-8966-B479401AFE4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638000" y="5848920"/>
                  <a:ext cx="57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6EB4A1D-245C-702D-F748-9F574C0D223D}"/>
                    </a:ext>
                  </a:extLst>
                </p14:cNvPr>
                <p14:cNvContentPartPr/>
                <p14:nvPr/>
              </p14:nvContentPartPr>
              <p14:xfrm>
                <a:off x="1689480" y="5889960"/>
                <a:ext cx="19800" cy="475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6EB4A1D-245C-702D-F748-9F574C0D223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680480" y="5881320"/>
                  <a:ext cx="3744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0FACCBFC-B915-88A7-3606-BFC0EF41623E}"/>
                  </a:ext>
                </a:extLst>
              </p14:cNvPr>
              <p14:cNvContentPartPr/>
              <p14:nvPr/>
            </p14:nvContentPartPr>
            <p14:xfrm>
              <a:off x="4498440" y="7223280"/>
              <a:ext cx="213840" cy="23220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0FACCBFC-B915-88A7-3606-BFC0EF41623E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4489800" y="7214640"/>
                <a:ext cx="231480" cy="24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3" name="Group 372">
            <a:extLst>
              <a:ext uri="{FF2B5EF4-FFF2-40B4-BE49-F238E27FC236}">
                <a16:creationId xmlns:a16="http://schemas.microsoft.com/office/drawing/2014/main" id="{B3A99034-025E-7648-A5B8-CF4BD3D05677}"/>
              </a:ext>
            </a:extLst>
          </p:cNvPr>
          <p:cNvGrpSpPr/>
          <p:nvPr/>
        </p:nvGrpSpPr>
        <p:grpSpPr>
          <a:xfrm>
            <a:off x="4692120" y="7119960"/>
            <a:ext cx="1080720" cy="377640"/>
            <a:chOff x="4692120" y="7119960"/>
            <a:chExt cx="108072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274FD66-2B8E-CC44-D983-E224653F7528}"/>
                    </a:ext>
                  </a:extLst>
                </p14:cNvPr>
                <p14:cNvContentPartPr/>
                <p14:nvPr/>
              </p14:nvContentPartPr>
              <p14:xfrm>
                <a:off x="5755200" y="7223640"/>
                <a:ext cx="17640" cy="1047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274FD66-2B8E-CC44-D983-E224653F752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746560" y="7214640"/>
                  <a:ext cx="35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98075EED-69F2-BB4A-A3B9-6321F38F2A32}"/>
                    </a:ext>
                  </a:extLst>
                </p14:cNvPr>
                <p14:cNvContentPartPr/>
                <p14:nvPr/>
              </p14:nvContentPartPr>
              <p14:xfrm>
                <a:off x="5615880" y="7204560"/>
                <a:ext cx="78120" cy="1515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98075EED-69F2-BB4A-A3B9-6321F38F2A3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606880" y="7195560"/>
                  <a:ext cx="95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0E0525AB-CD51-CE68-7C16-1552A342AA78}"/>
                    </a:ext>
                  </a:extLst>
                </p14:cNvPr>
                <p14:cNvContentPartPr/>
                <p14:nvPr/>
              </p14:nvContentPartPr>
              <p14:xfrm>
                <a:off x="5461440" y="7119960"/>
                <a:ext cx="73800" cy="2494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0E0525AB-CD51-CE68-7C16-1552A342AA7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452440" y="7110960"/>
                  <a:ext cx="91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14DDDC09-7650-6103-F0C3-37851ECBE71A}"/>
                    </a:ext>
                  </a:extLst>
                </p14:cNvPr>
                <p14:cNvContentPartPr/>
                <p14:nvPr/>
              </p14:nvContentPartPr>
              <p14:xfrm>
                <a:off x="5285040" y="7125000"/>
                <a:ext cx="159120" cy="3124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14DDDC09-7650-6103-F0C3-37851ECBE71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276040" y="7116000"/>
                  <a:ext cx="1767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7753E2F-150E-A27B-5275-7CD29DC75833}"/>
                    </a:ext>
                  </a:extLst>
                </p14:cNvPr>
                <p14:cNvContentPartPr/>
                <p14:nvPr/>
              </p14:nvContentPartPr>
              <p14:xfrm>
                <a:off x="5052120" y="7199160"/>
                <a:ext cx="214920" cy="29844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7753E2F-150E-A27B-5275-7CD29DC7583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043480" y="7190520"/>
                  <a:ext cx="2325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7CD54827-E3CE-DA42-4F5C-CF0231242925}"/>
                    </a:ext>
                  </a:extLst>
                </p14:cNvPr>
                <p14:cNvContentPartPr/>
                <p14:nvPr/>
              </p14:nvContentPartPr>
              <p14:xfrm>
                <a:off x="4778160" y="7184040"/>
                <a:ext cx="263160" cy="3020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7CD54827-E3CE-DA42-4F5C-CF023124292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769520" y="7175400"/>
                  <a:ext cx="2808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1395DDDB-E721-FD7A-8CD9-6E9F7A1408C3}"/>
                    </a:ext>
                  </a:extLst>
                </p14:cNvPr>
                <p14:cNvContentPartPr/>
                <p14:nvPr/>
              </p14:nvContentPartPr>
              <p14:xfrm>
                <a:off x="4692120" y="7199160"/>
                <a:ext cx="136080" cy="2260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1395DDDB-E721-FD7A-8CD9-6E9F7A1408C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683120" y="7190520"/>
                  <a:ext cx="15372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40E4E75-A13B-AF77-4BA4-D87DC4422DE5}"/>
              </a:ext>
            </a:extLst>
          </p:cNvPr>
          <p:cNvGrpSpPr/>
          <p:nvPr/>
        </p:nvGrpSpPr>
        <p:grpSpPr>
          <a:xfrm>
            <a:off x="6953130" y="5958660"/>
            <a:ext cx="2747520" cy="1478520"/>
            <a:chOff x="6953130" y="5958660"/>
            <a:chExt cx="2747520" cy="147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9BE4DDC-92E6-DB9B-00C6-09B550607235}"/>
                    </a:ext>
                  </a:extLst>
                </p14:cNvPr>
                <p14:cNvContentPartPr/>
                <p14:nvPr/>
              </p14:nvContentPartPr>
              <p14:xfrm>
                <a:off x="7267770" y="5958660"/>
                <a:ext cx="51480" cy="14785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9BE4DDC-92E6-DB9B-00C6-09B55060723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258770" y="5949660"/>
                  <a:ext cx="69120" cy="14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4B683090-DBB6-F741-A302-7DF1377CB848}"/>
                    </a:ext>
                  </a:extLst>
                </p14:cNvPr>
                <p14:cNvContentPartPr/>
                <p14:nvPr/>
              </p14:nvContentPartPr>
              <p14:xfrm>
                <a:off x="6953130" y="7314780"/>
                <a:ext cx="2747520" cy="316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4B683090-DBB6-F741-A302-7DF1377CB84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944130" y="7305780"/>
                  <a:ext cx="276516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F112DFEE-5CAB-20E7-3390-127FE503E09B}"/>
                  </a:ext>
                </a:extLst>
              </p14:cNvPr>
              <p14:cNvContentPartPr/>
              <p14:nvPr/>
            </p14:nvContentPartPr>
            <p14:xfrm>
              <a:off x="7288290" y="5994660"/>
              <a:ext cx="2325960" cy="58464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F112DFEE-5CAB-20E7-3390-127FE503E09B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7279650" y="5986020"/>
                <a:ext cx="2343600" cy="60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" name="Group 409">
            <a:extLst>
              <a:ext uri="{FF2B5EF4-FFF2-40B4-BE49-F238E27FC236}">
                <a16:creationId xmlns:a16="http://schemas.microsoft.com/office/drawing/2014/main" id="{2054EF04-8E7C-1566-FEE0-A1DC1F7AA5AE}"/>
              </a:ext>
            </a:extLst>
          </p:cNvPr>
          <p:cNvGrpSpPr/>
          <p:nvPr/>
        </p:nvGrpSpPr>
        <p:grpSpPr>
          <a:xfrm>
            <a:off x="7776090" y="6690180"/>
            <a:ext cx="1840320" cy="455760"/>
            <a:chOff x="7776090" y="6690180"/>
            <a:chExt cx="1840320" cy="45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5D2E18DE-18E0-4938-BECE-C290263904A3}"/>
                    </a:ext>
                  </a:extLst>
                </p14:cNvPr>
                <p14:cNvContentPartPr/>
                <p14:nvPr/>
              </p14:nvContentPartPr>
              <p14:xfrm>
                <a:off x="7776090" y="6850380"/>
                <a:ext cx="49680" cy="1695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5D2E18DE-18E0-4938-BECE-C290263904A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767450" y="6841380"/>
                  <a:ext cx="67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015B9FD7-14B6-1076-0709-FC77927C396A}"/>
                    </a:ext>
                  </a:extLst>
                </p14:cNvPr>
                <p14:cNvContentPartPr/>
                <p14:nvPr/>
              </p14:nvContentPartPr>
              <p14:xfrm>
                <a:off x="7821810" y="6850380"/>
                <a:ext cx="49320" cy="1728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015B9FD7-14B6-1076-0709-FC77927C396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812810" y="6841380"/>
                  <a:ext cx="66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3BF5512B-5CA3-A8D5-C381-593614E34A5B}"/>
                    </a:ext>
                  </a:extLst>
                </p14:cNvPr>
                <p14:cNvContentPartPr/>
                <p14:nvPr/>
              </p14:nvContentPartPr>
              <p14:xfrm>
                <a:off x="7791210" y="6940740"/>
                <a:ext cx="119880" cy="277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3BF5512B-5CA3-A8D5-C381-593614E34A5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782570" y="6932100"/>
                  <a:ext cx="137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A0D62BF9-C181-736E-2F8A-269A4B072128}"/>
                    </a:ext>
                  </a:extLst>
                </p14:cNvPr>
                <p14:cNvContentPartPr/>
                <p14:nvPr/>
              </p14:nvContentPartPr>
              <p14:xfrm>
                <a:off x="7924770" y="6914820"/>
                <a:ext cx="64800" cy="885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A0D62BF9-C181-736E-2F8A-269A4B07212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915770" y="6906180"/>
                  <a:ext cx="82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120B162-009A-55BD-B0E9-95B28DD6C532}"/>
                    </a:ext>
                  </a:extLst>
                </p14:cNvPr>
                <p14:cNvContentPartPr/>
                <p14:nvPr/>
              </p14:nvContentPartPr>
              <p14:xfrm>
                <a:off x="8015130" y="6896100"/>
                <a:ext cx="67320" cy="8532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120B162-009A-55BD-B0E9-95B28DD6C53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006490" y="6887100"/>
                  <a:ext cx="84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1A57F0E0-34BE-06D2-6F2F-100C008F3E9F}"/>
                    </a:ext>
                  </a:extLst>
                </p14:cNvPr>
                <p14:cNvContentPartPr/>
                <p14:nvPr/>
              </p14:nvContentPartPr>
              <p14:xfrm>
                <a:off x="8113410" y="6883500"/>
                <a:ext cx="119520" cy="903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1A57F0E0-34BE-06D2-6F2F-100C008F3E9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104770" y="6874860"/>
                  <a:ext cx="1371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CAD6626-79CB-DD35-AD2B-09085C767369}"/>
                    </a:ext>
                  </a:extLst>
                </p14:cNvPr>
                <p14:cNvContentPartPr/>
                <p14:nvPr/>
              </p14:nvContentPartPr>
              <p14:xfrm>
                <a:off x="8330490" y="6865860"/>
                <a:ext cx="56880" cy="1033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CAD6626-79CB-DD35-AD2B-09085C76736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321490" y="6857220"/>
                  <a:ext cx="74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142C3A8D-E4D9-2D48-6513-EEDF94E81798}"/>
                    </a:ext>
                  </a:extLst>
                </p14:cNvPr>
                <p14:cNvContentPartPr/>
                <p14:nvPr/>
              </p14:nvContentPartPr>
              <p14:xfrm>
                <a:off x="8412210" y="6808260"/>
                <a:ext cx="152640" cy="1818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142C3A8D-E4D9-2D48-6513-EEDF94E81798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403570" y="6799620"/>
                  <a:ext cx="170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0F81D9E-0B9D-20CC-49F7-2617DFFDDA04}"/>
                    </a:ext>
                  </a:extLst>
                </p14:cNvPr>
                <p14:cNvContentPartPr/>
                <p14:nvPr/>
              </p14:nvContentPartPr>
              <p14:xfrm>
                <a:off x="8555130" y="6838500"/>
                <a:ext cx="186480" cy="1094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0F81D9E-0B9D-20CC-49F7-2617DFFDDA0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546490" y="6829500"/>
                  <a:ext cx="204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589C99A1-120D-C0CA-7B42-880789D1EE15}"/>
                    </a:ext>
                  </a:extLst>
                </p14:cNvPr>
                <p14:cNvContentPartPr/>
                <p14:nvPr/>
              </p14:nvContentPartPr>
              <p14:xfrm>
                <a:off x="8789130" y="6743460"/>
                <a:ext cx="43200" cy="1587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589C99A1-120D-C0CA-7B42-880789D1EE1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780130" y="6734820"/>
                  <a:ext cx="60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13EA26A1-75FF-B86C-FCAA-10DFD0154325}"/>
                    </a:ext>
                  </a:extLst>
                </p14:cNvPr>
                <p14:cNvContentPartPr/>
                <p14:nvPr/>
              </p14:nvContentPartPr>
              <p14:xfrm>
                <a:off x="8770410" y="6793140"/>
                <a:ext cx="56880" cy="792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13EA26A1-75FF-B86C-FCAA-10DFD0154325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761770" y="6784140"/>
                  <a:ext cx="74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FF305601-1188-0960-867D-AD3F67B731D7}"/>
                    </a:ext>
                  </a:extLst>
                </p14:cNvPr>
                <p14:cNvContentPartPr/>
                <p14:nvPr/>
              </p14:nvContentPartPr>
              <p14:xfrm>
                <a:off x="8860050" y="6690180"/>
                <a:ext cx="135720" cy="4467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FF305601-1188-0960-867D-AD3F67B731D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851050" y="6681180"/>
                  <a:ext cx="1533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518F1B1-F74A-9B02-B049-93A00DF81CE1}"/>
                    </a:ext>
                  </a:extLst>
                </p14:cNvPr>
                <p14:cNvContentPartPr/>
                <p14:nvPr/>
              </p14:nvContentPartPr>
              <p14:xfrm>
                <a:off x="9017730" y="6838860"/>
                <a:ext cx="15840" cy="1551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518F1B1-F74A-9B02-B049-93A00DF81CE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008730" y="6829860"/>
                  <a:ext cx="334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94375AD7-4B77-713C-BCA0-45BD85844A43}"/>
                    </a:ext>
                  </a:extLst>
                </p14:cNvPr>
                <p14:cNvContentPartPr/>
                <p14:nvPr/>
              </p14:nvContentPartPr>
              <p14:xfrm>
                <a:off x="9075330" y="6838860"/>
                <a:ext cx="4320" cy="1429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94375AD7-4B77-713C-BCA0-45BD85844A4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066330" y="6829860"/>
                  <a:ext cx="21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D61375BD-5054-29C7-3A56-0F68B332413A}"/>
                    </a:ext>
                  </a:extLst>
                </p14:cNvPr>
                <p14:cNvContentPartPr/>
                <p14:nvPr/>
              </p14:nvContentPartPr>
              <p14:xfrm>
                <a:off x="9048690" y="6921300"/>
                <a:ext cx="15480" cy="90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D61375BD-5054-29C7-3A56-0F68B332413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039690" y="6912660"/>
                  <a:ext cx="33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7A76ED59-E5E9-AFF8-46B0-E43857342B8D}"/>
                    </a:ext>
                  </a:extLst>
                </p14:cNvPr>
                <p14:cNvContentPartPr/>
                <p14:nvPr/>
              </p14:nvContentPartPr>
              <p14:xfrm>
                <a:off x="9136170" y="6889980"/>
                <a:ext cx="20880" cy="100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7A76ED59-E5E9-AFF8-46B0-E43857342B8D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127530" y="6881340"/>
                  <a:ext cx="38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780FFCE9-C426-EF42-4ACF-25C757C07EAB}"/>
                    </a:ext>
                  </a:extLst>
                </p14:cNvPr>
                <p14:cNvContentPartPr/>
                <p14:nvPr/>
              </p14:nvContentPartPr>
              <p14:xfrm>
                <a:off x="9196290" y="6819780"/>
                <a:ext cx="8640" cy="1346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780FFCE9-C426-EF42-4ACF-25C757C07EA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187650" y="6810780"/>
                  <a:ext cx="262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96B2F25B-4C94-72CB-5E36-D92AD5EDFC3A}"/>
                    </a:ext>
                  </a:extLst>
                </p14:cNvPr>
                <p14:cNvContentPartPr/>
                <p14:nvPr/>
              </p14:nvContentPartPr>
              <p14:xfrm>
                <a:off x="9203850" y="6818700"/>
                <a:ext cx="74160" cy="13104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96B2F25B-4C94-72CB-5E36-D92AD5EDFC3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195210" y="6810060"/>
                  <a:ext cx="91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4C74BD11-A6F8-83F8-480F-E48DF0A0B8CE}"/>
                    </a:ext>
                  </a:extLst>
                </p14:cNvPr>
                <p14:cNvContentPartPr/>
                <p14:nvPr/>
              </p14:nvContentPartPr>
              <p14:xfrm>
                <a:off x="9309690" y="6770460"/>
                <a:ext cx="222840" cy="1580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4C74BD11-A6F8-83F8-480F-E48DF0A0B8C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301050" y="6761820"/>
                  <a:ext cx="240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F595B006-B46A-3A30-A599-5173524106A1}"/>
                    </a:ext>
                  </a:extLst>
                </p14:cNvPr>
                <p14:cNvContentPartPr/>
                <p14:nvPr/>
              </p14:nvContentPartPr>
              <p14:xfrm>
                <a:off x="9204930" y="7074660"/>
                <a:ext cx="95760" cy="712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F595B006-B46A-3A30-A599-5173524106A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195930" y="7066020"/>
                  <a:ext cx="113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8C84894E-1AC4-D9D0-DF01-C48725DB9279}"/>
                    </a:ext>
                  </a:extLst>
                </p14:cNvPr>
                <p14:cNvContentPartPr/>
                <p14:nvPr/>
              </p14:nvContentPartPr>
              <p14:xfrm>
                <a:off x="9292410" y="7025340"/>
                <a:ext cx="151200" cy="903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8C84894E-1AC4-D9D0-DF01-C48725DB927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283410" y="7016700"/>
                  <a:ext cx="168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B074CCDA-5F14-FA44-1B76-7C183488ECCD}"/>
                    </a:ext>
                  </a:extLst>
                </p14:cNvPr>
                <p14:cNvContentPartPr/>
                <p14:nvPr/>
              </p14:nvContentPartPr>
              <p14:xfrm>
                <a:off x="9439290" y="6992940"/>
                <a:ext cx="105120" cy="903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B074CCDA-5F14-FA44-1B76-7C183488ECC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430650" y="6983940"/>
                  <a:ext cx="122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A34769F1-3809-2CA3-C644-1084132FA677}"/>
                    </a:ext>
                  </a:extLst>
                </p14:cNvPr>
                <p14:cNvContentPartPr/>
                <p14:nvPr/>
              </p14:nvContentPartPr>
              <p14:xfrm>
                <a:off x="9566730" y="6903660"/>
                <a:ext cx="49680" cy="1126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A34769F1-3809-2CA3-C644-1084132FA67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557730" y="6894660"/>
                  <a:ext cx="67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445191F-CE9E-3579-7BFF-1063B1607D54}"/>
                    </a:ext>
                  </a:extLst>
                </p14:cNvPr>
                <p14:cNvContentPartPr/>
                <p14:nvPr/>
              </p14:nvContentPartPr>
              <p14:xfrm>
                <a:off x="9551610" y="6916980"/>
                <a:ext cx="56160" cy="3636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445191F-CE9E-3579-7BFF-1063B1607D54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542610" y="6907980"/>
                  <a:ext cx="7380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6D4B2F2E-AFE5-2D2B-DBE8-3A813C63C6D8}"/>
              </a:ext>
            </a:extLst>
          </p:cNvPr>
          <p:cNvGrpSpPr/>
          <p:nvPr/>
        </p:nvGrpSpPr>
        <p:grpSpPr>
          <a:xfrm>
            <a:off x="8113656" y="5909640"/>
            <a:ext cx="127440" cy="100440"/>
            <a:chOff x="8113656" y="5909640"/>
            <a:chExt cx="127440" cy="10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215AB9FC-0D52-D400-DCCC-F0BBD06B0741}"/>
                    </a:ext>
                  </a:extLst>
                </p14:cNvPr>
                <p14:cNvContentPartPr/>
                <p14:nvPr/>
              </p14:nvContentPartPr>
              <p14:xfrm>
                <a:off x="8113656" y="5963640"/>
                <a:ext cx="67680" cy="4644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215AB9FC-0D52-D400-DCCC-F0BBD06B074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104656" y="5954640"/>
                  <a:ext cx="85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DB1ECE86-A25D-FE9B-4B07-E5230A944A87}"/>
                    </a:ext>
                  </a:extLst>
                </p14:cNvPr>
                <p14:cNvContentPartPr/>
                <p14:nvPr/>
              </p14:nvContentPartPr>
              <p14:xfrm>
                <a:off x="8192856" y="5909640"/>
                <a:ext cx="38160" cy="5760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DB1ECE86-A25D-FE9B-4B07-E5230A944A87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83856" y="5901000"/>
                  <a:ext cx="55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DE3C773-37DE-4E61-68FC-1A75DB11C14C}"/>
                    </a:ext>
                  </a:extLst>
                </p14:cNvPr>
                <p14:cNvContentPartPr/>
                <p14:nvPr/>
              </p14:nvContentPartPr>
              <p14:xfrm>
                <a:off x="8211216" y="5916840"/>
                <a:ext cx="29880" cy="270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DE3C773-37DE-4E61-68FC-1A75DB11C14C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202216" y="5907840"/>
                  <a:ext cx="4752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6E3229C9-7C8C-DCFA-0917-55A0A1F4CABA}"/>
              </a:ext>
            </a:extLst>
          </p:cNvPr>
          <p:cNvGrpSpPr/>
          <p:nvPr/>
        </p:nvGrpSpPr>
        <p:grpSpPr>
          <a:xfrm>
            <a:off x="8663376" y="5917920"/>
            <a:ext cx="140760" cy="109800"/>
            <a:chOff x="8663376" y="5917920"/>
            <a:chExt cx="140760" cy="10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60B664C-F641-1E61-81AC-6975E91C914A}"/>
                    </a:ext>
                  </a:extLst>
                </p14:cNvPr>
                <p14:cNvContentPartPr/>
                <p14:nvPr/>
              </p14:nvContentPartPr>
              <p14:xfrm>
                <a:off x="8663376" y="5936280"/>
                <a:ext cx="42480" cy="4392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60B664C-F641-1E61-81AC-6975E91C914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654736" y="5927280"/>
                  <a:ext cx="601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8FD21878-1C64-A63F-2509-2D8C9A0EB569}"/>
                    </a:ext>
                  </a:extLst>
                </p14:cNvPr>
                <p14:cNvContentPartPr/>
                <p14:nvPr/>
              </p14:nvContentPartPr>
              <p14:xfrm>
                <a:off x="8698296" y="5977680"/>
                <a:ext cx="25560" cy="5004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8FD21878-1C64-A63F-2509-2D8C9A0EB56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689296" y="5969040"/>
                  <a:ext cx="43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DE95FA2E-3CF0-3282-8BE5-D03A48F4E90D}"/>
                    </a:ext>
                  </a:extLst>
                </p14:cNvPr>
                <p14:cNvContentPartPr/>
                <p14:nvPr/>
              </p14:nvContentPartPr>
              <p14:xfrm>
                <a:off x="8723136" y="5917920"/>
                <a:ext cx="81000" cy="810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DE95FA2E-3CF0-3282-8BE5-D03A48F4E90D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714496" y="5908920"/>
                  <a:ext cx="9864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58CD947A-F710-C690-6832-EF10A904242F}"/>
              </a:ext>
            </a:extLst>
          </p:cNvPr>
          <p:cNvGrpSpPr/>
          <p:nvPr/>
        </p:nvGrpSpPr>
        <p:grpSpPr>
          <a:xfrm>
            <a:off x="9326856" y="5958600"/>
            <a:ext cx="115920" cy="106560"/>
            <a:chOff x="9326856" y="5958600"/>
            <a:chExt cx="115920" cy="10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3050D319-AE5C-A0AC-5E72-77AA033A40AA}"/>
                    </a:ext>
                  </a:extLst>
                </p14:cNvPr>
                <p14:cNvContentPartPr/>
                <p14:nvPr/>
              </p14:nvContentPartPr>
              <p14:xfrm>
                <a:off x="9332976" y="5982000"/>
                <a:ext cx="25560" cy="831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3050D319-AE5C-A0AC-5E72-77AA033A40A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323976" y="5973360"/>
                  <a:ext cx="43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45E64CB9-9B8F-5E01-5ADF-733F97A64B09}"/>
                    </a:ext>
                  </a:extLst>
                </p14:cNvPr>
                <p14:cNvContentPartPr/>
                <p14:nvPr/>
              </p14:nvContentPartPr>
              <p14:xfrm>
                <a:off x="9326856" y="6011880"/>
                <a:ext cx="37800" cy="4176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45E64CB9-9B8F-5E01-5ADF-733F97A64B09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317856" y="6003240"/>
                  <a:ext cx="55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EBDDD5CD-FD0E-2F5A-8E4C-9B45D4A71F8A}"/>
                    </a:ext>
                  </a:extLst>
                </p14:cNvPr>
                <p14:cNvContentPartPr/>
                <p14:nvPr/>
              </p14:nvContentPartPr>
              <p14:xfrm>
                <a:off x="9402456" y="5958600"/>
                <a:ext cx="40320" cy="7776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EBDDD5CD-FD0E-2F5A-8E4C-9B45D4A71F8A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393816" y="5949960"/>
                  <a:ext cx="57960" cy="954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6BA40251-70DF-539A-F750-CD74A3E5F111}"/>
              </a:ext>
            </a:extLst>
          </p:cNvPr>
          <p:cNvCxnSpPr>
            <a:cxnSpLocks/>
          </p:cNvCxnSpPr>
          <p:nvPr/>
        </p:nvCxnSpPr>
        <p:spPr>
          <a:xfrm>
            <a:off x="10507755" y="5912712"/>
            <a:ext cx="0" cy="17581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Flowchart: Connector 428">
            <a:extLst>
              <a:ext uri="{FF2B5EF4-FFF2-40B4-BE49-F238E27FC236}">
                <a16:creationId xmlns:a16="http://schemas.microsoft.com/office/drawing/2014/main" id="{42CE43EA-A777-74C3-A139-235BCA8CA1BB}"/>
              </a:ext>
            </a:extLst>
          </p:cNvPr>
          <p:cNvSpPr/>
          <p:nvPr/>
        </p:nvSpPr>
        <p:spPr>
          <a:xfrm>
            <a:off x="10816611" y="6165440"/>
            <a:ext cx="623549" cy="605020"/>
          </a:xfrm>
          <a:prstGeom prst="flowChartConnector">
            <a:avLst/>
          </a:prstGeom>
          <a:solidFill>
            <a:srgbClr val="DCE6F2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1" name="Flowchart: Connector 430">
            <a:extLst>
              <a:ext uri="{FF2B5EF4-FFF2-40B4-BE49-F238E27FC236}">
                <a16:creationId xmlns:a16="http://schemas.microsoft.com/office/drawing/2014/main" id="{7D09AEC4-DB52-0A81-C9C2-A94CD5A70E68}"/>
              </a:ext>
            </a:extLst>
          </p:cNvPr>
          <p:cNvSpPr/>
          <p:nvPr/>
        </p:nvSpPr>
        <p:spPr>
          <a:xfrm>
            <a:off x="11598444" y="6173876"/>
            <a:ext cx="439221" cy="428500"/>
          </a:xfrm>
          <a:prstGeom prst="flowChartConnector">
            <a:avLst/>
          </a:prstGeom>
          <a:solidFill>
            <a:srgbClr val="DCE6F2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3" name="Flowchart: Connector 432">
            <a:extLst>
              <a:ext uri="{FF2B5EF4-FFF2-40B4-BE49-F238E27FC236}">
                <a16:creationId xmlns:a16="http://schemas.microsoft.com/office/drawing/2014/main" id="{F44DC65C-B29D-73FC-95E5-661BFFF869A8}"/>
              </a:ext>
            </a:extLst>
          </p:cNvPr>
          <p:cNvSpPr/>
          <p:nvPr/>
        </p:nvSpPr>
        <p:spPr>
          <a:xfrm>
            <a:off x="11358513" y="6722456"/>
            <a:ext cx="355967" cy="360844"/>
          </a:xfrm>
          <a:prstGeom prst="flowChartConnector">
            <a:avLst/>
          </a:prstGeom>
          <a:solidFill>
            <a:srgbClr val="DCE6F2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5" name="Flowchart: Connector 434">
            <a:extLst>
              <a:ext uri="{FF2B5EF4-FFF2-40B4-BE49-F238E27FC236}">
                <a16:creationId xmlns:a16="http://schemas.microsoft.com/office/drawing/2014/main" id="{1A87E3FC-FA1E-1FA1-F6AA-60D38165B8AD}"/>
              </a:ext>
            </a:extLst>
          </p:cNvPr>
          <p:cNvSpPr/>
          <p:nvPr/>
        </p:nvSpPr>
        <p:spPr>
          <a:xfrm>
            <a:off x="12105640" y="6712176"/>
            <a:ext cx="629640" cy="601564"/>
          </a:xfrm>
          <a:prstGeom prst="flowChartConnector">
            <a:avLst/>
          </a:prstGeom>
          <a:solidFill>
            <a:srgbClr val="DCE6F2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8F4E9244-D0A3-7073-29A5-ABA863664826}"/>
              </a:ext>
            </a:extLst>
          </p:cNvPr>
          <p:cNvGrpSpPr/>
          <p:nvPr/>
        </p:nvGrpSpPr>
        <p:grpSpPr>
          <a:xfrm>
            <a:off x="10690305" y="7195155"/>
            <a:ext cx="828000" cy="173880"/>
            <a:chOff x="10690305" y="7195155"/>
            <a:chExt cx="828000" cy="1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B6953524-A7CE-6810-C424-1A23331F3E46}"/>
                    </a:ext>
                  </a:extLst>
                </p14:cNvPr>
                <p14:cNvContentPartPr/>
                <p14:nvPr/>
              </p14:nvContentPartPr>
              <p14:xfrm>
                <a:off x="10690305" y="7228995"/>
                <a:ext cx="56520" cy="11232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B6953524-A7CE-6810-C424-1A23331F3E4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681665" y="7219995"/>
                  <a:ext cx="74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802DB948-E000-C5EC-2C09-B3F761CAEB86}"/>
                    </a:ext>
                  </a:extLst>
                </p14:cNvPr>
                <p14:cNvContentPartPr/>
                <p14:nvPr/>
              </p14:nvContentPartPr>
              <p14:xfrm>
                <a:off x="10781385" y="7243755"/>
                <a:ext cx="61560" cy="745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802DB948-E000-C5EC-2C09-B3F761CAEB8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772385" y="7235115"/>
                  <a:ext cx="79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94AD14F2-992B-423E-48C9-AA1E9BB45278}"/>
                    </a:ext>
                  </a:extLst>
                </p14:cNvPr>
                <p14:cNvContentPartPr/>
                <p14:nvPr/>
              </p14:nvContentPartPr>
              <p14:xfrm>
                <a:off x="10797225" y="7238715"/>
                <a:ext cx="23400" cy="1080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94AD14F2-992B-423E-48C9-AA1E9BB4527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788225" y="7230075"/>
                  <a:ext cx="41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BB17EFD2-B62F-77A3-D6F6-396727DE7DF7}"/>
                    </a:ext>
                  </a:extLst>
                </p14:cNvPr>
                <p14:cNvContentPartPr/>
                <p14:nvPr/>
              </p14:nvContentPartPr>
              <p14:xfrm>
                <a:off x="10863825" y="7195155"/>
                <a:ext cx="121680" cy="1274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BB17EFD2-B62F-77A3-D6F6-396727DE7DF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854825" y="7186515"/>
                  <a:ext cx="139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FE07D646-5165-5C6E-ACF7-91C3F8F5E381}"/>
                    </a:ext>
                  </a:extLst>
                </p14:cNvPr>
                <p14:cNvContentPartPr/>
                <p14:nvPr/>
              </p14:nvContentPartPr>
              <p14:xfrm>
                <a:off x="10947705" y="7247715"/>
                <a:ext cx="40320" cy="68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FE07D646-5165-5C6E-ACF7-91C3F8F5E381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939065" y="7238715"/>
                  <a:ext cx="57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7097AEFC-2C5A-B709-79B6-3BDF90A91142}"/>
                    </a:ext>
                  </a:extLst>
                </p14:cNvPr>
                <p14:cNvContentPartPr/>
                <p14:nvPr/>
              </p14:nvContentPartPr>
              <p14:xfrm>
                <a:off x="11006745" y="7195155"/>
                <a:ext cx="55080" cy="11736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7097AEFC-2C5A-B709-79B6-3BDF90A91142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0998105" y="7186155"/>
                  <a:ext cx="727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24C08DB2-702D-D56C-4667-CCE98052BA3E}"/>
                    </a:ext>
                  </a:extLst>
                </p14:cNvPr>
                <p14:cNvContentPartPr/>
                <p14:nvPr/>
              </p14:nvContentPartPr>
              <p14:xfrm>
                <a:off x="11025825" y="7235115"/>
                <a:ext cx="25200" cy="324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24C08DB2-702D-D56C-4667-CCE98052BA3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1017185" y="7226115"/>
                  <a:ext cx="428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51FE4EB2-350A-1ABB-1643-DC5597DA1B5C}"/>
                    </a:ext>
                  </a:extLst>
                </p14:cNvPr>
                <p14:cNvContentPartPr/>
                <p14:nvPr/>
              </p14:nvContentPartPr>
              <p14:xfrm>
                <a:off x="11076945" y="7232595"/>
                <a:ext cx="117360" cy="644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51FE4EB2-350A-1ABB-1643-DC5597DA1B5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1067945" y="7223595"/>
                  <a:ext cx="135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007D86E7-717B-212C-3F04-6565E908DA83}"/>
                    </a:ext>
                  </a:extLst>
                </p14:cNvPr>
                <p14:cNvContentPartPr/>
                <p14:nvPr/>
              </p14:nvContentPartPr>
              <p14:xfrm>
                <a:off x="11262345" y="7250235"/>
                <a:ext cx="3960" cy="1188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007D86E7-717B-212C-3F04-6565E908DA83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1253345" y="7241595"/>
                  <a:ext cx="21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72474761-1BD6-4DBE-0A35-B3F6BE4D1A22}"/>
                    </a:ext>
                  </a:extLst>
                </p14:cNvPr>
                <p14:cNvContentPartPr/>
                <p14:nvPr/>
              </p14:nvContentPartPr>
              <p14:xfrm>
                <a:off x="11267385" y="7238355"/>
                <a:ext cx="47520" cy="561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72474761-1BD6-4DBE-0A35-B3F6BE4D1A2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1258745" y="7229715"/>
                  <a:ext cx="651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DACF3ADD-5A56-14DA-0557-95F0B9D92406}"/>
                    </a:ext>
                  </a:extLst>
                </p14:cNvPr>
                <p14:cNvContentPartPr/>
                <p14:nvPr/>
              </p14:nvContentPartPr>
              <p14:xfrm>
                <a:off x="11349825" y="7200555"/>
                <a:ext cx="5400" cy="7452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DACF3ADD-5A56-14DA-0557-95F0B9D92406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1340825" y="7191915"/>
                  <a:ext cx="23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1E659635-030B-2903-D44A-6380854EAFE2}"/>
                    </a:ext>
                  </a:extLst>
                </p14:cNvPr>
                <p14:cNvContentPartPr/>
                <p14:nvPr/>
              </p14:nvContentPartPr>
              <p14:xfrm>
                <a:off x="11391585" y="7235115"/>
                <a:ext cx="45720" cy="417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1E659635-030B-2903-D44A-6380854EAFE2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1382945" y="7226115"/>
                  <a:ext cx="63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DAF0558B-9B12-4861-64B4-0F041A70823D}"/>
                    </a:ext>
                  </a:extLst>
                </p14:cNvPr>
                <p14:cNvContentPartPr/>
                <p14:nvPr/>
              </p14:nvContentPartPr>
              <p14:xfrm>
                <a:off x="11460345" y="7212075"/>
                <a:ext cx="57960" cy="964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DAF0558B-9B12-4861-64B4-0F041A70823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1451345" y="7203435"/>
                  <a:ext cx="756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1E2D7E3C-3D1E-B21A-D8EE-D276C915ACD8}"/>
                    </a:ext>
                  </a:extLst>
                </p14:cNvPr>
                <p14:cNvContentPartPr/>
                <p14:nvPr/>
              </p14:nvContentPartPr>
              <p14:xfrm>
                <a:off x="11479425" y="7240875"/>
                <a:ext cx="28440" cy="1152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1E2D7E3C-3D1E-B21A-D8EE-D276C915ACD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1470425" y="7232235"/>
                  <a:ext cx="46080" cy="29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1824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4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AE3AD-1047-2AD7-B05D-B8CC4C443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A800DB-C506-72FE-6290-704487F4A5A7}"/>
              </a:ext>
            </a:extLst>
          </p:cNvPr>
          <p:cNvSpPr txBox="1"/>
          <p:nvPr/>
        </p:nvSpPr>
        <p:spPr>
          <a:xfrm>
            <a:off x="186783" y="104924"/>
            <a:ext cx="4513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Patient Flow Dashboard – Design Explanation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23AA17-A88E-B474-8888-8972F28A9DD0}"/>
              </a:ext>
            </a:extLst>
          </p:cNvPr>
          <p:cNvSpPr txBox="1"/>
          <p:nvPr/>
        </p:nvSpPr>
        <p:spPr>
          <a:xfrm>
            <a:off x="186783" y="473999"/>
            <a:ext cx="7223667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highlight>
                  <a:srgbClr val="FFFF00"/>
                </a:highlight>
              </a:rPr>
              <a:t>1. KPI Cards</a:t>
            </a:r>
          </a:p>
          <a:p>
            <a:r>
              <a:rPr lang="en-IN" sz="1600" b="1" dirty="0"/>
              <a:t>1. Total Movements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total number of patient movement events</a:t>
            </a:r>
            <a:r>
              <a:rPr lang="en-IN" sz="1600" dirty="0"/>
              <a:t> recorded, including admissions, transfers, and discharges. </a:t>
            </a:r>
          </a:p>
          <a:p>
            <a:pPr lvl="0"/>
            <a:r>
              <a:rPr lang="en-IN" sz="1600" dirty="0"/>
              <a:t>I am comparing the current value with the </a:t>
            </a:r>
            <a:r>
              <a:rPr lang="en-IN" sz="1600" b="1" dirty="0"/>
              <a:t>previous year's total movements</a:t>
            </a:r>
            <a:r>
              <a:rPr lang="en-IN" sz="1600" dirty="0"/>
              <a:t> and showing a small monthly trend line for the percentage difference. </a:t>
            </a:r>
          </a:p>
          <a:p>
            <a:r>
              <a:rPr lang="en-IN" sz="1600" b="1" dirty="0"/>
              <a:t>2. Average Time in Department (Hrs)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average time patients spend in a department</a:t>
            </a:r>
            <a:r>
              <a:rPr lang="en-IN" sz="1600" dirty="0"/>
              <a:t> before moving to another department or being discharged. </a:t>
            </a:r>
          </a:p>
          <a:p>
            <a:pPr lvl="0"/>
            <a:r>
              <a:rPr lang="en-IN" sz="1600" dirty="0"/>
              <a:t>I am comparing the current value with the </a:t>
            </a:r>
            <a:r>
              <a:rPr lang="en-IN" sz="1600" b="1" dirty="0"/>
              <a:t>previous year's average</a:t>
            </a:r>
            <a:r>
              <a:rPr lang="en-IN" sz="1600" dirty="0"/>
              <a:t> and showing the monthly percentage difference through the trend line. </a:t>
            </a:r>
          </a:p>
          <a:p>
            <a:r>
              <a:rPr lang="en-IN" sz="1600" b="1" dirty="0"/>
              <a:t>3. ICU Transfer Rate %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percentage of patient movements that involve an ICU transfer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ICU transfer rate with the </a:t>
            </a:r>
            <a:r>
              <a:rPr lang="en-IN" sz="1600" b="1" dirty="0"/>
              <a:t>previous year's rate</a:t>
            </a:r>
            <a:r>
              <a:rPr lang="en-IN" sz="1600" dirty="0"/>
              <a:t> and showing its monthly percentage difference. </a:t>
            </a:r>
          </a:p>
          <a:p>
            <a:r>
              <a:rPr lang="en-IN" sz="1600" b="1" dirty="0"/>
              <a:t>4. Average Ward Occupancy %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average ward occupancy percentage during patient movements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occupancy with the </a:t>
            </a:r>
            <a:r>
              <a:rPr lang="en-IN" sz="1600" b="1" dirty="0"/>
              <a:t>previous year's value</a:t>
            </a:r>
            <a:r>
              <a:rPr lang="en-IN" sz="1600" dirty="0"/>
              <a:t> and using the trend line to show the monthly percentage difference. </a:t>
            </a:r>
          </a:p>
          <a:p>
            <a:r>
              <a:rPr lang="en-IN" sz="1600" b="1" dirty="0"/>
              <a:t>5. Highest Movement Department-to-Department</a:t>
            </a:r>
          </a:p>
          <a:p>
            <a:pPr lvl="0"/>
            <a:r>
              <a:rPr lang="en-IN" sz="1600" dirty="0"/>
              <a:t>Here I am identifying the </a:t>
            </a:r>
            <a:r>
              <a:rPr lang="en-IN" sz="1600" b="1" dirty="0"/>
              <a:t>department-to-department transfer route with the highest number of movements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also planning to compare it with the </a:t>
            </a:r>
            <a:r>
              <a:rPr lang="en-IN" sz="1600" b="1" dirty="0"/>
              <a:t>previous year's highest movement route and its count</a:t>
            </a:r>
            <a:r>
              <a:rPr lang="en-IN" sz="1600" dirty="0"/>
              <a:t> to understand whether the major transfer pattern has changed. </a:t>
            </a:r>
          </a:p>
          <a:p>
            <a:r>
              <a:rPr lang="en-IN" sz="1600" b="1" dirty="0"/>
              <a:t>6. Unique Patients Count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number of unique patients involved in the movement records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unique-patient count with the </a:t>
            </a:r>
            <a:r>
              <a:rPr lang="en-IN" sz="1600" b="1" dirty="0"/>
              <a:t>previous year's value</a:t>
            </a:r>
            <a:r>
              <a:rPr lang="en-IN" sz="1600" dirty="0"/>
              <a:t> and showing the monthly percentage difference using the trend 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1D898-07DC-2547-1600-3376B32F2F69}"/>
              </a:ext>
            </a:extLst>
          </p:cNvPr>
          <p:cNvSpPr txBox="1"/>
          <p:nvPr/>
        </p:nvSpPr>
        <p:spPr>
          <a:xfrm>
            <a:off x="7882984" y="590758"/>
            <a:ext cx="64774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2. Main Trend Charts</a:t>
            </a:r>
          </a:p>
          <a:p>
            <a:r>
              <a:rPr lang="en-IN" b="1" dirty="0"/>
              <a:t>7. Movements Trend</a:t>
            </a:r>
          </a:p>
          <a:p>
            <a:pPr lvl="0"/>
            <a:r>
              <a:rPr lang="en-IN" dirty="0"/>
              <a:t>Here I am showing the </a:t>
            </a:r>
            <a:r>
              <a:rPr lang="en-IN" b="1" dirty="0"/>
              <a:t>monthly trend of total patient movements</a:t>
            </a:r>
            <a:r>
              <a:rPr lang="en-IN" dirty="0"/>
              <a:t> to understand how patient movement activity changes over time. </a:t>
            </a:r>
          </a:p>
          <a:p>
            <a:pPr lvl="0"/>
            <a:r>
              <a:rPr lang="en-IN" dirty="0"/>
              <a:t>This helps me identify </a:t>
            </a:r>
            <a:r>
              <a:rPr lang="en-IN" b="1" dirty="0"/>
              <a:t>high- and low-movement periods</a:t>
            </a:r>
            <a:r>
              <a:rPr lang="en-IN" dirty="0"/>
              <a:t> and observe the overall patient-flow pattern. </a:t>
            </a:r>
          </a:p>
          <a:p>
            <a:r>
              <a:rPr lang="en-IN" b="1" dirty="0"/>
              <a:t>8. Average Time in Department Trend</a:t>
            </a:r>
          </a:p>
          <a:p>
            <a:pPr lvl="0"/>
            <a:r>
              <a:rPr lang="en-IN" dirty="0"/>
              <a:t>Here I am showing the </a:t>
            </a:r>
            <a:r>
              <a:rPr lang="en-IN" b="1" dirty="0"/>
              <a:t>monthly trend of average time patients spend in departments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This helps me identify periods where patients are spending </a:t>
            </a:r>
            <a:r>
              <a:rPr lang="en-IN" b="1" dirty="0"/>
              <a:t>more or less time in departments</a:t>
            </a:r>
            <a:r>
              <a:rPr lang="en-IN" dirty="0"/>
              <a:t>, which can indicate changes in patient flow efficiency.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42B5B4-9005-B796-8309-C615209FA75D}"/>
              </a:ext>
            </a:extLst>
          </p:cNvPr>
          <p:cNvCxnSpPr>
            <a:cxnSpLocks/>
          </p:cNvCxnSpPr>
          <p:nvPr/>
        </p:nvCxnSpPr>
        <p:spPr>
          <a:xfrm>
            <a:off x="7605132" y="590758"/>
            <a:ext cx="83170" cy="739351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147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4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BB18A-2E8F-AD2E-73CF-BF1E0BE9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DABF32-61B6-9556-6161-469006C23956}"/>
              </a:ext>
            </a:extLst>
          </p:cNvPr>
          <p:cNvSpPr txBox="1"/>
          <p:nvPr/>
        </p:nvSpPr>
        <p:spPr>
          <a:xfrm>
            <a:off x="186783" y="104924"/>
            <a:ext cx="4513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Patient Flow Dashboard – Design Explanation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DBA653-1903-62E6-4F9A-3A8C6F252E59}"/>
              </a:ext>
            </a:extLst>
          </p:cNvPr>
          <p:cNvSpPr txBox="1"/>
          <p:nvPr/>
        </p:nvSpPr>
        <p:spPr>
          <a:xfrm>
            <a:off x="186784" y="473999"/>
            <a:ext cx="7050358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highlight>
                  <a:srgbClr val="FFFF00"/>
                </a:highlight>
              </a:rPr>
              <a:t>3. Patient Movement Analysis Charts</a:t>
            </a:r>
          </a:p>
          <a:p>
            <a:r>
              <a:rPr lang="en-IN" sz="1400" b="1" dirty="0"/>
              <a:t>9. Top Department-to-Department Transfer Flow</a:t>
            </a:r>
          </a:p>
          <a:p>
            <a:pPr lvl="0"/>
            <a:r>
              <a:rPr lang="en-IN" sz="1400" dirty="0"/>
              <a:t>Here I am showing the </a:t>
            </a:r>
            <a:r>
              <a:rPr lang="en-IN" sz="1400" b="1" dirty="0"/>
              <a:t>department-to-department transfer routes with the highest number of movements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This helps me identify the most common patient transfer paths and understand </a:t>
            </a:r>
            <a:r>
              <a:rPr lang="en-IN" sz="1400" b="1" dirty="0"/>
              <a:t>which departments have the highest movement interaction</a:t>
            </a:r>
            <a:r>
              <a:rPr lang="en-IN" sz="1400" dirty="0"/>
              <a:t>. </a:t>
            </a:r>
          </a:p>
          <a:p>
            <a:r>
              <a:rPr lang="en-IN" sz="1400" b="1" dirty="0"/>
              <a:t>10. Movements Approved by Staff</a:t>
            </a:r>
          </a:p>
          <a:p>
            <a:pPr lvl="0"/>
            <a:r>
              <a:rPr lang="en-IN" sz="1400" dirty="0"/>
              <a:t>Here I am showing the </a:t>
            </a:r>
            <a:r>
              <a:rPr lang="en-IN" sz="1400" b="1" dirty="0"/>
              <a:t>number of patient movements approved by different staff members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This helps me understand the distribution of movement approvals and identify </a:t>
            </a:r>
            <a:r>
              <a:rPr lang="en-IN" sz="1400" b="1" dirty="0"/>
              <a:t>staff members associated with a higher number of movement approvals</a:t>
            </a:r>
            <a:r>
              <a:rPr lang="en-IN" sz="1400" dirty="0"/>
              <a:t>. </a:t>
            </a:r>
          </a:p>
          <a:p>
            <a:r>
              <a:rPr lang="en-IN" sz="1400" b="1" dirty="0"/>
              <a:t>11. Hour of Day Peak Movements Count</a:t>
            </a:r>
          </a:p>
          <a:p>
            <a:pPr lvl="0"/>
            <a:r>
              <a:rPr lang="en-IN" sz="1400" dirty="0"/>
              <a:t>Here I am showing the </a:t>
            </a:r>
            <a:r>
              <a:rPr lang="en-IN" sz="1400" b="1" dirty="0"/>
              <a:t>number of patient movements by hour of the day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This helps me identify </a:t>
            </a:r>
            <a:r>
              <a:rPr lang="en-IN" sz="1400" b="1" dirty="0"/>
              <a:t>peak movement hours</a:t>
            </a:r>
            <a:r>
              <a:rPr lang="en-IN" sz="1400" dirty="0"/>
              <a:t>, which can be useful for understanding when patient-flow activity is highest and when additional staffing or resources may be required. </a:t>
            </a:r>
          </a:p>
          <a:p>
            <a:r>
              <a:rPr lang="en-IN" sz="1400" b="1" dirty="0"/>
              <a:t>12. Movement Type by Movements</a:t>
            </a:r>
          </a:p>
          <a:p>
            <a:pPr lvl="0"/>
            <a:r>
              <a:rPr lang="en-IN" sz="1400" dirty="0"/>
              <a:t>Here I am breaking down the total movements based on </a:t>
            </a:r>
            <a:r>
              <a:rPr lang="en-IN" sz="1400" b="1" dirty="0"/>
              <a:t>movement type</a:t>
            </a:r>
            <a:r>
              <a:rPr lang="en-IN" sz="1400" dirty="0"/>
              <a:t>, such as admission, ward transfer, ICU transfer, discharge, death, etc. </a:t>
            </a:r>
          </a:p>
          <a:p>
            <a:pPr lvl="0"/>
            <a:r>
              <a:rPr lang="en-IN" sz="1400" dirty="0"/>
              <a:t>I am using this chart to identify </a:t>
            </a:r>
            <a:r>
              <a:rPr lang="en-IN" sz="1400" b="1" dirty="0"/>
              <a:t>which type of movement contributes the highest number of events</a:t>
            </a:r>
            <a:r>
              <a:rPr lang="en-IN" sz="1400" dirty="0"/>
              <a:t> and understand the overall composition of patient movements. </a:t>
            </a:r>
          </a:p>
          <a:p>
            <a:r>
              <a:rPr lang="en-IN" sz="1400" b="1" dirty="0"/>
              <a:t>13. Admissions Trend / Shift-wise Movement Analysis</a:t>
            </a:r>
          </a:p>
          <a:p>
            <a:pPr lvl="0"/>
            <a:r>
              <a:rPr lang="en-IN" sz="1400" dirty="0"/>
              <a:t>Here I am planning to show patient-flow activity across different </a:t>
            </a:r>
            <a:r>
              <a:rPr lang="en-IN" sz="1400" b="1" dirty="0"/>
              <a:t>staffing shifts/types</a:t>
            </a:r>
            <a:r>
              <a:rPr lang="en-IN" sz="1400" dirty="0"/>
              <a:t> to understand how movement activity varies between shifts. </a:t>
            </a:r>
          </a:p>
          <a:p>
            <a:pPr lvl="0"/>
            <a:r>
              <a:rPr lang="en-IN" sz="1400" dirty="0"/>
              <a:t>This helps me identify which shifts experience </a:t>
            </a:r>
            <a:r>
              <a:rPr lang="en-IN" sz="1400" b="1" dirty="0"/>
              <a:t>higher patient-flow activity</a:t>
            </a:r>
            <a:r>
              <a:rPr lang="en-IN" sz="1400" dirty="0"/>
              <a:t> and can support better staffing and operational planning. </a:t>
            </a:r>
          </a:p>
          <a:p>
            <a:r>
              <a:rPr lang="en-IN" sz="1400" b="1" dirty="0"/>
              <a:t>14. Admissions vs Discharges / Movement Sequence Analysis</a:t>
            </a:r>
          </a:p>
          <a:p>
            <a:pPr lvl="0"/>
            <a:r>
              <a:rPr lang="en-IN" sz="1400" dirty="0"/>
              <a:t>Here I am using a </a:t>
            </a:r>
            <a:r>
              <a:rPr lang="en-IN" sz="1400" b="1" dirty="0"/>
              <a:t>scatter/bubble-style chart</a:t>
            </a:r>
            <a:r>
              <a:rPr lang="en-IN" sz="1400" dirty="0"/>
              <a:t> to compare movement sequence with the patient's </a:t>
            </a:r>
            <a:r>
              <a:rPr lang="en-IN" sz="1400" b="1" dirty="0"/>
              <a:t>length of stay</a:t>
            </a:r>
            <a:r>
              <a:rPr lang="en-IN" sz="1400" dirty="0"/>
              <a:t>, while representing the related movement/discharge information. </a:t>
            </a:r>
          </a:p>
          <a:p>
            <a:pPr lvl="0"/>
            <a:r>
              <a:rPr lang="en-IN" sz="1400" dirty="0"/>
              <a:t>This helps me identify patterns between the </a:t>
            </a:r>
            <a:r>
              <a:rPr lang="en-IN" sz="1400" b="1" dirty="0"/>
              <a:t>number/order of movements and how long patients stay</a:t>
            </a:r>
            <a:r>
              <a:rPr lang="en-IN" sz="1400" dirty="0"/>
              <a:t>, including cases with unusually high movement sequences or longer stays.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E7C57-AB7F-57BB-5D89-622078EA4F1D}"/>
              </a:ext>
            </a:extLst>
          </p:cNvPr>
          <p:cNvSpPr txBox="1"/>
          <p:nvPr/>
        </p:nvSpPr>
        <p:spPr>
          <a:xfrm>
            <a:off x="7882984" y="590758"/>
            <a:ext cx="64774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4. Overall Purpose</a:t>
            </a:r>
          </a:p>
          <a:p>
            <a:pPr lvl="0"/>
            <a:r>
              <a:rPr lang="en-IN" dirty="0"/>
              <a:t>Here I am designing the </a:t>
            </a:r>
            <a:r>
              <a:rPr lang="en-IN" b="1" dirty="0"/>
              <a:t>Patient Flow Dashboard</a:t>
            </a:r>
            <a:r>
              <a:rPr lang="en-IN" dirty="0"/>
              <a:t> to understand how patients move through the hospital, including </a:t>
            </a:r>
            <a:r>
              <a:rPr lang="en-IN" b="1" dirty="0"/>
              <a:t>department transfers, ICU transfers, movement timing, department stay duration, and discharge activity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dashboard helps me identify </a:t>
            </a:r>
            <a:r>
              <a:rPr lang="en-IN" b="1" dirty="0"/>
              <a:t>bottlenecks, peak movement periods, common transfer routes, and patient-flow patterns</a:t>
            </a:r>
            <a:r>
              <a:rPr lang="en-IN" dirty="0"/>
              <a:t> so that hospital operations and staffing can be planned more effectively.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CF15D1-B852-2F84-1A0D-75F2E456FD1E}"/>
              </a:ext>
            </a:extLst>
          </p:cNvPr>
          <p:cNvCxnSpPr>
            <a:cxnSpLocks/>
          </p:cNvCxnSpPr>
          <p:nvPr/>
        </p:nvCxnSpPr>
        <p:spPr>
          <a:xfrm>
            <a:off x="7605132" y="590758"/>
            <a:ext cx="83170" cy="739351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788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85B0-C1B3-F48F-A774-B27C657B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E72BAA-E766-9D19-DA3D-48F5DF7EBA21}"/>
              </a:ext>
            </a:extLst>
          </p:cNvPr>
          <p:cNvSpPr/>
          <p:nvPr/>
        </p:nvSpPr>
        <p:spPr>
          <a:xfrm>
            <a:off x="111760" y="71120"/>
            <a:ext cx="13279120" cy="8087360"/>
          </a:xfrm>
          <a:prstGeom prst="rect">
            <a:avLst/>
          </a:prstGeom>
          <a:solidFill>
            <a:srgbClr val="F5F7FA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09BC2E-F39C-240F-43EF-E11B4B703952}"/>
              </a:ext>
            </a:extLst>
          </p:cNvPr>
          <p:cNvSpPr/>
          <p:nvPr/>
        </p:nvSpPr>
        <p:spPr>
          <a:xfrm>
            <a:off x="170689" y="158496"/>
            <a:ext cx="13128622" cy="934974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292C54-8B35-33FD-3E9E-06936B640303}"/>
              </a:ext>
            </a:extLst>
          </p:cNvPr>
          <p:cNvSpPr/>
          <p:nvPr/>
        </p:nvSpPr>
        <p:spPr>
          <a:xfrm>
            <a:off x="208280" y="1490726"/>
            <a:ext cx="13091032" cy="65803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5EFAA294-6D44-BD13-B0B8-2A8302399521}"/>
              </a:ext>
            </a:extLst>
          </p:cNvPr>
          <p:cNvSpPr/>
          <p:nvPr/>
        </p:nvSpPr>
        <p:spPr>
          <a:xfrm>
            <a:off x="3654965" y="1172972"/>
            <a:ext cx="1986848" cy="335825"/>
          </a:xfrm>
          <a:prstGeom prst="round2SameRect">
            <a:avLst/>
          </a:prstGeom>
          <a:solidFill>
            <a:srgbClr val="DCE6F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F2D52"/>
                </a:solidFill>
              </a:rPr>
              <a:t>DEPARTMENT ANALYSIS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6C6B1C-9DD1-090C-8AF2-5FE0E0D7F126}"/>
              </a:ext>
            </a:extLst>
          </p:cNvPr>
          <p:cNvSpPr/>
          <p:nvPr/>
        </p:nvSpPr>
        <p:spPr>
          <a:xfrm>
            <a:off x="208280" y="1172972"/>
            <a:ext cx="1617980" cy="2661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HOSPITAL 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4D5830-D555-2486-7209-CFAFCB54E83C}"/>
              </a:ext>
            </a:extLst>
          </p:cNvPr>
          <p:cNvSpPr/>
          <p:nvPr/>
        </p:nvSpPr>
        <p:spPr>
          <a:xfrm>
            <a:off x="1904680" y="1172972"/>
            <a:ext cx="1651665" cy="262446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PATIENT FLOW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FCAEA9-B2B4-A166-14AD-5E919A769C79}"/>
              </a:ext>
            </a:extLst>
          </p:cNvPr>
          <p:cNvSpPr/>
          <p:nvPr/>
        </p:nvSpPr>
        <p:spPr>
          <a:xfrm>
            <a:off x="5737860" y="1172972"/>
            <a:ext cx="2065020" cy="2661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RESOURCES UTILIZATION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4F308E-1E9A-C670-58FA-F9466CE15DFD}"/>
              </a:ext>
            </a:extLst>
          </p:cNvPr>
          <p:cNvSpPr txBox="1"/>
          <p:nvPr/>
        </p:nvSpPr>
        <p:spPr>
          <a:xfrm>
            <a:off x="991837" y="289721"/>
            <a:ext cx="3865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MedTrack_DV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6BD674-6060-8D25-29F2-EACAE6A02DAD}"/>
              </a:ext>
            </a:extLst>
          </p:cNvPr>
          <p:cNvSpPr txBox="1"/>
          <p:nvPr/>
        </p:nvSpPr>
        <p:spPr>
          <a:xfrm>
            <a:off x="991837" y="666567"/>
            <a:ext cx="4353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Hospital Operational &amp; Patient </a:t>
            </a:r>
            <a:r>
              <a:rPr lang="en-IN" sz="1400" b="1" dirty="0" err="1">
                <a:solidFill>
                  <a:schemeClr val="bg1"/>
                </a:solidFill>
              </a:rPr>
              <a:t>Analystics</a:t>
            </a:r>
            <a:r>
              <a:rPr lang="en-IN" sz="1400" b="1" dirty="0">
                <a:solidFill>
                  <a:schemeClr val="bg1"/>
                </a:solidFill>
              </a:rPr>
              <a:t> </a:t>
            </a:r>
            <a:r>
              <a:rPr lang="en-IN" sz="1400" b="1" dirty="0" err="1">
                <a:solidFill>
                  <a:schemeClr val="bg1"/>
                </a:solidFill>
              </a:rPr>
              <a:t>DashBoard</a:t>
            </a:r>
            <a:endParaRPr lang="en-IN" sz="1400" b="1" dirty="0">
              <a:solidFill>
                <a:schemeClr val="bg1"/>
              </a:solidFill>
            </a:endParaRPr>
          </a:p>
        </p:txBody>
      </p:sp>
      <p:pic>
        <p:nvPicPr>
          <p:cNvPr id="18" name="Graphic 17" descr="Medical outline">
            <a:extLst>
              <a:ext uri="{FF2B5EF4-FFF2-40B4-BE49-F238E27FC236}">
                <a16:creationId xmlns:a16="http://schemas.microsoft.com/office/drawing/2014/main" id="{AC71D6EA-F2AA-2532-0F2E-AE7B1C6230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280" y="213824"/>
            <a:ext cx="833247" cy="833247"/>
          </a:xfrm>
          <a:prstGeom prst="rect">
            <a:avLst/>
          </a:prstGeom>
        </p:spPr>
      </p:pic>
      <p:pic>
        <p:nvPicPr>
          <p:cNvPr id="20" name="Graphic 19" descr="Filter with solid fill">
            <a:extLst>
              <a:ext uri="{FF2B5EF4-FFF2-40B4-BE49-F238E27FC236}">
                <a16:creationId xmlns:a16="http://schemas.microsoft.com/office/drawing/2014/main" id="{7892D66E-DD16-65B1-0334-94E85741D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58038" y="372186"/>
            <a:ext cx="484133" cy="484133"/>
          </a:xfrm>
          <a:prstGeom prst="rect">
            <a:avLst/>
          </a:prstGeom>
        </p:spPr>
      </p:pic>
      <p:pic>
        <p:nvPicPr>
          <p:cNvPr id="22" name="Graphic 21" descr="Information with solid fill">
            <a:extLst>
              <a:ext uri="{FF2B5EF4-FFF2-40B4-BE49-F238E27FC236}">
                <a16:creationId xmlns:a16="http://schemas.microsoft.com/office/drawing/2014/main" id="{F80B0EF5-5946-B7F0-57DF-535FBAD6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59280" y="366457"/>
            <a:ext cx="484133" cy="484133"/>
          </a:xfrm>
          <a:prstGeom prst="rect">
            <a:avLst/>
          </a:prstGeom>
        </p:spPr>
      </p:pic>
      <p:pic>
        <p:nvPicPr>
          <p:cNvPr id="24" name="Graphic 23" descr="Work from home Wi-Fi with solid fill">
            <a:extLst>
              <a:ext uri="{FF2B5EF4-FFF2-40B4-BE49-F238E27FC236}">
                <a16:creationId xmlns:a16="http://schemas.microsoft.com/office/drawing/2014/main" id="{C2678719-6937-6DF3-5259-18754E3DC1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8560" y="363113"/>
            <a:ext cx="484133" cy="4841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2CD5CB1-7505-314C-B6E6-908147BD653D}"/>
              </a:ext>
            </a:extLst>
          </p:cNvPr>
          <p:cNvSpPr txBox="1"/>
          <p:nvPr/>
        </p:nvSpPr>
        <p:spPr>
          <a:xfrm>
            <a:off x="11306255" y="805763"/>
            <a:ext cx="5437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1E228F-31C2-B890-6D65-1A5A70F576FC}"/>
              </a:ext>
            </a:extLst>
          </p:cNvPr>
          <p:cNvSpPr txBox="1"/>
          <p:nvPr/>
        </p:nvSpPr>
        <p:spPr>
          <a:xfrm>
            <a:off x="11908923" y="795302"/>
            <a:ext cx="5886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ABOUT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0C5520-2A5E-1F75-11E2-5D8B8814C31F}"/>
              </a:ext>
            </a:extLst>
          </p:cNvPr>
          <p:cNvSpPr txBox="1"/>
          <p:nvPr/>
        </p:nvSpPr>
        <p:spPr>
          <a:xfrm>
            <a:off x="12493770" y="780923"/>
            <a:ext cx="6126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FILTERS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8A1847AB-80C9-9508-37E0-EAE1386E0EA9}"/>
              </a:ext>
            </a:extLst>
          </p:cNvPr>
          <p:cNvSpPr/>
          <p:nvPr/>
        </p:nvSpPr>
        <p:spPr>
          <a:xfrm>
            <a:off x="430805" y="161399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25FF17-AA26-5117-0AB7-484E5881C332}"/>
              </a:ext>
            </a:extLst>
          </p:cNvPr>
          <p:cNvSpPr txBox="1"/>
          <p:nvPr/>
        </p:nvSpPr>
        <p:spPr>
          <a:xfrm>
            <a:off x="506496" y="1670214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OVERALL DEPT ADMISSIONS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CC59C-5089-5910-EA0B-D90E58286425}"/>
              </a:ext>
            </a:extLst>
          </p:cNvPr>
          <p:cNvSpPr txBox="1"/>
          <p:nvPr/>
        </p:nvSpPr>
        <p:spPr>
          <a:xfrm>
            <a:off x="506496" y="1805572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dirty="0"/>
              <a:t>24,580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88303-047B-23A1-8790-8F2C5B32CFB3}"/>
              </a:ext>
            </a:extLst>
          </p:cNvPr>
          <p:cNvSpPr txBox="1"/>
          <p:nvPr/>
        </p:nvSpPr>
        <p:spPr>
          <a:xfrm>
            <a:off x="496128" y="2143137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DEE5EED-1B84-35C0-5B5E-4DDBAB5FB9ED}"/>
              </a:ext>
            </a:extLst>
          </p:cNvPr>
          <p:cNvSpPr/>
          <p:nvPr/>
        </p:nvSpPr>
        <p:spPr>
          <a:xfrm>
            <a:off x="2551859" y="162172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406B8AB-4F73-D585-F71E-13CC51B2CF44}"/>
              </a:ext>
            </a:extLst>
          </p:cNvPr>
          <p:cNvSpPr txBox="1"/>
          <p:nvPr/>
        </p:nvSpPr>
        <p:spPr>
          <a:xfrm>
            <a:off x="2627550" y="1677944"/>
            <a:ext cx="172115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sz="900" dirty="0"/>
              <a:t>OVERALL DEPT DISCHARGES</a:t>
            </a:r>
            <a:endParaRPr sz="9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C4CA0FC-DEEF-0D0F-4C90-01187BA9CAE2}"/>
              </a:ext>
            </a:extLst>
          </p:cNvPr>
          <p:cNvSpPr txBox="1"/>
          <p:nvPr/>
        </p:nvSpPr>
        <p:spPr>
          <a:xfrm>
            <a:off x="2627550" y="1887654"/>
            <a:ext cx="124870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sz="1600" dirty="0"/>
              <a:t>XXX </a:t>
            </a:r>
            <a:r>
              <a:rPr lang="en-IN" sz="1050" dirty="0"/>
              <a:t>VALUE</a:t>
            </a:r>
            <a:endParaRPr sz="16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6A22BB2-DC79-FE7E-79D7-7CE90536D2A2}"/>
              </a:ext>
            </a:extLst>
          </p:cNvPr>
          <p:cNvSpPr txBox="1"/>
          <p:nvPr/>
        </p:nvSpPr>
        <p:spPr>
          <a:xfrm>
            <a:off x="2617182" y="2150867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211524B5-C17F-2FFF-D749-7B128655ABB5}"/>
              </a:ext>
            </a:extLst>
          </p:cNvPr>
          <p:cNvSpPr/>
          <p:nvPr/>
        </p:nvSpPr>
        <p:spPr>
          <a:xfrm>
            <a:off x="4698533" y="1615770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96E9C28-C234-443A-9CFB-4994EE06392B}"/>
              </a:ext>
            </a:extLst>
          </p:cNvPr>
          <p:cNvSpPr txBox="1"/>
          <p:nvPr/>
        </p:nvSpPr>
        <p:spPr>
          <a:xfrm>
            <a:off x="4774224" y="1671987"/>
            <a:ext cx="143690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DEPT READMIS RATE %</a:t>
            </a:r>
            <a:endParaRPr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C95C68F-EAA0-D9DC-B1F0-75E218DA51B8}"/>
              </a:ext>
            </a:extLst>
          </p:cNvPr>
          <p:cNvSpPr txBox="1"/>
          <p:nvPr/>
        </p:nvSpPr>
        <p:spPr>
          <a:xfrm>
            <a:off x="4774224" y="1866308"/>
            <a:ext cx="92606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 %</a:t>
            </a:r>
            <a:endParaRPr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18BEE25-3F6D-F4A6-9AB8-E3F97BB3AE6B}"/>
              </a:ext>
            </a:extLst>
          </p:cNvPr>
          <p:cNvSpPr txBox="1"/>
          <p:nvPr/>
        </p:nvSpPr>
        <p:spPr>
          <a:xfrm>
            <a:off x="4763856" y="2144910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31DB75F9-4AA1-4694-94C4-F4C44D1FDD02}"/>
              </a:ext>
            </a:extLst>
          </p:cNvPr>
          <p:cNvSpPr/>
          <p:nvPr/>
        </p:nvSpPr>
        <p:spPr>
          <a:xfrm>
            <a:off x="6832642" y="162172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58BCB49-CC07-7D7A-A851-FBE8E7717877}"/>
              </a:ext>
            </a:extLst>
          </p:cNvPr>
          <p:cNvSpPr txBox="1"/>
          <p:nvPr/>
        </p:nvSpPr>
        <p:spPr>
          <a:xfrm>
            <a:off x="6908333" y="1677944"/>
            <a:ext cx="129394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AVG LOS</a:t>
            </a:r>
            <a:endParaRPr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7D0E6FF-3CD7-9F76-D3FD-63D2B411685C}"/>
              </a:ext>
            </a:extLst>
          </p:cNvPr>
          <p:cNvSpPr txBox="1"/>
          <p:nvPr/>
        </p:nvSpPr>
        <p:spPr>
          <a:xfrm>
            <a:off x="6908333" y="1872265"/>
            <a:ext cx="70083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 %</a:t>
            </a:r>
            <a:endParaRPr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D884C02-B58A-56B1-52A0-97368E1DA374}"/>
              </a:ext>
            </a:extLst>
          </p:cNvPr>
          <p:cNvSpPr txBox="1"/>
          <p:nvPr/>
        </p:nvSpPr>
        <p:spPr>
          <a:xfrm>
            <a:off x="6897965" y="2150867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3C133584-84C2-5C76-CA0D-33A86020CB7B}"/>
              </a:ext>
            </a:extLst>
          </p:cNvPr>
          <p:cNvSpPr/>
          <p:nvPr/>
        </p:nvSpPr>
        <p:spPr>
          <a:xfrm>
            <a:off x="8957840" y="1608582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0CF348F-8B48-8915-A017-7D314C1312D0}"/>
              </a:ext>
            </a:extLst>
          </p:cNvPr>
          <p:cNvSpPr txBox="1"/>
          <p:nvPr/>
        </p:nvSpPr>
        <p:spPr>
          <a:xfrm>
            <a:off x="9033531" y="1664799"/>
            <a:ext cx="189868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BED OCCUP %</a:t>
            </a:r>
            <a:endParaRPr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C8933B8-6806-877D-7B68-73A5557FF459}"/>
              </a:ext>
            </a:extLst>
          </p:cNvPr>
          <p:cNvSpPr txBox="1"/>
          <p:nvPr/>
        </p:nvSpPr>
        <p:spPr>
          <a:xfrm>
            <a:off x="9033531" y="1889898"/>
            <a:ext cx="161643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sz="1400" dirty="0"/>
              <a:t>XX   %</a:t>
            </a:r>
            <a:endParaRPr sz="14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8060E07-9AF7-88B6-48FE-7AF9D0FC83BA}"/>
              </a:ext>
            </a:extLst>
          </p:cNvPr>
          <p:cNvSpPr txBox="1"/>
          <p:nvPr/>
        </p:nvSpPr>
        <p:spPr>
          <a:xfrm>
            <a:off x="9023163" y="2137722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22A958F-4280-8EC6-896C-D0D800B6843F}"/>
              </a:ext>
            </a:extLst>
          </p:cNvPr>
          <p:cNvSpPr/>
          <p:nvPr/>
        </p:nvSpPr>
        <p:spPr>
          <a:xfrm>
            <a:off x="11091949" y="1601541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174A5D4-7AAA-E8DA-F947-EC643FB4BDD2}"/>
              </a:ext>
            </a:extLst>
          </p:cNvPr>
          <p:cNvSpPr txBox="1"/>
          <p:nvPr/>
        </p:nvSpPr>
        <p:spPr>
          <a:xfrm>
            <a:off x="11167640" y="1657758"/>
            <a:ext cx="1724766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MORTALITY %</a:t>
            </a:r>
            <a:endParaRPr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654C133-C57F-5F91-3842-E57CC6A2A2ED}"/>
              </a:ext>
            </a:extLst>
          </p:cNvPr>
          <p:cNvSpPr txBox="1"/>
          <p:nvPr/>
        </p:nvSpPr>
        <p:spPr>
          <a:xfrm>
            <a:off x="11167640" y="1793116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Xx</a:t>
            </a:r>
            <a:r>
              <a:rPr lang="en-IN" dirty="0"/>
              <a:t> %</a:t>
            </a:r>
            <a:endParaRPr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1C92B26-2168-7504-CF69-7D106BD35006}"/>
              </a:ext>
            </a:extLst>
          </p:cNvPr>
          <p:cNvSpPr txBox="1"/>
          <p:nvPr/>
        </p:nvSpPr>
        <p:spPr>
          <a:xfrm>
            <a:off x="11157272" y="2110135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3A52308C-2710-114B-7812-0CD324509B07}"/>
              </a:ext>
            </a:extLst>
          </p:cNvPr>
          <p:cNvSpPr/>
          <p:nvPr/>
        </p:nvSpPr>
        <p:spPr>
          <a:xfrm>
            <a:off x="430804" y="3218847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A67CC164-F56C-7F95-BE4C-25E5BE52CF36}"/>
              </a:ext>
            </a:extLst>
          </p:cNvPr>
          <p:cNvSpPr/>
          <p:nvPr/>
        </p:nvSpPr>
        <p:spPr>
          <a:xfrm>
            <a:off x="3608412" y="3234334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F75BEB27-0344-FBFA-D40A-A05384698420}"/>
              </a:ext>
            </a:extLst>
          </p:cNvPr>
          <p:cNvSpPr/>
          <p:nvPr/>
        </p:nvSpPr>
        <p:spPr>
          <a:xfrm>
            <a:off x="6791263" y="3218847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C783EA04-C42C-FE33-EF06-7CCB1542F278}"/>
              </a:ext>
            </a:extLst>
          </p:cNvPr>
          <p:cNvSpPr/>
          <p:nvPr/>
        </p:nvSpPr>
        <p:spPr>
          <a:xfrm>
            <a:off x="9965082" y="321884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4EFE270-13B6-27D5-6A8E-0195D2DA9843}"/>
              </a:ext>
            </a:extLst>
          </p:cNvPr>
          <p:cNvSpPr txBox="1"/>
          <p:nvPr/>
        </p:nvSpPr>
        <p:spPr>
          <a:xfrm>
            <a:off x="937879" y="3233682"/>
            <a:ext cx="225918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READMISSION &amp; MORTALITY TRENDS</a:t>
            </a:r>
            <a:endParaRPr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0453EBE-7A72-D6B4-0ABA-03545AC22ABF}"/>
              </a:ext>
            </a:extLst>
          </p:cNvPr>
          <p:cNvSpPr txBox="1"/>
          <p:nvPr/>
        </p:nvSpPr>
        <p:spPr>
          <a:xfrm>
            <a:off x="1715717" y="5219023"/>
            <a:ext cx="58060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Months</a:t>
            </a:r>
            <a:endParaRPr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12CFFA2-276C-41AA-22FE-0A3836E22704}"/>
              </a:ext>
            </a:extLst>
          </p:cNvPr>
          <p:cNvSpPr txBox="1"/>
          <p:nvPr/>
        </p:nvSpPr>
        <p:spPr>
          <a:xfrm rot="16200000">
            <a:off x="111801" y="4097771"/>
            <a:ext cx="101181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DUAL  PCT %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1018256B-4B59-4167-CDDE-A597D0528BA0}"/>
                  </a:ext>
                </a:extLst>
              </p14:cNvPr>
              <p14:cNvContentPartPr/>
              <p14:nvPr/>
            </p14:nvContentPartPr>
            <p14:xfrm>
              <a:off x="1104840" y="3715560"/>
              <a:ext cx="2352600" cy="11199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1018256B-4B59-4167-CDDE-A597D0528B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5840" y="3706560"/>
                <a:ext cx="2370240" cy="11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A656B803-4B73-F52B-E5A6-749EDFAACC02}"/>
              </a:ext>
            </a:extLst>
          </p:cNvPr>
          <p:cNvGrpSpPr/>
          <p:nvPr/>
        </p:nvGrpSpPr>
        <p:grpSpPr>
          <a:xfrm>
            <a:off x="578880" y="3550680"/>
            <a:ext cx="2768400" cy="1644480"/>
            <a:chOff x="578880" y="3550680"/>
            <a:chExt cx="2768400" cy="164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079416C-C38C-22E8-0F64-C2BA6D23CE61}"/>
                    </a:ext>
                  </a:extLst>
                </p14:cNvPr>
                <p14:cNvContentPartPr/>
                <p14:nvPr/>
              </p14:nvContentPartPr>
              <p14:xfrm>
                <a:off x="819000" y="3550680"/>
                <a:ext cx="57600" cy="1644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079416C-C38C-22E8-0F64-C2BA6D23CE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0056" y="3541678"/>
                  <a:ext cx="75130" cy="16621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64A2FE3-66BC-0AC7-4DF1-9C529ECFA6CC}"/>
                    </a:ext>
                  </a:extLst>
                </p14:cNvPr>
                <p14:cNvContentPartPr/>
                <p14:nvPr/>
              </p14:nvContentPartPr>
              <p14:xfrm>
                <a:off x="578880" y="5039640"/>
                <a:ext cx="2768400" cy="31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64A2FE3-66BC-0AC7-4DF1-9C529ECFA6C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9879" y="5030537"/>
                  <a:ext cx="2786042" cy="495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4E63963-AE15-B619-D46F-1A50AC9DCBBD}"/>
                    </a:ext>
                  </a:extLst>
                </p14:cNvPr>
                <p14:cNvContentPartPr/>
                <p14:nvPr/>
              </p14:nvContentPartPr>
              <p14:xfrm>
                <a:off x="1059120" y="5085720"/>
                <a:ext cx="83880" cy="122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4E63963-AE15-B619-D46F-1A50AC9DCBB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0120" y="5076720"/>
                  <a:ext cx="101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4537B7D-C1C7-1037-8638-6770ADC36CE6}"/>
                    </a:ext>
                  </a:extLst>
                </p14:cNvPr>
                <p14:cNvContentPartPr/>
                <p14:nvPr/>
              </p14:nvContentPartPr>
              <p14:xfrm>
                <a:off x="1035360" y="5105160"/>
                <a:ext cx="84240" cy="84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4537B7D-C1C7-1037-8638-6770ADC36CE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26360" y="5096160"/>
                  <a:ext cx="101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9C9CB83-B3E1-73D3-3E19-3184D213505A}"/>
                    </a:ext>
                  </a:extLst>
                </p14:cNvPr>
                <p14:cNvContentPartPr/>
                <p14:nvPr/>
              </p14:nvContentPartPr>
              <p14:xfrm>
                <a:off x="1298880" y="5105160"/>
                <a:ext cx="3240" cy="58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9C9CB83-B3E1-73D3-3E19-3184D213505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89880" y="5096160"/>
                  <a:ext cx="20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99D52FD-2D37-7B5F-B12D-D9AC91D81D8C}"/>
                    </a:ext>
                  </a:extLst>
                </p14:cNvPr>
                <p14:cNvContentPartPr/>
                <p14:nvPr/>
              </p14:nvContentPartPr>
              <p14:xfrm>
                <a:off x="1291320" y="5078880"/>
                <a:ext cx="56880" cy="190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99D52FD-2D37-7B5F-B12D-D9AC91D81D8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82320" y="5069880"/>
                  <a:ext cx="7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3A1E269-EB90-EF86-855B-C3D1FF3368CC}"/>
                    </a:ext>
                  </a:extLst>
                </p14:cNvPr>
                <p14:cNvContentPartPr/>
                <p14:nvPr/>
              </p14:nvContentPartPr>
              <p14:xfrm>
                <a:off x="1306800" y="5129640"/>
                <a:ext cx="44280" cy="10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3A1E269-EB90-EF86-855B-C3D1FF3368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97800" y="5120640"/>
                  <a:ext cx="6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DEDB49E-CAA1-48C6-1DB6-3E232EB86510}"/>
                    </a:ext>
                  </a:extLst>
                </p14:cNvPr>
                <p14:cNvContentPartPr/>
                <p14:nvPr/>
              </p14:nvContentPartPr>
              <p14:xfrm>
                <a:off x="1523520" y="5097600"/>
                <a:ext cx="8280" cy="493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DEDB49E-CAA1-48C6-1DB6-3E232EB8651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14895" y="5088534"/>
                  <a:ext cx="25185" cy="67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1628355-7B41-0210-167B-732DCDE349DC}"/>
                    </a:ext>
                  </a:extLst>
                </p14:cNvPr>
                <p14:cNvContentPartPr/>
                <p14:nvPr/>
              </p14:nvContentPartPr>
              <p14:xfrm>
                <a:off x="1523880" y="5109120"/>
                <a:ext cx="77760" cy="34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1628355-7B41-0210-167B-732DCDE349D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14880" y="5100212"/>
                  <a:ext cx="95400" cy="523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174EBA9-E37A-B30A-BD82-0D7C97C7DCDF}"/>
                    </a:ext>
                  </a:extLst>
                </p14:cNvPr>
                <p14:cNvContentPartPr/>
                <p14:nvPr/>
              </p14:nvContentPartPr>
              <p14:xfrm>
                <a:off x="1595160" y="5090040"/>
                <a:ext cx="43560" cy="53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174EBA9-E37A-B30A-BD82-0D7C97C7DCD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86160" y="5081040"/>
                  <a:ext cx="61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78A7B5C-A37C-EEE5-C6D2-6E52F7928C46}"/>
                    </a:ext>
                  </a:extLst>
                </p14:cNvPr>
                <p14:cNvContentPartPr/>
                <p14:nvPr/>
              </p14:nvContentPartPr>
              <p14:xfrm>
                <a:off x="1640520" y="5109120"/>
                <a:ext cx="1800" cy="608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78A7B5C-A37C-EEE5-C6D2-6E52F7928C4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31520" y="5100120"/>
                  <a:ext cx="19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96031E3-23BE-42B6-2F7F-CF0926820AD9}"/>
                    </a:ext>
                  </a:extLst>
                </p14:cNvPr>
                <p14:cNvContentPartPr/>
                <p14:nvPr/>
              </p14:nvContentPartPr>
              <p14:xfrm>
                <a:off x="1787760" y="5105160"/>
                <a:ext cx="29880" cy="493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96031E3-23BE-42B6-2F7F-CF0926820AD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78650" y="5096160"/>
                  <a:ext cx="47735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737AB8C-9AF4-2859-3D43-C773E3FB2695}"/>
                    </a:ext>
                  </a:extLst>
                </p14:cNvPr>
                <p14:cNvContentPartPr/>
                <p14:nvPr/>
              </p14:nvContentPartPr>
              <p14:xfrm>
                <a:off x="1813320" y="5109120"/>
                <a:ext cx="54720" cy="608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737AB8C-9AF4-2859-3D43-C773E3FB269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804260" y="5100173"/>
                  <a:ext cx="72477" cy="783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D0C0773-FB9A-FF88-70CC-324DA23CB2BB}"/>
                    </a:ext>
                  </a:extLst>
                </p14:cNvPr>
                <p14:cNvContentPartPr/>
                <p14:nvPr/>
              </p14:nvContentPartPr>
              <p14:xfrm>
                <a:off x="1798200" y="5149080"/>
                <a:ext cx="37080" cy="97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D0C0773-FB9A-FF88-70CC-324DA23CB2B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89287" y="5140080"/>
                  <a:ext cx="5455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520C851-80CA-25C3-227F-E6434BB7D490}"/>
                    </a:ext>
                  </a:extLst>
                </p14:cNvPr>
                <p14:cNvContentPartPr/>
                <p14:nvPr/>
              </p14:nvContentPartPr>
              <p14:xfrm>
                <a:off x="2183040" y="3628800"/>
                <a:ext cx="61560" cy="594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520C851-80CA-25C3-227F-E6434BB7D49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174040" y="3619854"/>
                  <a:ext cx="79200" cy="76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19DFEF1-69E9-7C3D-D7CD-B419A43A8AF5}"/>
                    </a:ext>
                  </a:extLst>
                </p14:cNvPr>
                <p14:cNvContentPartPr/>
                <p14:nvPr/>
              </p14:nvContentPartPr>
              <p14:xfrm>
                <a:off x="2262960" y="3610440"/>
                <a:ext cx="53280" cy="82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19DFEF1-69E9-7C3D-D7CD-B419A43A8AF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53960" y="3601440"/>
                  <a:ext cx="70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ADA6B8D-BCCF-237C-FF0A-96702A0D9790}"/>
                    </a:ext>
                  </a:extLst>
                </p14:cNvPr>
                <p14:cNvContentPartPr/>
                <p14:nvPr/>
              </p14:nvContentPartPr>
              <p14:xfrm>
                <a:off x="2361960" y="3603960"/>
                <a:ext cx="16560" cy="28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ADA6B8D-BCCF-237C-FF0A-96702A0D979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52760" y="3593674"/>
                  <a:ext cx="34592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1ABB24F-0868-02B6-E8B1-B3FE2F3B3991}"/>
                    </a:ext>
                  </a:extLst>
                </p14:cNvPr>
                <p14:cNvContentPartPr/>
                <p14:nvPr/>
              </p14:nvContentPartPr>
              <p14:xfrm>
                <a:off x="2355840" y="3615480"/>
                <a:ext cx="30960" cy="626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1ABB24F-0868-02B6-E8B1-B3FE2F3B399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346734" y="3606480"/>
                  <a:ext cx="48808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BE74A7D-7994-1CA5-52AA-2CDD1D6B12A3}"/>
                    </a:ext>
                  </a:extLst>
                </p14:cNvPr>
                <p14:cNvContentPartPr/>
                <p14:nvPr/>
              </p14:nvContentPartPr>
              <p14:xfrm>
                <a:off x="2437560" y="3600360"/>
                <a:ext cx="27720" cy="622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BE74A7D-7994-1CA5-52AA-2CDD1D6B12A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28442" y="3591412"/>
                  <a:ext cx="45592" cy="79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C3325D2-738A-270F-5A09-8B2D73F7FB59}"/>
                    </a:ext>
                  </a:extLst>
                </p14:cNvPr>
                <p14:cNvContentPartPr/>
                <p14:nvPr/>
              </p14:nvContentPartPr>
              <p14:xfrm>
                <a:off x="2788920" y="3665160"/>
                <a:ext cx="47520" cy="1072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C3325D2-738A-270F-5A09-8B2D73F7FB5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9920" y="3656130"/>
                  <a:ext cx="65160" cy="1249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823404C-CC38-7F03-296C-B20356625C38}"/>
                    </a:ext>
                  </a:extLst>
                </p14:cNvPr>
                <p14:cNvContentPartPr/>
                <p14:nvPr/>
              </p14:nvContentPartPr>
              <p14:xfrm>
                <a:off x="2788920" y="3700080"/>
                <a:ext cx="57240" cy="414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823404C-CC38-7F03-296C-B20356625C3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79920" y="3691080"/>
                  <a:ext cx="7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6A97D25-B9B1-4C35-3DE9-EA00425B9F8B}"/>
                    </a:ext>
                  </a:extLst>
                </p14:cNvPr>
                <p14:cNvContentPartPr/>
                <p14:nvPr/>
              </p14:nvContentPartPr>
              <p14:xfrm>
                <a:off x="2869560" y="3653640"/>
                <a:ext cx="11520" cy="680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6A97D25-B9B1-4C35-3DE9-EA00425B9F8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60560" y="3644640"/>
                  <a:ext cx="29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689E55D-A508-0B2C-2940-0E784A0DFACA}"/>
                    </a:ext>
                  </a:extLst>
                </p14:cNvPr>
                <p14:cNvContentPartPr/>
                <p14:nvPr/>
              </p14:nvContentPartPr>
              <p14:xfrm>
                <a:off x="2914560" y="3648240"/>
                <a:ext cx="38880" cy="910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689E55D-A508-0B2C-2940-0E784A0DFAC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905560" y="3639240"/>
                  <a:ext cx="56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4DCF533-91FB-25A4-6A32-002A645085D3}"/>
                    </a:ext>
                  </a:extLst>
                </p14:cNvPr>
                <p14:cNvContentPartPr/>
                <p14:nvPr/>
              </p14:nvContentPartPr>
              <p14:xfrm>
                <a:off x="2914560" y="3684600"/>
                <a:ext cx="51840" cy="22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4DCF533-91FB-25A4-6A32-002A645085D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905622" y="3675741"/>
                  <a:ext cx="69358" cy="40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238A521-33AF-CDCB-025D-D3785048DBEC}"/>
                    </a:ext>
                  </a:extLst>
                </p14:cNvPr>
                <p14:cNvContentPartPr/>
                <p14:nvPr/>
              </p14:nvContentPartPr>
              <p14:xfrm>
                <a:off x="2985840" y="3623400"/>
                <a:ext cx="33480" cy="421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238A521-33AF-CDCB-025D-D3785048DBE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976840" y="3614400"/>
                  <a:ext cx="51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16589D6-3578-F9C5-B339-0350D62ECA1B}"/>
                    </a:ext>
                  </a:extLst>
                </p14:cNvPr>
                <p14:cNvContentPartPr/>
                <p14:nvPr/>
              </p14:nvContentPartPr>
              <p14:xfrm>
                <a:off x="3004920" y="3647160"/>
                <a:ext cx="40320" cy="61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16589D6-3578-F9C5-B339-0350D62ECA1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995920" y="3638160"/>
                  <a:ext cx="57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A194CF5-8D53-8176-8A8D-15AE3A33AF32}"/>
                    </a:ext>
                  </a:extLst>
                </p14:cNvPr>
                <p14:cNvContentPartPr/>
                <p14:nvPr/>
              </p14:nvContentPartPr>
              <p14:xfrm>
                <a:off x="2011680" y="5169336"/>
                <a:ext cx="360" cy="3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A194CF5-8D53-8176-8A8D-15AE3A33AF3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00268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6BD7DD3-0867-AC4D-9133-331282937FD0}"/>
                    </a:ext>
                  </a:extLst>
                </p14:cNvPr>
                <p14:cNvContentPartPr/>
                <p14:nvPr/>
              </p14:nvContentPartPr>
              <p14:xfrm>
                <a:off x="2121120" y="5163216"/>
                <a:ext cx="360" cy="3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6BD7DD3-0867-AC4D-9133-331282937FD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11212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D56A636-8251-53D1-0AD5-F612B3197988}"/>
                    </a:ext>
                  </a:extLst>
                </p14:cNvPr>
                <p14:cNvContentPartPr/>
                <p14:nvPr/>
              </p14:nvContentPartPr>
              <p14:xfrm>
                <a:off x="2255400" y="5169336"/>
                <a:ext cx="360" cy="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D56A636-8251-53D1-0AD5-F612B319798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24640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803A38E-A92C-120B-6506-E4243EE4C7F6}"/>
                    </a:ext>
                  </a:extLst>
                </p14:cNvPr>
                <p14:cNvContentPartPr/>
                <p14:nvPr/>
              </p14:nvContentPartPr>
              <p14:xfrm>
                <a:off x="2455560" y="5181576"/>
                <a:ext cx="1440" cy="3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803A38E-A92C-120B-6506-E4243EE4C7F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446560" y="5172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44C4488-DD01-B505-3894-68A8258EA59B}"/>
                    </a:ext>
                  </a:extLst>
                </p14:cNvPr>
                <p14:cNvContentPartPr/>
                <p14:nvPr/>
              </p14:nvContentPartPr>
              <p14:xfrm>
                <a:off x="2596680" y="5168256"/>
                <a:ext cx="1440" cy="14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44C4488-DD01-B505-3894-68A8258EA59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584680" y="5159256"/>
                  <a:ext cx="24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AED14EE-8AF4-57AA-FE29-418B41AED4C5}"/>
                    </a:ext>
                  </a:extLst>
                </p14:cNvPr>
                <p14:cNvContentPartPr/>
                <p14:nvPr/>
              </p14:nvContentPartPr>
              <p14:xfrm>
                <a:off x="2779560" y="5163216"/>
                <a:ext cx="360" cy="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AED14EE-8AF4-57AA-FE29-418B41AED4C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77056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2606BF0E-DD63-1892-57E5-31EB9691DEBB}"/>
                  </a:ext>
                </a:extLst>
              </p14:cNvPr>
              <p14:cNvContentPartPr/>
              <p14:nvPr/>
            </p14:nvContentPartPr>
            <p14:xfrm>
              <a:off x="4259970" y="3690168"/>
              <a:ext cx="2352600" cy="111996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2606BF0E-DD63-1892-57E5-31EB9691DE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50970" y="3681168"/>
                <a:ext cx="2370240" cy="11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DB1864F0-2BA6-1A93-F238-77E3CC70D72B}"/>
              </a:ext>
            </a:extLst>
          </p:cNvPr>
          <p:cNvGrpSpPr/>
          <p:nvPr/>
        </p:nvGrpSpPr>
        <p:grpSpPr>
          <a:xfrm>
            <a:off x="3734010" y="3525288"/>
            <a:ext cx="2768400" cy="1644480"/>
            <a:chOff x="578880" y="3550680"/>
            <a:chExt cx="2768400" cy="164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066FAF6-B2D0-2D14-6D96-E6FF9AA08D92}"/>
                    </a:ext>
                  </a:extLst>
                </p14:cNvPr>
                <p14:cNvContentPartPr/>
                <p14:nvPr/>
              </p14:nvContentPartPr>
              <p14:xfrm>
                <a:off x="819000" y="3550680"/>
                <a:ext cx="57600" cy="16444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066FAF6-B2D0-2D14-6D96-E6FF9AA08D9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0056" y="3541678"/>
                  <a:ext cx="75130" cy="16621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4D7645B-8E81-A3E0-5779-D386C858433C}"/>
                    </a:ext>
                  </a:extLst>
                </p14:cNvPr>
                <p14:cNvContentPartPr/>
                <p14:nvPr/>
              </p14:nvContentPartPr>
              <p14:xfrm>
                <a:off x="578880" y="5039640"/>
                <a:ext cx="2768400" cy="316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4D7645B-8E81-A3E0-5779-D386C858433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9879" y="5030537"/>
                  <a:ext cx="2786042" cy="495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7AF9F3F-9E94-F5C5-FEBD-41A1716FA8CD}"/>
                    </a:ext>
                  </a:extLst>
                </p14:cNvPr>
                <p14:cNvContentPartPr/>
                <p14:nvPr/>
              </p14:nvContentPartPr>
              <p14:xfrm>
                <a:off x="1059120" y="5085720"/>
                <a:ext cx="83880" cy="12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7AF9F3F-9E94-F5C5-FEBD-41A1716FA8C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0120" y="5076720"/>
                  <a:ext cx="101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4AB95BB-D01B-C9ED-2124-3917A4B9E016}"/>
                    </a:ext>
                  </a:extLst>
                </p14:cNvPr>
                <p14:cNvContentPartPr/>
                <p14:nvPr/>
              </p14:nvContentPartPr>
              <p14:xfrm>
                <a:off x="1035360" y="5105160"/>
                <a:ext cx="84240" cy="84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4AB95BB-D01B-C9ED-2124-3917A4B9E0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26360" y="5096160"/>
                  <a:ext cx="101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58D1E45-1877-5990-B926-2ABAB5FB0031}"/>
                    </a:ext>
                  </a:extLst>
                </p14:cNvPr>
                <p14:cNvContentPartPr/>
                <p14:nvPr/>
              </p14:nvContentPartPr>
              <p14:xfrm>
                <a:off x="1298880" y="5105160"/>
                <a:ext cx="3240" cy="58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58D1E45-1877-5990-B926-2ABAB5FB003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89880" y="5096160"/>
                  <a:ext cx="20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582DCDA-F82D-60DC-A4EB-3C03247133C5}"/>
                    </a:ext>
                  </a:extLst>
                </p14:cNvPr>
                <p14:cNvContentPartPr/>
                <p14:nvPr/>
              </p14:nvContentPartPr>
              <p14:xfrm>
                <a:off x="1291320" y="5078880"/>
                <a:ext cx="56880" cy="19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582DCDA-F82D-60DC-A4EB-3C03247133C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82320" y="5069880"/>
                  <a:ext cx="7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E9C9897-514E-AE63-A3DE-2B0B0438A10E}"/>
                    </a:ext>
                  </a:extLst>
                </p14:cNvPr>
                <p14:cNvContentPartPr/>
                <p14:nvPr/>
              </p14:nvContentPartPr>
              <p14:xfrm>
                <a:off x="1306800" y="5129640"/>
                <a:ext cx="44280" cy="10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E9C9897-514E-AE63-A3DE-2B0B0438A10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97800" y="5120640"/>
                  <a:ext cx="6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9A4C026-595C-D565-6B5E-3CBFE07681D2}"/>
                    </a:ext>
                  </a:extLst>
                </p14:cNvPr>
                <p14:cNvContentPartPr/>
                <p14:nvPr/>
              </p14:nvContentPartPr>
              <p14:xfrm>
                <a:off x="1523520" y="5097600"/>
                <a:ext cx="8280" cy="49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9A4C026-595C-D565-6B5E-3CBFE07681D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14895" y="5088534"/>
                  <a:ext cx="25185" cy="67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92F7B32-4883-A4AE-1E12-D0CEA487E360}"/>
                    </a:ext>
                  </a:extLst>
                </p14:cNvPr>
                <p14:cNvContentPartPr/>
                <p14:nvPr/>
              </p14:nvContentPartPr>
              <p14:xfrm>
                <a:off x="1523880" y="5109120"/>
                <a:ext cx="77760" cy="349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92F7B32-4883-A4AE-1E12-D0CEA487E36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14880" y="5100212"/>
                  <a:ext cx="95400" cy="523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0B0E55F-2FFA-42A9-94C0-7B40B3BFF48F}"/>
                    </a:ext>
                  </a:extLst>
                </p14:cNvPr>
                <p14:cNvContentPartPr/>
                <p14:nvPr/>
              </p14:nvContentPartPr>
              <p14:xfrm>
                <a:off x="1595160" y="5090040"/>
                <a:ext cx="43560" cy="532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0B0E55F-2FFA-42A9-94C0-7B40B3BFF48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86160" y="5081040"/>
                  <a:ext cx="61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0B722DD-A5C8-B391-D5FB-74B1A3DCDFEA}"/>
                    </a:ext>
                  </a:extLst>
                </p14:cNvPr>
                <p14:cNvContentPartPr/>
                <p14:nvPr/>
              </p14:nvContentPartPr>
              <p14:xfrm>
                <a:off x="1640520" y="5109120"/>
                <a:ext cx="1800" cy="608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0B722DD-A5C8-B391-D5FB-74B1A3DCDFE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31520" y="5100120"/>
                  <a:ext cx="19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7713EE3-3970-5FB4-F72F-DB14B3694664}"/>
                    </a:ext>
                  </a:extLst>
                </p14:cNvPr>
                <p14:cNvContentPartPr/>
                <p14:nvPr/>
              </p14:nvContentPartPr>
              <p14:xfrm>
                <a:off x="1787760" y="5105160"/>
                <a:ext cx="29880" cy="49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7713EE3-3970-5FB4-F72F-DB14B369466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78650" y="5096160"/>
                  <a:ext cx="47735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A6DFE1B-B287-9D2B-5596-AC4FB53795AA}"/>
                    </a:ext>
                  </a:extLst>
                </p14:cNvPr>
                <p14:cNvContentPartPr/>
                <p14:nvPr/>
              </p14:nvContentPartPr>
              <p14:xfrm>
                <a:off x="1813320" y="5109120"/>
                <a:ext cx="54720" cy="60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A6DFE1B-B287-9D2B-5596-AC4FB53795A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804260" y="5100173"/>
                  <a:ext cx="72477" cy="783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AF68B0A-7EAB-FF14-89E3-8BFA18E21604}"/>
                    </a:ext>
                  </a:extLst>
                </p14:cNvPr>
                <p14:cNvContentPartPr/>
                <p14:nvPr/>
              </p14:nvContentPartPr>
              <p14:xfrm>
                <a:off x="1798200" y="5149080"/>
                <a:ext cx="37080" cy="9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AF68B0A-7EAB-FF14-89E3-8BFA18E2160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89287" y="5140080"/>
                  <a:ext cx="5455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C7302DC-432D-4CE9-C62A-96AAF6C56ED3}"/>
                    </a:ext>
                  </a:extLst>
                </p14:cNvPr>
                <p14:cNvContentPartPr/>
                <p14:nvPr/>
              </p14:nvContentPartPr>
              <p14:xfrm>
                <a:off x="2183040" y="3628800"/>
                <a:ext cx="61560" cy="594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C7302DC-432D-4CE9-C62A-96AAF6C56ED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174040" y="3619854"/>
                  <a:ext cx="79200" cy="76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330FAE3-7229-5587-E2A8-BBBFE1676421}"/>
                    </a:ext>
                  </a:extLst>
                </p14:cNvPr>
                <p14:cNvContentPartPr/>
                <p14:nvPr/>
              </p14:nvContentPartPr>
              <p14:xfrm>
                <a:off x="2262960" y="3610440"/>
                <a:ext cx="53280" cy="824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330FAE3-7229-5587-E2A8-BBBFE167642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53960" y="3601440"/>
                  <a:ext cx="70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BC2C970-BBB2-F0C8-9421-BE996C1A5114}"/>
                    </a:ext>
                  </a:extLst>
                </p14:cNvPr>
                <p14:cNvContentPartPr/>
                <p14:nvPr/>
              </p14:nvContentPartPr>
              <p14:xfrm>
                <a:off x="2361960" y="3603960"/>
                <a:ext cx="16560" cy="28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BC2C970-BBB2-F0C8-9421-BE996C1A511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52760" y="3593674"/>
                  <a:ext cx="34592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23DECF2-73B8-6E4E-516D-A81B2C750D57}"/>
                    </a:ext>
                  </a:extLst>
                </p14:cNvPr>
                <p14:cNvContentPartPr/>
                <p14:nvPr/>
              </p14:nvContentPartPr>
              <p14:xfrm>
                <a:off x="2355840" y="3615480"/>
                <a:ext cx="30960" cy="626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23DECF2-73B8-6E4E-516D-A81B2C750D5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346734" y="3606480"/>
                  <a:ext cx="48808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F6EE1A6-79A1-C972-F8F5-B3A22803BF5D}"/>
                    </a:ext>
                  </a:extLst>
                </p14:cNvPr>
                <p14:cNvContentPartPr/>
                <p14:nvPr/>
              </p14:nvContentPartPr>
              <p14:xfrm>
                <a:off x="2437560" y="3600360"/>
                <a:ext cx="27720" cy="622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F6EE1A6-79A1-C972-F8F5-B3A22803BF5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28442" y="3591412"/>
                  <a:ext cx="45592" cy="79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A2F7457-B32A-4F7C-5D3A-32EE76C1207E}"/>
                    </a:ext>
                  </a:extLst>
                </p14:cNvPr>
                <p14:cNvContentPartPr/>
                <p14:nvPr/>
              </p14:nvContentPartPr>
              <p14:xfrm>
                <a:off x="2788920" y="3665160"/>
                <a:ext cx="47520" cy="1072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A2F7457-B32A-4F7C-5D3A-32EE76C1207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79920" y="3656130"/>
                  <a:ext cx="65160" cy="1249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DDEBE3A-ECC5-3188-365D-35D6BCE6F746}"/>
                    </a:ext>
                  </a:extLst>
                </p14:cNvPr>
                <p14:cNvContentPartPr/>
                <p14:nvPr/>
              </p14:nvContentPartPr>
              <p14:xfrm>
                <a:off x="2788920" y="3700080"/>
                <a:ext cx="57240" cy="414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DDEBE3A-ECC5-3188-365D-35D6BCE6F74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79920" y="3691080"/>
                  <a:ext cx="7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E5ED394-26B6-43DF-278C-B5A310ADA465}"/>
                    </a:ext>
                  </a:extLst>
                </p14:cNvPr>
                <p14:cNvContentPartPr/>
                <p14:nvPr/>
              </p14:nvContentPartPr>
              <p14:xfrm>
                <a:off x="2869560" y="3653640"/>
                <a:ext cx="11520" cy="680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E5ED394-26B6-43DF-278C-B5A310ADA46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60560" y="3644640"/>
                  <a:ext cx="29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F6F025A-A807-55E0-0E93-16E83F85A4C4}"/>
                    </a:ext>
                  </a:extLst>
                </p14:cNvPr>
                <p14:cNvContentPartPr/>
                <p14:nvPr/>
              </p14:nvContentPartPr>
              <p14:xfrm>
                <a:off x="2914560" y="3648240"/>
                <a:ext cx="38880" cy="91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F6F025A-A807-55E0-0E93-16E83F85A4C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905560" y="3639240"/>
                  <a:ext cx="56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ED29522-41D7-0AA3-E9EC-71B678BB7088}"/>
                    </a:ext>
                  </a:extLst>
                </p14:cNvPr>
                <p14:cNvContentPartPr/>
                <p14:nvPr/>
              </p14:nvContentPartPr>
              <p14:xfrm>
                <a:off x="2914560" y="3684600"/>
                <a:ext cx="51840" cy="226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ED29522-41D7-0AA3-E9EC-71B678BB708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905622" y="3675741"/>
                  <a:ext cx="69358" cy="40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90BD653-8615-3270-BCA5-98B787682ADA}"/>
                    </a:ext>
                  </a:extLst>
                </p14:cNvPr>
                <p14:cNvContentPartPr/>
                <p14:nvPr/>
              </p14:nvContentPartPr>
              <p14:xfrm>
                <a:off x="2985840" y="3623400"/>
                <a:ext cx="33480" cy="421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90BD653-8615-3270-BCA5-98B787682AD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976840" y="3614400"/>
                  <a:ext cx="51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9B3B5C0-352C-C183-6E4B-BCE69EAD24D1}"/>
                    </a:ext>
                  </a:extLst>
                </p14:cNvPr>
                <p14:cNvContentPartPr/>
                <p14:nvPr/>
              </p14:nvContentPartPr>
              <p14:xfrm>
                <a:off x="3004920" y="3647160"/>
                <a:ext cx="40320" cy="612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9B3B5C0-352C-C183-6E4B-BCE69EAD24D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995920" y="3638160"/>
                  <a:ext cx="57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C0C02BE-03BB-E895-55DE-A57E43B70EC1}"/>
                    </a:ext>
                  </a:extLst>
                </p14:cNvPr>
                <p14:cNvContentPartPr/>
                <p14:nvPr/>
              </p14:nvContentPartPr>
              <p14:xfrm>
                <a:off x="2011680" y="5169336"/>
                <a:ext cx="360" cy="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C0C02BE-03BB-E895-55DE-A57E43B70EC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00268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A6442FD-AB90-00FB-E6B3-036E27F2ECA6}"/>
                    </a:ext>
                  </a:extLst>
                </p14:cNvPr>
                <p14:cNvContentPartPr/>
                <p14:nvPr/>
              </p14:nvContentPartPr>
              <p14:xfrm>
                <a:off x="2121120" y="5163216"/>
                <a:ext cx="360" cy="3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A6442FD-AB90-00FB-E6B3-036E27F2ECA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11212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474EF76-F58C-F526-360B-80849D7D11BF}"/>
                    </a:ext>
                  </a:extLst>
                </p14:cNvPr>
                <p14:cNvContentPartPr/>
                <p14:nvPr/>
              </p14:nvContentPartPr>
              <p14:xfrm>
                <a:off x="2255400" y="5169336"/>
                <a:ext cx="360" cy="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474EF76-F58C-F526-360B-80849D7D11B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24640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ECA697B-5345-52C9-9A15-821C93DC12A3}"/>
                    </a:ext>
                  </a:extLst>
                </p14:cNvPr>
                <p14:cNvContentPartPr/>
                <p14:nvPr/>
              </p14:nvContentPartPr>
              <p14:xfrm>
                <a:off x="2455560" y="5181576"/>
                <a:ext cx="1440" cy="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ECA697B-5345-52C9-9A15-821C93DC12A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446560" y="5172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A279ED8-3B25-BAB4-F206-EB7A6DA47254}"/>
                    </a:ext>
                  </a:extLst>
                </p14:cNvPr>
                <p14:cNvContentPartPr/>
                <p14:nvPr/>
              </p14:nvContentPartPr>
              <p14:xfrm>
                <a:off x="2596680" y="5168256"/>
                <a:ext cx="1440" cy="14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A279ED8-3B25-BAB4-F206-EB7A6DA4725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584680" y="5159256"/>
                  <a:ext cx="24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C003446-D1B3-7E8B-085D-4764FDBCC406}"/>
                    </a:ext>
                  </a:extLst>
                </p14:cNvPr>
                <p14:cNvContentPartPr/>
                <p14:nvPr/>
              </p14:nvContentPartPr>
              <p14:xfrm>
                <a:off x="2779560" y="5163216"/>
                <a:ext cx="360" cy="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C003446-D1B3-7E8B-085D-4764FDBCC40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77056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2" name="TextBox 311">
            <a:extLst>
              <a:ext uri="{FF2B5EF4-FFF2-40B4-BE49-F238E27FC236}">
                <a16:creationId xmlns:a16="http://schemas.microsoft.com/office/drawing/2014/main" id="{0B718C9C-D640-9CE5-DAF2-A789354C6CB9}"/>
              </a:ext>
            </a:extLst>
          </p:cNvPr>
          <p:cNvSpPr txBox="1"/>
          <p:nvPr/>
        </p:nvSpPr>
        <p:spPr>
          <a:xfrm>
            <a:off x="4563849" y="3241277"/>
            <a:ext cx="144243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AVG LOS vs TG %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713ACC3B-6D20-F7F8-2CAF-8D0C2F8ECDCE}"/>
              </a:ext>
            </a:extLst>
          </p:cNvPr>
          <p:cNvSpPr txBox="1"/>
          <p:nvPr/>
        </p:nvSpPr>
        <p:spPr>
          <a:xfrm>
            <a:off x="4948478" y="5241914"/>
            <a:ext cx="120829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Months  / DEPT’S</a:t>
            </a:r>
            <a:endParaRPr dirty="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2DEF424B-4703-F34F-1205-05045BD50B20}"/>
              </a:ext>
            </a:extLst>
          </p:cNvPr>
          <p:cNvSpPr txBox="1"/>
          <p:nvPr/>
        </p:nvSpPr>
        <p:spPr>
          <a:xfrm rot="16200000">
            <a:off x="3202834" y="4109930"/>
            <a:ext cx="111601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DUAL PCT %</a:t>
            </a:r>
            <a:endParaRPr dirty="0"/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4827E68C-3ECC-3778-8107-D5052DDD305E}"/>
              </a:ext>
            </a:extLst>
          </p:cNvPr>
          <p:cNvSpPr txBox="1"/>
          <p:nvPr/>
        </p:nvSpPr>
        <p:spPr>
          <a:xfrm>
            <a:off x="7497200" y="3211785"/>
            <a:ext cx="213992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DEPT EFFICIENCY SCORE RANKING</a:t>
            </a:r>
            <a:endParaRPr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DE8BEA73-4A20-A5DC-473E-06C01BBB3B9D}"/>
              </a:ext>
            </a:extLst>
          </p:cNvPr>
          <p:cNvSpPr txBox="1"/>
          <p:nvPr/>
        </p:nvSpPr>
        <p:spPr>
          <a:xfrm>
            <a:off x="8124186" y="5219023"/>
            <a:ext cx="110029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SCORE</a:t>
            </a:r>
            <a:endParaRPr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4B25D61D-4D7A-A8D8-A8FF-5DA44CC73680}"/>
              </a:ext>
            </a:extLst>
          </p:cNvPr>
          <p:cNvSpPr txBox="1"/>
          <p:nvPr/>
        </p:nvSpPr>
        <p:spPr>
          <a:xfrm rot="16200000">
            <a:off x="6292785" y="4087039"/>
            <a:ext cx="128753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Department names </a:t>
            </a:r>
            <a:endParaRPr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9FF3FAA7-8603-AD8F-F204-9B59238647A6}"/>
              </a:ext>
            </a:extLst>
          </p:cNvPr>
          <p:cNvSpPr txBox="1"/>
          <p:nvPr/>
        </p:nvSpPr>
        <p:spPr>
          <a:xfrm>
            <a:off x="10836089" y="3241277"/>
            <a:ext cx="180861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BUDGET ALLOC BY DEPT’S</a:t>
            </a:r>
            <a:endParaRPr dirty="0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50115C8B-FA89-9085-5773-99497545E6B4}"/>
              </a:ext>
            </a:extLst>
          </p:cNvPr>
          <p:cNvSpPr txBox="1"/>
          <p:nvPr/>
        </p:nvSpPr>
        <p:spPr>
          <a:xfrm>
            <a:off x="11197155" y="5200229"/>
            <a:ext cx="114646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TOT AMOUNT</a:t>
            </a:r>
            <a:endParaRPr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9FB52E5E-32F7-DE95-E88C-CA89C5C4F45A}"/>
              </a:ext>
            </a:extLst>
          </p:cNvPr>
          <p:cNvSpPr txBox="1"/>
          <p:nvPr/>
        </p:nvSpPr>
        <p:spPr>
          <a:xfrm rot="16200000">
            <a:off x="9682238" y="3945953"/>
            <a:ext cx="102137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DEPTS NAMES</a:t>
            </a:r>
            <a:endParaRPr dirty="0"/>
          </a:p>
        </p:txBody>
      </p:sp>
      <p:sp>
        <p:nvSpPr>
          <p:cNvPr id="329" name="Rectangle: Rounded Corners 328">
            <a:extLst>
              <a:ext uri="{FF2B5EF4-FFF2-40B4-BE49-F238E27FC236}">
                <a16:creationId xmlns:a16="http://schemas.microsoft.com/office/drawing/2014/main" id="{0A21CE8F-37FD-59AC-986C-77EA2A01363C}"/>
              </a:ext>
            </a:extLst>
          </p:cNvPr>
          <p:cNvSpPr/>
          <p:nvPr/>
        </p:nvSpPr>
        <p:spPr>
          <a:xfrm>
            <a:off x="430804" y="556118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50C7C333-0A86-D3E9-325C-381F03118B98}"/>
              </a:ext>
            </a:extLst>
          </p:cNvPr>
          <p:cNvSpPr txBox="1"/>
          <p:nvPr/>
        </p:nvSpPr>
        <p:spPr>
          <a:xfrm>
            <a:off x="1035360" y="5600782"/>
            <a:ext cx="252098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CAPACITY vs DEMAND STAFF</a:t>
            </a:r>
            <a:endParaRPr dirty="0"/>
          </a:p>
        </p:txBody>
      </p:sp>
      <p:sp>
        <p:nvSpPr>
          <p:cNvPr id="366" name="Rectangle: Rounded Corners 365">
            <a:extLst>
              <a:ext uri="{FF2B5EF4-FFF2-40B4-BE49-F238E27FC236}">
                <a16:creationId xmlns:a16="http://schemas.microsoft.com/office/drawing/2014/main" id="{7B9BF8E6-4C61-14DC-E89F-3BBF6B9230E4}"/>
              </a:ext>
            </a:extLst>
          </p:cNvPr>
          <p:cNvSpPr/>
          <p:nvPr/>
        </p:nvSpPr>
        <p:spPr>
          <a:xfrm>
            <a:off x="3613560" y="5550852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E0B1EF93-3DC0-39C0-864A-E08C5A50FE1D}"/>
              </a:ext>
            </a:extLst>
          </p:cNvPr>
          <p:cNvSpPr txBox="1"/>
          <p:nvPr/>
        </p:nvSpPr>
        <p:spPr>
          <a:xfrm>
            <a:off x="4213092" y="5584430"/>
            <a:ext cx="185659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BED OCCUP % vs  TARGET %</a:t>
            </a:r>
            <a:endParaRPr dirty="0"/>
          </a:p>
        </p:txBody>
      </p:sp>
      <p:sp>
        <p:nvSpPr>
          <p:cNvPr id="403" name="Rectangle: Rounded Corners 402">
            <a:extLst>
              <a:ext uri="{FF2B5EF4-FFF2-40B4-BE49-F238E27FC236}">
                <a16:creationId xmlns:a16="http://schemas.microsoft.com/office/drawing/2014/main" id="{6541F017-CAFD-5DAC-9D03-EA2A61959427}"/>
              </a:ext>
            </a:extLst>
          </p:cNvPr>
          <p:cNvSpPr/>
          <p:nvPr/>
        </p:nvSpPr>
        <p:spPr>
          <a:xfrm>
            <a:off x="6791406" y="556118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DFDD0329-F111-7F1B-6390-AEF486F0C1CA}"/>
              </a:ext>
            </a:extLst>
          </p:cNvPr>
          <p:cNvSpPr txBox="1"/>
          <p:nvPr/>
        </p:nvSpPr>
        <p:spPr>
          <a:xfrm>
            <a:off x="7342579" y="5593676"/>
            <a:ext cx="285034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AVG TREATIMET HRS BY DEPTS &amp; HOSP</a:t>
            </a:r>
            <a:endParaRPr dirty="0"/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02220E89-2CA0-24B0-02F9-DA3F652E62EE}"/>
              </a:ext>
            </a:extLst>
          </p:cNvPr>
          <p:cNvSpPr txBox="1"/>
          <p:nvPr/>
        </p:nvSpPr>
        <p:spPr>
          <a:xfrm>
            <a:off x="8076318" y="7561362"/>
            <a:ext cx="118424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HOSPITALS</a:t>
            </a:r>
            <a:endParaRPr dirty="0"/>
          </a:p>
        </p:txBody>
      </p:sp>
      <p:sp>
        <p:nvSpPr>
          <p:cNvPr id="440" name="Rectangle: Rounded Corners 439">
            <a:extLst>
              <a:ext uri="{FF2B5EF4-FFF2-40B4-BE49-F238E27FC236}">
                <a16:creationId xmlns:a16="http://schemas.microsoft.com/office/drawing/2014/main" id="{FF3F0FFC-B448-EF5C-598D-7922516C04F8}"/>
              </a:ext>
            </a:extLst>
          </p:cNvPr>
          <p:cNvSpPr/>
          <p:nvPr/>
        </p:nvSpPr>
        <p:spPr>
          <a:xfrm>
            <a:off x="9965082" y="558723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1697C376-071D-6C85-340C-49340B5B3453}"/>
              </a:ext>
            </a:extLst>
          </p:cNvPr>
          <p:cNvSpPr txBox="1"/>
          <p:nvPr/>
        </p:nvSpPr>
        <p:spPr>
          <a:xfrm>
            <a:off x="10865366" y="5586775"/>
            <a:ext cx="1653017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DEPT’S SUMMARY TABLE</a:t>
            </a:r>
            <a:endParaRPr dirty="0"/>
          </a:p>
        </p:txBody>
      </p:sp>
      <p:sp>
        <p:nvSpPr>
          <p:cNvPr id="713" name="TextBox 712">
            <a:extLst>
              <a:ext uri="{FF2B5EF4-FFF2-40B4-BE49-F238E27FC236}">
                <a16:creationId xmlns:a16="http://schemas.microsoft.com/office/drawing/2014/main" id="{B8801EE0-F53F-407E-B4E3-0DACC3AB9DB1}"/>
              </a:ext>
            </a:extLst>
          </p:cNvPr>
          <p:cNvSpPr txBox="1"/>
          <p:nvPr/>
        </p:nvSpPr>
        <p:spPr>
          <a:xfrm rot="16200000">
            <a:off x="6491297" y="6432207"/>
            <a:ext cx="97975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DEPARTMENTS</a:t>
            </a:r>
            <a:endParaRPr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ECFADC-AB6C-34B3-4C2F-105FE5B044A3}"/>
              </a:ext>
            </a:extLst>
          </p:cNvPr>
          <p:cNvCxnSpPr>
            <a:cxnSpLocks/>
          </p:cNvCxnSpPr>
          <p:nvPr/>
        </p:nvCxnSpPr>
        <p:spPr>
          <a:xfrm>
            <a:off x="8004038" y="3681150"/>
            <a:ext cx="0" cy="14479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5063EA4D-4B11-A69C-9496-529FFC6DE6CC}"/>
              </a:ext>
            </a:extLst>
          </p:cNvPr>
          <p:cNvSpPr/>
          <p:nvPr/>
        </p:nvSpPr>
        <p:spPr>
          <a:xfrm rot="5400000" flipV="1">
            <a:off x="8621516" y="3161471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48F4AB1E-E625-4D56-7BCD-1CF439B9177D}"/>
              </a:ext>
            </a:extLst>
          </p:cNvPr>
          <p:cNvSpPr/>
          <p:nvPr/>
        </p:nvSpPr>
        <p:spPr>
          <a:xfrm rot="5400000" flipV="1">
            <a:off x="8498653" y="3638293"/>
            <a:ext cx="231210" cy="1220440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A95233CB-191E-B06B-15BF-09116FA094F1}"/>
              </a:ext>
            </a:extLst>
          </p:cNvPr>
          <p:cNvSpPr/>
          <p:nvPr/>
        </p:nvSpPr>
        <p:spPr>
          <a:xfrm rot="5400000" flipV="1">
            <a:off x="8429528" y="4040661"/>
            <a:ext cx="231210" cy="110613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Flowchart: Process 33">
            <a:extLst>
              <a:ext uri="{FF2B5EF4-FFF2-40B4-BE49-F238E27FC236}">
                <a16:creationId xmlns:a16="http://schemas.microsoft.com/office/drawing/2014/main" id="{267982EE-9AF9-5DA5-82C2-33C4586B7348}"/>
              </a:ext>
            </a:extLst>
          </p:cNvPr>
          <p:cNvSpPr/>
          <p:nvPr/>
        </p:nvSpPr>
        <p:spPr>
          <a:xfrm rot="5400000" flipV="1">
            <a:off x="8350311" y="4445959"/>
            <a:ext cx="249284" cy="96577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CEC024D-7B27-F4ED-A096-71E8E3BA4CCF}"/>
              </a:ext>
            </a:extLst>
          </p:cNvPr>
          <p:cNvCxnSpPr>
            <a:cxnSpLocks/>
          </p:cNvCxnSpPr>
          <p:nvPr/>
        </p:nvCxnSpPr>
        <p:spPr>
          <a:xfrm>
            <a:off x="11083863" y="3587945"/>
            <a:ext cx="0" cy="14479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chart: Process 41">
            <a:extLst>
              <a:ext uri="{FF2B5EF4-FFF2-40B4-BE49-F238E27FC236}">
                <a16:creationId xmlns:a16="http://schemas.microsoft.com/office/drawing/2014/main" id="{A2E77536-BB03-1521-773F-B1D8DBA0F670}"/>
              </a:ext>
            </a:extLst>
          </p:cNvPr>
          <p:cNvSpPr/>
          <p:nvPr/>
        </p:nvSpPr>
        <p:spPr>
          <a:xfrm rot="5400000" flipV="1">
            <a:off x="11701341" y="3068266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lowchart: Process 42">
            <a:extLst>
              <a:ext uri="{FF2B5EF4-FFF2-40B4-BE49-F238E27FC236}">
                <a16:creationId xmlns:a16="http://schemas.microsoft.com/office/drawing/2014/main" id="{099618AD-7ECE-9AF0-D5F3-E86219C24451}"/>
              </a:ext>
            </a:extLst>
          </p:cNvPr>
          <p:cNvSpPr/>
          <p:nvPr/>
        </p:nvSpPr>
        <p:spPr>
          <a:xfrm rot="5400000" flipV="1">
            <a:off x="11578478" y="3545088"/>
            <a:ext cx="231210" cy="1220440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Flowchart: Process 43">
            <a:extLst>
              <a:ext uri="{FF2B5EF4-FFF2-40B4-BE49-F238E27FC236}">
                <a16:creationId xmlns:a16="http://schemas.microsoft.com/office/drawing/2014/main" id="{860B5A55-030D-AD12-B794-535A0B4E1B93}"/>
              </a:ext>
            </a:extLst>
          </p:cNvPr>
          <p:cNvSpPr/>
          <p:nvPr/>
        </p:nvSpPr>
        <p:spPr>
          <a:xfrm rot="5400000" flipV="1">
            <a:off x="11509353" y="3947456"/>
            <a:ext cx="231210" cy="110613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Flowchart: Process 44">
            <a:extLst>
              <a:ext uri="{FF2B5EF4-FFF2-40B4-BE49-F238E27FC236}">
                <a16:creationId xmlns:a16="http://schemas.microsoft.com/office/drawing/2014/main" id="{18317D6E-1EF5-4E90-57EB-C1C4073B5519}"/>
              </a:ext>
            </a:extLst>
          </p:cNvPr>
          <p:cNvSpPr/>
          <p:nvPr/>
        </p:nvSpPr>
        <p:spPr>
          <a:xfrm rot="5400000" flipV="1">
            <a:off x="11430136" y="4352754"/>
            <a:ext cx="249284" cy="96577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2C7F621-9BC2-5142-F585-658DF92F3AD0}"/>
              </a:ext>
            </a:extLst>
          </p:cNvPr>
          <p:cNvGrpSpPr/>
          <p:nvPr/>
        </p:nvGrpSpPr>
        <p:grpSpPr>
          <a:xfrm>
            <a:off x="12633760" y="3749240"/>
            <a:ext cx="275400" cy="147240"/>
            <a:chOff x="12633760" y="3749240"/>
            <a:chExt cx="275400" cy="14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0DBECA5-9D57-2DFB-C4FE-D5863363C938}"/>
                    </a:ext>
                  </a:extLst>
                </p14:cNvPr>
                <p14:cNvContentPartPr/>
                <p14:nvPr/>
              </p14:nvContentPartPr>
              <p14:xfrm>
                <a:off x="12633760" y="3769040"/>
                <a:ext cx="132480" cy="127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0DBECA5-9D57-2DFB-C4FE-D5863363C93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624735" y="3760040"/>
                  <a:ext cx="150168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5AA2067-4A6B-76D3-1E7F-5F6DA061C65D}"/>
                    </a:ext>
                  </a:extLst>
                </p14:cNvPr>
                <p14:cNvContentPartPr/>
                <p14:nvPr/>
              </p14:nvContentPartPr>
              <p14:xfrm>
                <a:off x="12735280" y="3749240"/>
                <a:ext cx="67680" cy="117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5AA2067-4A6B-76D3-1E7F-5F6DA061C65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2726232" y="3740212"/>
                  <a:ext cx="85414" cy="1346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82A0028-FB51-EEF3-DD95-37B8C6B3B58F}"/>
                    </a:ext>
                  </a:extLst>
                </p14:cNvPr>
                <p14:cNvContentPartPr/>
                <p14:nvPr/>
              </p14:nvContentPartPr>
              <p14:xfrm>
                <a:off x="12857320" y="3760760"/>
                <a:ext cx="51840" cy="70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82A0028-FB51-EEF3-DD95-37B8C6B3B58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2848382" y="3751760"/>
                  <a:ext cx="69358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E8C266B-79BE-2481-393A-F6D3C9A03CCA}"/>
              </a:ext>
            </a:extLst>
          </p:cNvPr>
          <p:cNvGrpSpPr/>
          <p:nvPr/>
        </p:nvGrpSpPr>
        <p:grpSpPr>
          <a:xfrm>
            <a:off x="12390040" y="4081520"/>
            <a:ext cx="256320" cy="110160"/>
            <a:chOff x="12390040" y="4081520"/>
            <a:chExt cx="256320" cy="11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1719459-68DC-3581-41DB-8C6E681B4F5D}"/>
                    </a:ext>
                  </a:extLst>
                </p14:cNvPr>
                <p14:cNvContentPartPr/>
                <p14:nvPr/>
              </p14:nvContentPartPr>
              <p14:xfrm>
                <a:off x="12390040" y="4104560"/>
                <a:ext cx="16560" cy="86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1719459-68DC-3581-41DB-8C6E681B4F5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2381040" y="4095560"/>
                  <a:ext cx="34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5449FC6-52CC-98C3-CFA6-8F8334B80F1D}"/>
                    </a:ext>
                  </a:extLst>
                </p14:cNvPr>
                <p14:cNvContentPartPr/>
                <p14:nvPr/>
              </p14:nvContentPartPr>
              <p14:xfrm>
                <a:off x="12445840" y="4081520"/>
                <a:ext cx="69480" cy="28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5449FC6-52CC-98C3-CFA6-8F8334B80F1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2436886" y="4072520"/>
                  <a:ext cx="87029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3C44A1D-3600-77BE-289D-AC80BE443707}"/>
                    </a:ext>
                  </a:extLst>
                </p14:cNvPr>
                <p14:cNvContentPartPr/>
                <p14:nvPr/>
              </p14:nvContentPartPr>
              <p14:xfrm>
                <a:off x="12466720" y="4104560"/>
                <a:ext cx="51840" cy="87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3C44A1D-3600-77BE-289D-AC80BE44370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2457720" y="4095560"/>
                  <a:ext cx="694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5E64D98-A546-B029-7BE4-CCCF26FBEBDE}"/>
                    </a:ext>
                  </a:extLst>
                </p14:cNvPr>
                <p14:cNvContentPartPr/>
                <p14:nvPr/>
              </p14:nvContentPartPr>
              <p14:xfrm>
                <a:off x="12562840" y="4118240"/>
                <a:ext cx="83520" cy="54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5E64D98-A546-B029-7BE4-CCCF26FBEBD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2553840" y="4109180"/>
                  <a:ext cx="101160" cy="7175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67E7705-0F5D-EC3B-3E41-80DE51B2B146}"/>
              </a:ext>
            </a:extLst>
          </p:cNvPr>
          <p:cNvGrpSpPr/>
          <p:nvPr/>
        </p:nvGrpSpPr>
        <p:grpSpPr>
          <a:xfrm>
            <a:off x="12252880" y="4418840"/>
            <a:ext cx="215280" cy="146160"/>
            <a:chOff x="12252880" y="4418840"/>
            <a:chExt cx="215280" cy="14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CB2C6A4-0AA8-4811-DCBD-8F44CA3453FF}"/>
                    </a:ext>
                  </a:extLst>
                </p14:cNvPr>
                <p14:cNvContentPartPr/>
                <p14:nvPr/>
              </p14:nvContentPartPr>
              <p14:xfrm>
                <a:off x="12252880" y="4439000"/>
                <a:ext cx="11880" cy="124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CB2C6A4-0AA8-4811-DCBD-8F44CA3453F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2243880" y="4430000"/>
                  <a:ext cx="29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9C1980-9AA0-045C-63B6-35A97A9981C4}"/>
                    </a:ext>
                  </a:extLst>
                </p14:cNvPr>
                <p14:cNvContentPartPr/>
                <p14:nvPr/>
              </p14:nvContentPartPr>
              <p14:xfrm>
                <a:off x="12303640" y="4429640"/>
                <a:ext cx="72360" cy="135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9C1980-9AA0-045C-63B6-35A97A9981C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2294640" y="4420640"/>
                  <a:ext cx="90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5ADF53C-5343-9BFF-3549-3FD51A01C461}"/>
                    </a:ext>
                  </a:extLst>
                </p14:cNvPr>
                <p14:cNvContentPartPr/>
                <p14:nvPr/>
              </p14:nvContentPartPr>
              <p14:xfrm>
                <a:off x="12395080" y="4418840"/>
                <a:ext cx="73080" cy="92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5ADF53C-5343-9BFF-3549-3FD51A01C46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2386124" y="4409840"/>
                  <a:ext cx="90634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E7AC1C1-AB44-70FF-745A-FE6391989D8A}"/>
              </a:ext>
            </a:extLst>
          </p:cNvPr>
          <p:cNvGrpSpPr/>
          <p:nvPr/>
        </p:nvGrpSpPr>
        <p:grpSpPr>
          <a:xfrm>
            <a:off x="12156400" y="4778480"/>
            <a:ext cx="144000" cy="138960"/>
            <a:chOff x="12156400" y="4778480"/>
            <a:chExt cx="14400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E83FC64-7451-4418-285A-FA0D5332ED97}"/>
                    </a:ext>
                  </a:extLst>
                </p14:cNvPr>
                <p14:cNvContentPartPr/>
                <p14:nvPr/>
              </p14:nvContentPartPr>
              <p14:xfrm>
                <a:off x="12156400" y="4800440"/>
                <a:ext cx="16200" cy="55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E83FC64-7451-4418-285A-FA0D5332ED9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2147400" y="4791498"/>
                  <a:ext cx="33840" cy="733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A2CBD92-028B-56B0-E52F-EBBCDA8D7207}"/>
                    </a:ext>
                  </a:extLst>
                </p14:cNvPr>
                <p14:cNvContentPartPr/>
                <p14:nvPr/>
              </p14:nvContentPartPr>
              <p14:xfrm>
                <a:off x="12160720" y="4831400"/>
                <a:ext cx="16200" cy="45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A2CBD92-028B-56B0-E52F-EBBCDA8D720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2151720" y="4822400"/>
                  <a:ext cx="33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AE40A8D-2DC9-55ED-2D8F-83F3FE09D153}"/>
                    </a:ext>
                  </a:extLst>
                </p14:cNvPr>
                <p14:cNvContentPartPr/>
                <p14:nvPr/>
              </p14:nvContentPartPr>
              <p14:xfrm>
                <a:off x="12166120" y="4813040"/>
                <a:ext cx="20880" cy="104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AE40A8D-2DC9-55ED-2D8F-83F3FE09D15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2157273" y="4804040"/>
                  <a:ext cx="38221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B25A266-7155-10C4-B046-C6FDE4FF4E23}"/>
                    </a:ext>
                  </a:extLst>
                </p14:cNvPr>
                <p14:cNvContentPartPr/>
                <p14:nvPr/>
              </p14:nvContentPartPr>
              <p14:xfrm>
                <a:off x="12217240" y="4810520"/>
                <a:ext cx="360" cy="75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B25A266-7155-10C4-B046-C6FDE4FF4E2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2208240" y="4801477"/>
                  <a:ext cx="18000" cy="929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27C4CC2-DB81-5E32-3CE3-F5A7BC0BB81B}"/>
                    </a:ext>
                  </a:extLst>
                </p14:cNvPr>
                <p14:cNvContentPartPr/>
                <p14:nvPr/>
              </p14:nvContentPartPr>
              <p14:xfrm>
                <a:off x="12247840" y="4778480"/>
                <a:ext cx="52560" cy="94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27C4CC2-DB81-5E32-3CE3-F5A7BC0BB81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2238840" y="4769480"/>
                  <a:ext cx="70200" cy="1119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AC5BD0E-40C0-B088-E924-F9B73AC6E0EC}"/>
              </a:ext>
            </a:extLst>
          </p:cNvPr>
          <p:cNvCxnSpPr>
            <a:cxnSpLocks/>
          </p:cNvCxnSpPr>
          <p:nvPr/>
        </p:nvCxnSpPr>
        <p:spPr>
          <a:xfrm>
            <a:off x="693781" y="7463107"/>
            <a:ext cx="2584062" cy="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lowchart: Process 86">
            <a:extLst>
              <a:ext uri="{FF2B5EF4-FFF2-40B4-BE49-F238E27FC236}">
                <a16:creationId xmlns:a16="http://schemas.microsoft.com/office/drawing/2014/main" id="{5EDD4FC4-7F94-4F77-0D28-C5277BDF4DF4}"/>
              </a:ext>
            </a:extLst>
          </p:cNvPr>
          <p:cNvSpPr/>
          <p:nvPr/>
        </p:nvSpPr>
        <p:spPr>
          <a:xfrm flipV="1">
            <a:off x="835869" y="5989802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Flowchart: Process 87">
            <a:extLst>
              <a:ext uri="{FF2B5EF4-FFF2-40B4-BE49-F238E27FC236}">
                <a16:creationId xmlns:a16="http://schemas.microsoft.com/office/drawing/2014/main" id="{7EEAD64C-2B83-D6FD-0CEE-4E197DB664EA}"/>
              </a:ext>
            </a:extLst>
          </p:cNvPr>
          <p:cNvSpPr/>
          <p:nvPr/>
        </p:nvSpPr>
        <p:spPr>
          <a:xfrm flipV="1">
            <a:off x="1098316" y="6139987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Flowchart: Process 88">
            <a:extLst>
              <a:ext uri="{FF2B5EF4-FFF2-40B4-BE49-F238E27FC236}">
                <a16:creationId xmlns:a16="http://schemas.microsoft.com/office/drawing/2014/main" id="{8B2A6F1D-14DD-6CF0-F4FD-C4895F757605}"/>
              </a:ext>
            </a:extLst>
          </p:cNvPr>
          <p:cNvSpPr/>
          <p:nvPr/>
        </p:nvSpPr>
        <p:spPr>
          <a:xfrm flipV="1">
            <a:off x="1472836" y="5969807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Flowchart: Process 89">
            <a:extLst>
              <a:ext uri="{FF2B5EF4-FFF2-40B4-BE49-F238E27FC236}">
                <a16:creationId xmlns:a16="http://schemas.microsoft.com/office/drawing/2014/main" id="{6105314B-BB2A-0067-B672-6925AC8E4A89}"/>
              </a:ext>
            </a:extLst>
          </p:cNvPr>
          <p:cNvSpPr/>
          <p:nvPr/>
        </p:nvSpPr>
        <p:spPr>
          <a:xfrm flipV="1">
            <a:off x="1719676" y="6133054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Flowchart: Process 90">
            <a:extLst>
              <a:ext uri="{FF2B5EF4-FFF2-40B4-BE49-F238E27FC236}">
                <a16:creationId xmlns:a16="http://schemas.microsoft.com/office/drawing/2014/main" id="{ED9957E0-3FD5-8374-711A-D14FA3FD3F86}"/>
              </a:ext>
            </a:extLst>
          </p:cNvPr>
          <p:cNvSpPr/>
          <p:nvPr/>
        </p:nvSpPr>
        <p:spPr>
          <a:xfrm flipV="1">
            <a:off x="2102521" y="5969574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Flowchart: Process 91">
            <a:extLst>
              <a:ext uri="{FF2B5EF4-FFF2-40B4-BE49-F238E27FC236}">
                <a16:creationId xmlns:a16="http://schemas.microsoft.com/office/drawing/2014/main" id="{81F54409-58A0-88EC-D719-7F917A7534FB}"/>
              </a:ext>
            </a:extLst>
          </p:cNvPr>
          <p:cNvSpPr/>
          <p:nvPr/>
        </p:nvSpPr>
        <p:spPr>
          <a:xfrm flipV="1">
            <a:off x="2355251" y="6132693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Flowchart: Process 92">
            <a:extLst>
              <a:ext uri="{FF2B5EF4-FFF2-40B4-BE49-F238E27FC236}">
                <a16:creationId xmlns:a16="http://schemas.microsoft.com/office/drawing/2014/main" id="{67A829CC-86C6-B45C-1890-F3B04EEE7D08}"/>
              </a:ext>
            </a:extLst>
          </p:cNvPr>
          <p:cNvSpPr/>
          <p:nvPr/>
        </p:nvSpPr>
        <p:spPr>
          <a:xfrm flipV="1">
            <a:off x="2710228" y="5989802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Flowchart: Process 93">
            <a:extLst>
              <a:ext uri="{FF2B5EF4-FFF2-40B4-BE49-F238E27FC236}">
                <a16:creationId xmlns:a16="http://schemas.microsoft.com/office/drawing/2014/main" id="{8E8E687E-547A-48E4-01C4-0CC2A2331E15}"/>
              </a:ext>
            </a:extLst>
          </p:cNvPr>
          <p:cNvSpPr/>
          <p:nvPr/>
        </p:nvSpPr>
        <p:spPr>
          <a:xfrm flipV="1">
            <a:off x="2958775" y="6145931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7FBE09C2-2F2D-CBEE-736A-1ECC9C28C29A}"/>
              </a:ext>
            </a:extLst>
          </p:cNvPr>
          <p:cNvSpPr txBox="1"/>
          <p:nvPr/>
        </p:nvSpPr>
        <p:spPr>
          <a:xfrm>
            <a:off x="1572188" y="7572955"/>
            <a:ext cx="109408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DEPARTMENTS</a:t>
            </a:r>
            <a:endParaRPr dirty="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4418BE7B-C9C6-282B-9643-95C200D5DC3F}"/>
              </a:ext>
            </a:extLst>
          </p:cNvPr>
          <p:cNvSpPr txBox="1"/>
          <p:nvPr/>
        </p:nvSpPr>
        <p:spPr>
          <a:xfrm rot="16200000">
            <a:off x="250717" y="6443970"/>
            <a:ext cx="71345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COUNT</a:t>
            </a:r>
            <a:endParaRPr dirty="0"/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89D3BB08-37B3-3A2B-793D-632620720F03}"/>
              </a:ext>
            </a:extLst>
          </p:cNvPr>
          <p:cNvGrpSpPr/>
          <p:nvPr/>
        </p:nvGrpSpPr>
        <p:grpSpPr>
          <a:xfrm>
            <a:off x="836280" y="5866920"/>
            <a:ext cx="221760" cy="94680"/>
            <a:chOff x="836280" y="5866920"/>
            <a:chExt cx="221760" cy="9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A11171F8-8B9F-1F55-8C90-2A9462F7B752}"/>
                    </a:ext>
                  </a:extLst>
                </p14:cNvPr>
                <p14:cNvContentPartPr/>
                <p14:nvPr/>
              </p14:nvContentPartPr>
              <p14:xfrm>
                <a:off x="836280" y="5886000"/>
                <a:ext cx="49320" cy="471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A11171F8-8B9F-1F55-8C90-2A9462F7B75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27280" y="5877000"/>
                  <a:ext cx="66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73F76A3-2D30-F6DF-7628-F66BCD808936}"/>
                    </a:ext>
                  </a:extLst>
                </p14:cNvPr>
                <p14:cNvContentPartPr/>
                <p14:nvPr/>
              </p14:nvContentPartPr>
              <p14:xfrm>
                <a:off x="891360" y="5866920"/>
                <a:ext cx="40680" cy="367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73F76A3-2D30-F6DF-7628-F66BCD80893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82280" y="5858007"/>
                  <a:ext cx="58478" cy="541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89DBF54-E63F-C5B0-A7FF-83E166833F5A}"/>
                    </a:ext>
                  </a:extLst>
                </p14:cNvPr>
                <p14:cNvContentPartPr/>
                <p14:nvPr/>
              </p14:nvContentPartPr>
              <p14:xfrm>
                <a:off x="931320" y="5905440"/>
                <a:ext cx="3960" cy="561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89DBF54-E63F-C5B0-A7FF-83E166833F5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21420" y="5896440"/>
                  <a:ext cx="23364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17CAC27-440A-F522-7C20-193AF281693A}"/>
                    </a:ext>
                  </a:extLst>
                </p14:cNvPr>
                <p14:cNvContentPartPr/>
                <p14:nvPr/>
              </p14:nvContentPartPr>
              <p14:xfrm>
                <a:off x="907920" y="5886720"/>
                <a:ext cx="86760" cy="248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17CAC27-440A-F522-7C20-193AF281693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98920" y="5877720"/>
                  <a:ext cx="104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AB2A8CB5-3E9C-DE7C-CC92-C3CD2AE29070}"/>
                    </a:ext>
                  </a:extLst>
                </p14:cNvPr>
                <p14:cNvContentPartPr/>
                <p14:nvPr/>
              </p14:nvContentPartPr>
              <p14:xfrm>
                <a:off x="1000080" y="5873040"/>
                <a:ext cx="9720" cy="666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AB2A8CB5-3E9C-DE7C-CC92-C3CD2AE2907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1080" y="5864040"/>
                  <a:ext cx="27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A9DA3F63-B9F8-A1E2-FEDC-36D363B8C8F9}"/>
                    </a:ext>
                  </a:extLst>
                </p14:cNvPr>
                <p14:cNvContentPartPr/>
                <p14:nvPr/>
              </p14:nvContentPartPr>
              <p14:xfrm>
                <a:off x="1022760" y="5873040"/>
                <a:ext cx="35280" cy="482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A9DA3F63-B9F8-A1E2-FEDC-36D363B8C8F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13760" y="5864107"/>
                  <a:ext cx="52920" cy="6574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483FABDA-3C12-6FDB-A183-5284E07A742B}"/>
              </a:ext>
            </a:extLst>
          </p:cNvPr>
          <p:cNvGrpSpPr/>
          <p:nvPr/>
        </p:nvGrpSpPr>
        <p:grpSpPr>
          <a:xfrm>
            <a:off x="1175040" y="6012000"/>
            <a:ext cx="207720" cy="113760"/>
            <a:chOff x="1175040" y="6012000"/>
            <a:chExt cx="207720" cy="11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0BC3553-C78D-3434-365B-6C59BA5225BD}"/>
                    </a:ext>
                  </a:extLst>
                </p14:cNvPr>
                <p14:cNvContentPartPr/>
                <p14:nvPr/>
              </p14:nvContentPartPr>
              <p14:xfrm>
                <a:off x="1175040" y="6019560"/>
                <a:ext cx="32760" cy="860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0BC3553-C78D-3434-365B-6C59BA5225B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66040" y="6010560"/>
                  <a:ext cx="50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8E819A8-67DE-3C69-2C1C-F6299DB108C5}"/>
                    </a:ext>
                  </a:extLst>
                </p14:cNvPr>
                <p14:cNvContentPartPr/>
                <p14:nvPr/>
              </p14:nvContentPartPr>
              <p14:xfrm>
                <a:off x="1245600" y="6030000"/>
                <a:ext cx="16200" cy="108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8E819A8-67DE-3C69-2C1C-F6299DB108C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236600" y="6021000"/>
                  <a:ext cx="33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7CA78B3A-CDF4-4314-C022-D375F1E4335F}"/>
                    </a:ext>
                  </a:extLst>
                </p14:cNvPr>
                <p14:cNvContentPartPr/>
                <p14:nvPr/>
              </p14:nvContentPartPr>
              <p14:xfrm>
                <a:off x="1253520" y="6046200"/>
                <a:ext cx="23760" cy="795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7CA78B3A-CDF4-4314-C022-D375F1E4335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244382" y="6037159"/>
                  <a:ext cx="41671" cy="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49B02A42-5DE8-89CF-2867-5A9C8BECEAE5}"/>
                    </a:ext>
                  </a:extLst>
                </p14:cNvPr>
                <p14:cNvContentPartPr/>
                <p14:nvPr/>
              </p14:nvContentPartPr>
              <p14:xfrm>
                <a:off x="1302840" y="6015960"/>
                <a:ext cx="6480" cy="720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49B02A42-5DE8-89CF-2867-5A9C8BECEAE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293840" y="6006960"/>
                  <a:ext cx="24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5B99F2E-C4EE-3BF8-1769-DF5A5C765BDE}"/>
                    </a:ext>
                  </a:extLst>
                </p14:cNvPr>
                <p14:cNvContentPartPr/>
                <p14:nvPr/>
              </p14:nvContentPartPr>
              <p14:xfrm>
                <a:off x="1332360" y="6012000"/>
                <a:ext cx="50400" cy="630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5B99F2E-C4EE-3BF8-1769-DF5A5C765BD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23360" y="6002948"/>
                  <a:ext cx="68040" cy="8074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E304237E-6D63-61C5-4A9D-2AAAD43230FF}"/>
              </a:ext>
            </a:extLst>
          </p:cNvPr>
          <p:cNvGrpSpPr/>
          <p:nvPr/>
        </p:nvGrpSpPr>
        <p:grpSpPr>
          <a:xfrm>
            <a:off x="1473840" y="5842440"/>
            <a:ext cx="235440" cy="120600"/>
            <a:chOff x="1473840" y="5842440"/>
            <a:chExt cx="235440" cy="12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1ECD5FC-A058-EE77-9DBB-6BF63724A9E6}"/>
                    </a:ext>
                  </a:extLst>
                </p14:cNvPr>
                <p14:cNvContentPartPr/>
                <p14:nvPr/>
              </p14:nvContentPartPr>
              <p14:xfrm>
                <a:off x="1473840" y="5851440"/>
                <a:ext cx="10080" cy="946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1ECD5FC-A058-EE77-9DBB-6BF63724A9E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464840" y="5842440"/>
                  <a:ext cx="27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BA86EDB8-6297-5609-C0C9-6A21093E9552}"/>
                    </a:ext>
                  </a:extLst>
                </p14:cNvPr>
                <p14:cNvContentPartPr/>
                <p14:nvPr/>
              </p14:nvContentPartPr>
              <p14:xfrm>
                <a:off x="1529640" y="5851800"/>
                <a:ext cx="10080" cy="331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BA86EDB8-6297-5609-C0C9-6A21093E955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520640" y="5842800"/>
                  <a:ext cx="277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E75150A-F2BF-06B0-7CDE-EC08E33D3023}"/>
                    </a:ext>
                  </a:extLst>
                </p14:cNvPr>
                <p14:cNvContentPartPr/>
                <p14:nvPr/>
              </p14:nvContentPartPr>
              <p14:xfrm>
                <a:off x="1510560" y="5842440"/>
                <a:ext cx="21960" cy="460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E75150A-F2BF-06B0-7CDE-EC08E33D302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501560" y="5833440"/>
                  <a:ext cx="39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25507CE5-B7AF-4A73-5B38-52505A35B794}"/>
                    </a:ext>
                  </a:extLst>
                </p14:cNvPr>
                <p14:cNvContentPartPr/>
                <p14:nvPr/>
              </p14:nvContentPartPr>
              <p14:xfrm>
                <a:off x="1524960" y="5882400"/>
                <a:ext cx="22680" cy="3744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25507CE5-B7AF-4A73-5B38-52505A35B79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15815" y="5873313"/>
                  <a:ext cx="40605" cy="55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E582E7F2-E558-AFEF-4AC7-AD5C48282D00}"/>
                    </a:ext>
                  </a:extLst>
                </p14:cNvPr>
                <p14:cNvContentPartPr/>
                <p14:nvPr/>
              </p14:nvContentPartPr>
              <p14:xfrm>
                <a:off x="1582920" y="5854680"/>
                <a:ext cx="41400" cy="4572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E582E7F2-E558-AFEF-4AC7-AD5C48282D0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73998" y="5845609"/>
                  <a:ext cx="58888" cy="635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0170C5A-5352-CF57-C468-E0DE5CCD0173}"/>
                    </a:ext>
                  </a:extLst>
                </p14:cNvPr>
                <p14:cNvContentPartPr/>
                <p14:nvPr/>
              </p14:nvContentPartPr>
              <p14:xfrm>
                <a:off x="1646640" y="5857560"/>
                <a:ext cx="39600" cy="10548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0170C5A-5352-CF57-C468-E0DE5CCD017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37557" y="5848560"/>
                  <a:ext cx="57402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0EB28FB9-E6EA-3D4B-8968-91F4B803B966}"/>
                    </a:ext>
                  </a:extLst>
                </p14:cNvPr>
                <p14:cNvContentPartPr/>
                <p14:nvPr/>
              </p14:nvContentPartPr>
              <p14:xfrm>
                <a:off x="1689480" y="5889960"/>
                <a:ext cx="19800" cy="475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0EB28FB9-E6EA-3D4B-8968-91F4B803B96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80480" y="5880891"/>
                  <a:ext cx="37440" cy="65295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FE8FEB-02A2-2B01-DEFA-63C264F62F7D}"/>
              </a:ext>
            </a:extLst>
          </p:cNvPr>
          <p:cNvCxnSpPr/>
          <p:nvPr/>
        </p:nvCxnSpPr>
        <p:spPr>
          <a:xfrm>
            <a:off x="549286" y="2358616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CF8B88-A7C7-2F53-DADD-22C448F455E6}"/>
              </a:ext>
            </a:extLst>
          </p:cNvPr>
          <p:cNvCxnSpPr/>
          <p:nvPr/>
        </p:nvCxnSpPr>
        <p:spPr>
          <a:xfrm>
            <a:off x="2707081" y="2362652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B157B6-45E2-192B-66ED-BE194CDBA69E}"/>
              </a:ext>
            </a:extLst>
          </p:cNvPr>
          <p:cNvCxnSpPr/>
          <p:nvPr/>
        </p:nvCxnSpPr>
        <p:spPr>
          <a:xfrm>
            <a:off x="4852999" y="2362652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7DA17D-91D5-91AA-3F19-0A5EFAA2EC54}"/>
              </a:ext>
            </a:extLst>
          </p:cNvPr>
          <p:cNvCxnSpPr/>
          <p:nvPr/>
        </p:nvCxnSpPr>
        <p:spPr>
          <a:xfrm>
            <a:off x="6993705" y="2362652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FC2B823-15B2-A4F9-FE67-7394296DB3A8}"/>
              </a:ext>
            </a:extLst>
          </p:cNvPr>
          <p:cNvCxnSpPr/>
          <p:nvPr/>
        </p:nvCxnSpPr>
        <p:spPr>
          <a:xfrm>
            <a:off x="9102929" y="2362652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B3E9DD9-40DE-197E-76AE-B9DFBF79EFE6}"/>
              </a:ext>
            </a:extLst>
          </p:cNvPr>
          <p:cNvCxnSpPr/>
          <p:nvPr/>
        </p:nvCxnSpPr>
        <p:spPr>
          <a:xfrm>
            <a:off x="11228215" y="2353543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1596B0D-6EF0-AB54-3DAC-C9E84810C07C}"/>
              </a:ext>
            </a:extLst>
          </p:cNvPr>
          <p:cNvSpPr txBox="1"/>
          <p:nvPr/>
        </p:nvSpPr>
        <p:spPr>
          <a:xfrm>
            <a:off x="483048" y="2374676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STAFF TO PATIENT RATIO </a:t>
            </a:r>
            <a:endParaRPr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524A38-0910-2FB9-1F10-99ABF359AA14}"/>
              </a:ext>
            </a:extLst>
          </p:cNvPr>
          <p:cNvSpPr txBox="1"/>
          <p:nvPr/>
        </p:nvSpPr>
        <p:spPr>
          <a:xfrm>
            <a:off x="483048" y="2510034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Xx</a:t>
            </a:r>
            <a:r>
              <a:rPr lang="en-IN" dirty="0"/>
              <a:t> %</a:t>
            </a:r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03BF85-A128-B9CE-B504-D468F6030D6F}"/>
              </a:ext>
            </a:extLst>
          </p:cNvPr>
          <p:cNvSpPr txBox="1"/>
          <p:nvPr/>
        </p:nvSpPr>
        <p:spPr>
          <a:xfrm>
            <a:off x="472680" y="2847599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6FBF57-5CA9-8EC3-93DF-F7FF08FC50B0}"/>
              </a:ext>
            </a:extLst>
          </p:cNvPr>
          <p:cNvSpPr txBox="1"/>
          <p:nvPr/>
        </p:nvSpPr>
        <p:spPr>
          <a:xfrm>
            <a:off x="2637918" y="2367109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OVERALL DEPT EFF % SCORE</a:t>
            </a:r>
            <a:endParaRPr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498B33-0238-B613-520A-974228FB0B33}"/>
              </a:ext>
            </a:extLst>
          </p:cNvPr>
          <p:cNvSpPr txBox="1"/>
          <p:nvPr/>
        </p:nvSpPr>
        <p:spPr>
          <a:xfrm>
            <a:off x="2637918" y="2502467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Xx</a:t>
            </a:r>
            <a:r>
              <a:rPr lang="en-IN" dirty="0"/>
              <a:t> %</a:t>
            </a:r>
            <a:endParaRPr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8F6A5B-2B4B-6F29-D463-619EA15C7036}"/>
              </a:ext>
            </a:extLst>
          </p:cNvPr>
          <p:cNvSpPr txBox="1"/>
          <p:nvPr/>
        </p:nvSpPr>
        <p:spPr>
          <a:xfrm>
            <a:off x="2627550" y="2840032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B3B68AC6-C402-F863-43C7-F5238BD2D3CA}"/>
              </a:ext>
            </a:extLst>
          </p:cNvPr>
          <p:cNvSpPr txBox="1"/>
          <p:nvPr/>
        </p:nvSpPr>
        <p:spPr>
          <a:xfrm>
            <a:off x="4767138" y="2355412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STAFF CAP vs DEMAND</a:t>
            </a:r>
            <a:endParaRPr dirty="0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50E2DE63-B615-4D39-62A3-7F2B0D3B732E}"/>
              </a:ext>
            </a:extLst>
          </p:cNvPr>
          <p:cNvSpPr txBox="1"/>
          <p:nvPr/>
        </p:nvSpPr>
        <p:spPr>
          <a:xfrm>
            <a:off x="4767138" y="2490770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Xxx</a:t>
            </a:r>
            <a:r>
              <a:rPr lang="en-IN" dirty="0"/>
              <a:t> vs </a:t>
            </a:r>
            <a:endParaRPr dirty="0"/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E60533CB-7A80-82D3-A403-9D6063804E16}"/>
              </a:ext>
            </a:extLst>
          </p:cNvPr>
          <p:cNvSpPr txBox="1"/>
          <p:nvPr/>
        </p:nvSpPr>
        <p:spPr>
          <a:xfrm>
            <a:off x="5437488" y="2793039"/>
            <a:ext cx="94500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DEMAND VALUE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77A10FBD-ECD2-8A2A-2079-B0C79ABD9B44}"/>
              </a:ext>
            </a:extLst>
          </p:cNvPr>
          <p:cNvSpPr txBox="1"/>
          <p:nvPr/>
        </p:nvSpPr>
        <p:spPr>
          <a:xfrm>
            <a:off x="6933144" y="2353632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DEPT TRANSFER MOVEMENTS</a:t>
            </a:r>
            <a:endParaRPr dirty="0"/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4312910E-DD16-CB49-1DE9-F9696435FBF8}"/>
              </a:ext>
            </a:extLst>
          </p:cNvPr>
          <p:cNvSpPr txBox="1"/>
          <p:nvPr/>
        </p:nvSpPr>
        <p:spPr>
          <a:xfrm>
            <a:off x="6933144" y="2488990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dirty="0"/>
              <a:t>24,580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50BDBEEB-BB4C-8485-F67B-E81C24CAF716}"/>
              </a:ext>
            </a:extLst>
          </p:cNvPr>
          <p:cNvSpPr txBox="1"/>
          <p:nvPr/>
        </p:nvSpPr>
        <p:spPr>
          <a:xfrm>
            <a:off x="6922776" y="2826555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A3FFBEAB-70F6-0CD0-DDD8-259356BAA047}"/>
              </a:ext>
            </a:extLst>
          </p:cNvPr>
          <p:cNvSpPr txBox="1"/>
          <p:nvPr/>
        </p:nvSpPr>
        <p:spPr>
          <a:xfrm>
            <a:off x="9063377" y="2359133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AVG BED T.A TIME </a:t>
            </a:r>
            <a:endParaRPr dirty="0"/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AD60C856-C0C0-CD6B-A64D-8B37FFA0EACC}"/>
              </a:ext>
            </a:extLst>
          </p:cNvPr>
          <p:cNvSpPr txBox="1"/>
          <p:nvPr/>
        </p:nvSpPr>
        <p:spPr>
          <a:xfrm>
            <a:off x="9063377" y="2494491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Xx</a:t>
            </a:r>
            <a:r>
              <a:rPr lang="en-IN" dirty="0"/>
              <a:t> %</a:t>
            </a:r>
            <a:endParaRPr dirty="0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AAADC580-1897-B2DF-381A-37F912BB691E}"/>
              </a:ext>
            </a:extLst>
          </p:cNvPr>
          <p:cNvSpPr txBox="1"/>
          <p:nvPr/>
        </p:nvSpPr>
        <p:spPr>
          <a:xfrm>
            <a:off x="9053009" y="2832056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70C27228-8FE1-D885-611D-E10C599B1AF0}"/>
              </a:ext>
            </a:extLst>
          </p:cNvPr>
          <p:cNvSpPr txBox="1"/>
          <p:nvPr/>
        </p:nvSpPr>
        <p:spPr>
          <a:xfrm>
            <a:off x="11167272" y="2343695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AVG SATISFICATION SCORE</a:t>
            </a:r>
            <a:endParaRPr dirty="0"/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391EA7B-7FF5-F1EA-2EFE-E90C820D9B89}"/>
              </a:ext>
            </a:extLst>
          </p:cNvPr>
          <p:cNvSpPr txBox="1"/>
          <p:nvPr/>
        </p:nvSpPr>
        <p:spPr>
          <a:xfrm>
            <a:off x="11167272" y="2479053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Xx</a:t>
            </a:r>
            <a:r>
              <a:rPr lang="en-IN" dirty="0"/>
              <a:t> 5</a:t>
            </a:r>
            <a:endParaRPr dirty="0"/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0FA728F6-0C3F-BB68-479A-D994DC018A82}"/>
              </a:ext>
            </a:extLst>
          </p:cNvPr>
          <p:cNvSpPr txBox="1"/>
          <p:nvPr/>
        </p:nvSpPr>
        <p:spPr>
          <a:xfrm>
            <a:off x="11156904" y="2816618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45DDB26-9E82-3475-546B-0A95A0E9EB9F}"/>
              </a:ext>
            </a:extLst>
          </p:cNvPr>
          <p:cNvSpPr txBox="1"/>
          <p:nvPr/>
        </p:nvSpPr>
        <p:spPr>
          <a:xfrm>
            <a:off x="2666270" y="5225646"/>
            <a:ext cx="75774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>
                <a:highlight>
                  <a:srgbClr val="C0C0C0"/>
                </a:highlight>
              </a:rPr>
              <a:t>VS TARGET</a:t>
            </a:r>
            <a:endParaRPr dirty="0">
              <a:highlight>
                <a:srgbClr val="C0C0C0"/>
              </a:highlight>
            </a:endParaRPr>
          </a:p>
        </p:txBody>
      </p: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77C2CA53-81CD-44B9-E5AF-5EE3FA1E6028}"/>
              </a:ext>
            </a:extLst>
          </p:cNvPr>
          <p:cNvGrpSpPr/>
          <p:nvPr/>
        </p:nvGrpSpPr>
        <p:grpSpPr>
          <a:xfrm>
            <a:off x="9542160" y="3761600"/>
            <a:ext cx="290520" cy="187560"/>
            <a:chOff x="9542160" y="3761600"/>
            <a:chExt cx="29052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B87A7EE2-77D4-ED6A-2D9E-E67B95688501}"/>
                    </a:ext>
                  </a:extLst>
                </p14:cNvPr>
                <p14:cNvContentPartPr/>
                <p14:nvPr/>
              </p14:nvContentPartPr>
              <p14:xfrm>
                <a:off x="9542160" y="3819200"/>
                <a:ext cx="63360" cy="12996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B87A7EE2-77D4-ED6A-2D9E-E67B9568850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33160" y="3810560"/>
                  <a:ext cx="81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6B0A2322-8C34-1F1B-22DB-AB758E09395F}"/>
                    </a:ext>
                  </a:extLst>
                </p14:cNvPr>
                <p14:cNvContentPartPr/>
                <p14:nvPr/>
              </p14:nvContentPartPr>
              <p14:xfrm>
                <a:off x="9628920" y="3817400"/>
                <a:ext cx="54000" cy="10512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6B0A2322-8C34-1F1B-22DB-AB758E09395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20280" y="3808760"/>
                  <a:ext cx="71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9DC7A99B-B3FC-D331-FD99-745B76A0F835}"/>
                    </a:ext>
                  </a:extLst>
                </p14:cNvPr>
                <p14:cNvContentPartPr/>
                <p14:nvPr/>
              </p14:nvContentPartPr>
              <p14:xfrm>
                <a:off x="9740880" y="3786800"/>
                <a:ext cx="360" cy="180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9DC7A99B-B3FC-D331-FD99-745B76A0F83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731880" y="3778160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4458A0D1-F89B-C282-574C-CF126D484910}"/>
                    </a:ext>
                  </a:extLst>
                </p14:cNvPr>
                <p14:cNvContentPartPr/>
                <p14:nvPr/>
              </p14:nvContentPartPr>
              <p14:xfrm>
                <a:off x="9781200" y="3761600"/>
                <a:ext cx="25920" cy="12492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4458A0D1-F89B-C282-574C-CF126D48491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772200" y="3752600"/>
                  <a:ext cx="435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534F43C4-C31A-68C3-9747-109BAD17B79B}"/>
                    </a:ext>
                  </a:extLst>
                </p14:cNvPr>
                <p14:cNvContentPartPr/>
                <p14:nvPr/>
              </p14:nvContentPartPr>
              <p14:xfrm>
                <a:off x="9832320" y="3860600"/>
                <a:ext cx="360" cy="36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534F43C4-C31A-68C3-9747-109BAD17B79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23320" y="38519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3BCA7A71-EE8C-F948-9AA4-FD901EC81F6F}"/>
              </a:ext>
            </a:extLst>
          </p:cNvPr>
          <p:cNvGrpSpPr/>
          <p:nvPr/>
        </p:nvGrpSpPr>
        <p:grpSpPr>
          <a:xfrm>
            <a:off x="9280080" y="4152560"/>
            <a:ext cx="267840" cy="133920"/>
            <a:chOff x="9280080" y="4152560"/>
            <a:chExt cx="267840" cy="1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1AB0AF3D-91AC-A33B-598E-438E912B406D}"/>
                    </a:ext>
                  </a:extLst>
                </p14:cNvPr>
                <p14:cNvContentPartPr/>
                <p14:nvPr/>
              </p14:nvContentPartPr>
              <p14:xfrm>
                <a:off x="9316440" y="4166600"/>
                <a:ext cx="21240" cy="3816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1AB0AF3D-91AC-A33B-598E-438E912B406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307800" y="4157960"/>
                  <a:ext cx="38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FE682D9C-D6FD-3324-4269-45C4ABB5DE3D}"/>
                    </a:ext>
                  </a:extLst>
                </p14:cNvPr>
                <p14:cNvContentPartPr/>
                <p14:nvPr/>
              </p14:nvContentPartPr>
              <p14:xfrm>
                <a:off x="9280080" y="4165520"/>
                <a:ext cx="29160" cy="3960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FE682D9C-D6FD-3324-4269-45C4ABB5DE3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271440" y="4156520"/>
                  <a:ext cx="46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4730EADC-859F-B021-3CE4-D8762300DF13}"/>
                    </a:ext>
                  </a:extLst>
                </p14:cNvPr>
                <p14:cNvContentPartPr/>
                <p14:nvPr/>
              </p14:nvContentPartPr>
              <p14:xfrm>
                <a:off x="9286560" y="4206920"/>
                <a:ext cx="58320" cy="7344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4730EADC-859F-B021-3CE4-D8762300DF1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277920" y="4197920"/>
                  <a:ext cx="75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50D7B30C-A6B0-1495-6D21-6FA218EC5A7E}"/>
                    </a:ext>
                  </a:extLst>
                </p14:cNvPr>
                <p14:cNvContentPartPr/>
                <p14:nvPr/>
              </p14:nvContentPartPr>
              <p14:xfrm>
                <a:off x="9362160" y="4164440"/>
                <a:ext cx="44280" cy="7200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50D7B30C-A6B0-1495-6D21-6FA218EC5A7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353160" y="4155800"/>
                  <a:ext cx="619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39D944AB-19E2-9CEC-1C31-CCD097371EDA}"/>
                    </a:ext>
                  </a:extLst>
                </p14:cNvPr>
                <p14:cNvContentPartPr/>
                <p14:nvPr/>
              </p14:nvContentPartPr>
              <p14:xfrm>
                <a:off x="9369000" y="4197200"/>
                <a:ext cx="77400" cy="8928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39D944AB-19E2-9CEC-1C31-CCD097371ED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360360" y="4188200"/>
                  <a:ext cx="95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9DC89A31-F220-5353-A667-DA5B2FCB305E}"/>
                    </a:ext>
                  </a:extLst>
                </p14:cNvPr>
                <p14:cNvContentPartPr/>
                <p14:nvPr/>
              </p14:nvContentPartPr>
              <p14:xfrm>
                <a:off x="9484200" y="4178120"/>
                <a:ext cx="360" cy="36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9DC89A31-F220-5353-A667-DA5B2FCB305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475200" y="4169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EA909401-0164-527C-2840-B344BCDF14ED}"/>
                    </a:ext>
                  </a:extLst>
                </p14:cNvPr>
                <p14:cNvContentPartPr/>
                <p14:nvPr/>
              </p14:nvContentPartPr>
              <p14:xfrm>
                <a:off x="9509040" y="4152560"/>
                <a:ext cx="1440" cy="10404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EA909401-0164-527C-2840-B344BCDF14E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00400" y="4143920"/>
                  <a:ext cx="19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C1ABB422-064A-1E71-772C-9DFB51499FCD}"/>
                    </a:ext>
                  </a:extLst>
                </p14:cNvPr>
                <p14:cNvContentPartPr/>
                <p14:nvPr/>
              </p14:nvContentPartPr>
              <p14:xfrm>
                <a:off x="9547560" y="4223840"/>
                <a:ext cx="360" cy="36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C1ABB422-064A-1E71-772C-9DFB51499FC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538920" y="42148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642EAAFA-B393-ED61-91EF-2EB3D52C945F}"/>
              </a:ext>
            </a:extLst>
          </p:cNvPr>
          <p:cNvGrpSpPr/>
          <p:nvPr/>
        </p:nvGrpSpPr>
        <p:grpSpPr>
          <a:xfrm>
            <a:off x="9176760" y="4495640"/>
            <a:ext cx="300600" cy="108360"/>
            <a:chOff x="9176760" y="4495640"/>
            <a:chExt cx="30060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1A77091A-31EC-B703-8708-688CF06B8588}"/>
                    </a:ext>
                  </a:extLst>
                </p14:cNvPr>
                <p14:cNvContentPartPr/>
                <p14:nvPr/>
              </p14:nvContentPartPr>
              <p14:xfrm>
                <a:off x="9184320" y="4526240"/>
                <a:ext cx="39240" cy="7668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1A77091A-31EC-B703-8708-688CF06B858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175680" y="4517240"/>
                  <a:ext cx="56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6EEFA362-2333-C31A-B9D6-57BDABC53574}"/>
                    </a:ext>
                  </a:extLst>
                </p14:cNvPr>
                <p14:cNvContentPartPr/>
                <p14:nvPr/>
              </p14:nvContentPartPr>
              <p14:xfrm>
                <a:off x="9176760" y="4553960"/>
                <a:ext cx="98640" cy="1332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6EEFA362-2333-C31A-B9D6-57BDABC5357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168120" y="4544960"/>
                  <a:ext cx="116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F78EFDF8-B63D-DCAD-AD72-F5737425EFB2}"/>
                    </a:ext>
                  </a:extLst>
                </p14:cNvPr>
                <p14:cNvContentPartPr/>
                <p14:nvPr/>
              </p14:nvContentPartPr>
              <p14:xfrm>
                <a:off x="9291240" y="4526240"/>
                <a:ext cx="48240" cy="7344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F78EFDF8-B63D-DCAD-AD72-F5737425EFB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282240" y="4517240"/>
                  <a:ext cx="65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C02FABBA-529D-AF5A-5103-5FE4841F2E98}"/>
                    </a:ext>
                  </a:extLst>
                </p14:cNvPr>
                <p14:cNvContentPartPr/>
                <p14:nvPr/>
              </p14:nvContentPartPr>
              <p14:xfrm>
                <a:off x="9412920" y="4517960"/>
                <a:ext cx="360" cy="72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C02FABBA-529D-AF5A-5103-5FE4841F2E9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404280" y="4509320"/>
                  <a:ext cx="18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B0C84BA4-543A-A9B5-6322-6C1CC4BAFE08}"/>
                    </a:ext>
                  </a:extLst>
                </p14:cNvPr>
                <p14:cNvContentPartPr/>
                <p14:nvPr/>
              </p14:nvContentPartPr>
              <p14:xfrm>
                <a:off x="9425880" y="4495640"/>
                <a:ext cx="10440" cy="10836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B0C84BA4-543A-A9B5-6322-6C1CC4BAFE0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416880" y="4486640"/>
                  <a:ext cx="28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D3A5A2FF-241B-3613-0A09-1B7BC2756821}"/>
                    </a:ext>
                  </a:extLst>
                </p14:cNvPr>
                <p14:cNvContentPartPr/>
                <p14:nvPr/>
              </p14:nvContentPartPr>
              <p14:xfrm>
                <a:off x="9476640" y="4574480"/>
                <a:ext cx="720" cy="36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D3A5A2FF-241B-3613-0A09-1B7BC275682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467640" y="4565480"/>
                  <a:ext cx="18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505" name="Ink 504">
                <a:extLst>
                  <a:ext uri="{FF2B5EF4-FFF2-40B4-BE49-F238E27FC236}">
                    <a16:creationId xmlns:a16="http://schemas.microsoft.com/office/drawing/2014/main" id="{7C0C038D-BE7A-864C-E3CE-D4EAF15946BB}"/>
                  </a:ext>
                </a:extLst>
              </p14:cNvPr>
              <p14:cNvContentPartPr/>
              <p14:nvPr/>
            </p14:nvContentPartPr>
            <p14:xfrm>
              <a:off x="9054720" y="4848800"/>
              <a:ext cx="105480" cy="102960"/>
            </p14:xfrm>
          </p:contentPart>
        </mc:Choice>
        <mc:Fallback>
          <p:pic>
            <p:nvPicPr>
              <p:cNvPr id="505" name="Ink 504">
                <a:extLst>
                  <a:ext uri="{FF2B5EF4-FFF2-40B4-BE49-F238E27FC236}">
                    <a16:creationId xmlns:a16="http://schemas.microsoft.com/office/drawing/2014/main" id="{7C0C038D-BE7A-864C-E3CE-D4EAF15946BB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046080" y="4839800"/>
                <a:ext cx="123120" cy="12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1" name="Group 510">
            <a:extLst>
              <a:ext uri="{FF2B5EF4-FFF2-40B4-BE49-F238E27FC236}">
                <a16:creationId xmlns:a16="http://schemas.microsoft.com/office/drawing/2014/main" id="{A011A512-339C-C0E8-2525-8C4359F644AB}"/>
              </a:ext>
            </a:extLst>
          </p:cNvPr>
          <p:cNvGrpSpPr/>
          <p:nvPr/>
        </p:nvGrpSpPr>
        <p:grpSpPr>
          <a:xfrm>
            <a:off x="9173160" y="4830800"/>
            <a:ext cx="159480" cy="101520"/>
            <a:chOff x="9173160" y="4830800"/>
            <a:chExt cx="159480" cy="1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0C108530-8656-0F76-969F-60F453B00D12}"/>
                    </a:ext>
                  </a:extLst>
                </p14:cNvPr>
                <p14:cNvContentPartPr/>
                <p14:nvPr/>
              </p14:nvContentPartPr>
              <p14:xfrm>
                <a:off x="9173160" y="4858520"/>
                <a:ext cx="67680" cy="6264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0C108530-8656-0F76-969F-60F453B00D1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64160" y="4849880"/>
                  <a:ext cx="85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88CE7B00-910D-75F8-A67C-E68D45429D53}"/>
                    </a:ext>
                  </a:extLst>
                </p14:cNvPr>
                <p14:cNvContentPartPr/>
                <p14:nvPr/>
              </p14:nvContentPartPr>
              <p14:xfrm>
                <a:off x="9265680" y="4851320"/>
                <a:ext cx="360" cy="36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88CE7B00-910D-75F8-A67C-E68D45429D5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57040" y="48423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212C5D16-48AA-9E01-73FC-5E4DBFFF51B7}"/>
                    </a:ext>
                  </a:extLst>
                </p14:cNvPr>
                <p14:cNvContentPartPr/>
                <p14:nvPr/>
              </p14:nvContentPartPr>
              <p14:xfrm>
                <a:off x="9285840" y="4830800"/>
                <a:ext cx="33480" cy="10152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212C5D16-48AA-9E01-73FC-5E4DBFFF51B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277200" y="4822160"/>
                  <a:ext cx="51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CFCED4C3-74EC-7ADB-FC5C-8555D57C3D1A}"/>
                    </a:ext>
                  </a:extLst>
                </p14:cNvPr>
                <p14:cNvContentPartPr/>
                <p14:nvPr/>
              </p14:nvContentPartPr>
              <p14:xfrm>
                <a:off x="9331920" y="4899560"/>
                <a:ext cx="720" cy="36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CFCED4C3-74EC-7ADB-FC5C-8555D57C3D1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322920" y="4890560"/>
                  <a:ext cx="183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968ED3A-7361-2DBE-AA2B-30635FCE0E2D}"/>
              </a:ext>
            </a:extLst>
          </p:cNvPr>
          <p:cNvGrpSpPr/>
          <p:nvPr/>
        </p:nvGrpSpPr>
        <p:grpSpPr>
          <a:xfrm>
            <a:off x="968400" y="7528380"/>
            <a:ext cx="138960" cy="111240"/>
            <a:chOff x="968400" y="7528380"/>
            <a:chExt cx="138960" cy="11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6E1BEF6-60EA-853A-964F-3E1DF0FB987A}"/>
                    </a:ext>
                  </a:extLst>
                </p14:cNvPr>
                <p14:cNvContentPartPr/>
                <p14:nvPr/>
              </p14:nvContentPartPr>
              <p14:xfrm>
                <a:off x="972720" y="7548540"/>
                <a:ext cx="5760" cy="89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6E1BEF6-60EA-853A-964F-3E1DF0FB987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63720" y="7539900"/>
                  <a:ext cx="23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61C39A2-B31C-12F5-673C-E43A98C1A3DE}"/>
                    </a:ext>
                  </a:extLst>
                </p14:cNvPr>
                <p14:cNvContentPartPr/>
                <p14:nvPr/>
              </p14:nvContentPartPr>
              <p14:xfrm>
                <a:off x="1002960" y="7528380"/>
                <a:ext cx="1800" cy="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61C39A2-B31C-12F5-673C-E43A98C1A3D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94320" y="7519380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3C354B9-8D63-2E3F-5307-4F733F29C52B}"/>
                    </a:ext>
                  </a:extLst>
                </p14:cNvPr>
                <p14:cNvContentPartPr/>
                <p14:nvPr/>
              </p14:nvContentPartPr>
              <p14:xfrm>
                <a:off x="968400" y="7535940"/>
                <a:ext cx="91800" cy="103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3C354B9-8D63-2E3F-5307-4F733F29C52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59760" y="7526940"/>
                  <a:ext cx="109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F5AF167-4A07-84B6-7F8B-ED08C472588B}"/>
                    </a:ext>
                  </a:extLst>
                </p14:cNvPr>
                <p14:cNvContentPartPr/>
                <p14:nvPr/>
              </p14:nvContentPartPr>
              <p14:xfrm>
                <a:off x="1097280" y="7566540"/>
                <a:ext cx="10080" cy="43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F5AF167-4A07-84B6-7F8B-ED08C472588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88280" y="7557540"/>
                  <a:ext cx="2772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81EE2AD-7BBC-616F-41A0-3080D2E78A54}"/>
              </a:ext>
            </a:extLst>
          </p:cNvPr>
          <p:cNvGrpSpPr/>
          <p:nvPr/>
        </p:nvGrpSpPr>
        <p:grpSpPr>
          <a:xfrm>
            <a:off x="1564560" y="7530180"/>
            <a:ext cx="122400" cy="96480"/>
            <a:chOff x="1564560" y="7530180"/>
            <a:chExt cx="122400" cy="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D51253F-B682-1383-5E63-0965BA45BC4E}"/>
                    </a:ext>
                  </a:extLst>
                </p14:cNvPr>
                <p14:cNvContentPartPr/>
                <p14:nvPr/>
              </p14:nvContentPartPr>
              <p14:xfrm>
                <a:off x="1564560" y="7533420"/>
                <a:ext cx="13320" cy="86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D51253F-B682-1383-5E63-0965BA45BC4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555560" y="7524780"/>
                  <a:ext cx="30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33F58C4-6ED2-7102-BB77-151E47B9B727}"/>
                    </a:ext>
                  </a:extLst>
                </p14:cNvPr>
                <p14:cNvContentPartPr/>
                <p14:nvPr/>
              </p14:nvContentPartPr>
              <p14:xfrm>
                <a:off x="1567080" y="7530180"/>
                <a:ext cx="55080" cy="93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33F58C4-6ED2-7102-BB77-151E47B9B72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558080" y="7521540"/>
                  <a:ext cx="72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23FC690-ECE7-61C8-3CBD-EA1D41878BFC}"/>
                    </a:ext>
                  </a:extLst>
                </p14:cNvPr>
                <p14:cNvContentPartPr/>
                <p14:nvPr/>
              </p14:nvContentPartPr>
              <p14:xfrm>
                <a:off x="1645560" y="7553220"/>
                <a:ext cx="41400" cy="73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23FC690-ECE7-61C8-3CBD-EA1D41878BF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636920" y="7544580"/>
                  <a:ext cx="5904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2EEDB4F0-19A8-D361-E99A-E6776785A5F5}"/>
              </a:ext>
            </a:extLst>
          </p:cNvPr>
          <p:cNvGrpSpPr/>
          <p:nvPr/>
        </p:nvGrpSpPr>
        <p:grpSpPr>
          <a:xfrm>
            <a:off x="2207160" y="7528380"/>
            <a:ext cx="144360" cy="107280"/>
            <a:chOff x="2207160" y="7528380"/>
            <a:chExt cx="144360" cy="10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90A8E49-A7C5-15A6-0449-4E0943078EEE}"/>
                    </a:ext>
                  </a:extLst>
                </p14:cNvPr>
                <p14:cNvContentPartPr/>
                <p14:nvPr/>
              </p14:nvContentPartPr>
              <p14:xfrm>
                <a:off x="2207160" y="7535940"/>
                <a:ext cx="25200" cy="78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90A8E49-A7C5-15A6-0449-4E0943078EE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198160" y="7527300"/>
                  <a:ext cx="42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D76CCC1B-DBC3-28A0-C8DF-6FB98FCF3926}"/>
                    </a:ext>
                  </a:extLst>
                </p14:cNvPr>
                <p14:cNvContentPartPr/>
                <p14:nvPr/>
              </p14:nvContentPartPr>
              <p14:xfrm>
                <a:off x="2222280" y="7528380"/>
                <a:ext cx="62640" cy="9396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D76CCC1B-DBC3-28A0-C8DF-6FB98FCF392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213640" y="7519380"/>
                  <a:ext cx="80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319D1E41-65F2-0B0D-FDB6-ABAC2DC4961C}"/>
                    </a:ext>
                  </a:extLst>
                </p14:cNvPr>
                <p14:cNvContentPartPr/>
                <p14:nvPr/>
              </p14:nvContentPartPr>
              <p14:xfrm>
                <a:off x="2318760" y="7551060"/>
                <a:ext cx="32760" cy="8460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319D1E41-65F2-0B0D-FDB6-ABAC2DC4961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310120" y="7542420"/>
                  <a:ext cx="504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51FD1AFF-3BFA-695D-130C-66B2E4DF473D}"/>
              </a:ext>
            </a:extLst>
          </p:cNvPr>
          <p:cNvGrpSpPr/>
          <p:nvPr/>
        </p:nvGrpSpPr>
        <p:grpSpPr>
          <a:xfrm>
            <a:off x="2819160" y="7534500"/>
            <a:ext cx="175320" cy="162720"/>
            <a:chOff x="2819160" y="7534500"/>
            <a:chExt cx="175320" cy="1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5A912A3C-CEC2-BB6B-61DC-BB9E191DC1E3}"/>
                    </a:ext>
                  </a:extLst>
                </p14:cNvPr>
                <p14:cNvContentPartPr/>
                <p14:nvPr/>
              </p14:nvContentPartPr>
              <p14:xfrm>
                <a:off x="2819160" y="7546020"/>
                <a:ext cx="41400" cy="10944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5A912A3C-CEC2-BB6B-61DC-BB9E191DC1E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810520" y="7537380"/>
                  <a:ext cx="59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7AB18538-FD53-3071-6B14-7CB56907589B}"/>
                    </a:ext>
                  </a:extLst>
                </p14:cNvPr>
                <p14:cNvContentPartPr/>
                <p14:nvPr/>
              </p14:nvContentPartPr>
              <p14:xfrm>
                <a:off x="2831760" y="7534500"/>
                <a:ext cx="79920" cy="11736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7AB18538-FD53-3071-6B14-7CB56907589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823120" y="7525500"/>
                  <a:ext cx="97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90CE2E84-F6BD-CC09-C796-7E24752F60A6}"/>
                    </a:ext>
                  </a:extLst>
                </p14:cNvPr>
                <p14:cNvContentPartPr/>
                <p14:nvPr/>
              </p14:nvContentPartPr>
              <p14:xfrm>
                <a:off x="2933640" y="7586700"/>
                <a:ext cx="60840" cy="11052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90CE2E84-F6BD-CC09-C796-7E24752F60A6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924640" y="7578060"/>
                  <a:ext cx="78480" cy="1281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537" name="Straight Connector 536">
            <a:extLst>
              <a:ext uri="{FF2B5EF4-FFF2-40B4-BE49-F238E27FC236}">
                <a16:creationId xmlns:a16="http://schemas.microsoft.com/office/drawing/2014/main" id="{840C74AE-89B9-ABE1-81BF-A9C78679E01C}"/>
              </a:ext>
            </a:extLst>
          </p:cNvPr>
          <p:cNvCxnSpPr/>
          <p:nvPr/>
        </p:nvCxnSpPr>
        <p:spPr>
          <a:xfrm>
            <a:off x="3974130" y="7369035"/>
            <a:ext cx="2528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538" name="Ink 537">
                <a:extLst>
                  <a:ext uri="{FF2B5EF4-FFF2-40B4-BE49-F238E27FC236}">
                    <a16:creationId xmlns:a16="http://schemas.microsoft.com/office/drawing/2014/main" id="{B5AAE37A-8315-0C41-7E3A-D6268A730D83}"/>
                  </a:ext>
                </a:extLst>
              </p14:cNvPr>
              <p14:cNvContentPartPr/>
              <p14:nvPr/>
            </p14:nvContentPartPr>
            <p14:xfrm>
              <a:off x="4158960" y="6887680"/>
              <a:ext cx="387360" cy="321120"/>
            </p14:xfrm>
          </p:contentPart>
        </mc:Choice>
        <mc:Fallback>
          <p:pic>
            <p:nvPicPr>
              <p:cNvPr id="538" name="Ink 537">
                <a:extLst>
                  <a:ext uri="{FF2B5EF4-FFF2-40B4-BE49-F238E27FC236}">
                    <a16:creationId xmlns:a16="http://schemas.microsoft.com/office/drawing/2014/main" id="{B5AAE37A-8315-0C41-7E3A-D6268A730D83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4086960" y="6743680"/>
                <a:ext cx="531000" cy="60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539" name="Ink 538">
                <a:extLst>
                  <a:ext uri="{FF2B5EF4-FFF2-40B4-BE49-F238E27FC236}">
                    <a16:creationId xmlns:a16="http://schemas.microsoft.com/office/drawing/2014/main" id="{8BD84BED-9FDF-CD85-0F54-2592360FB3AF}"/>
                  </a:ext>
                </a:extLst>
              </p14:cNvPr>
              <p14:cNvContentPartPr/>
              <p14:nvPr/>
            </p14:nvContentPartPr>
            <p14:xfrm>
              <a:off x="4300800" y="6908560"/>
              <a:ext cx="276480" cy="302760"/>
            </p14:xfrm>
          </p:contentPart>
        </mc:Choice>
        <mc:Fallback>
          <p:pic>
            <p:nvPicPr>
              <p:cNvPr id="539" name="Ink 538">
                <a:extLst>
                  <a:ext uri="{FF2B5EF4-FFF2-40B4-BE49-F238E27FC236}">
                    <a16:creationId xmlns:a16="http://schemas.microsoft.com/office/drawing/2014/main" id="{8BD84BED-9FDF-CD85-0F54-2592360FB3AF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4228800" y="6764560"/>
                <a:ext cx="420120" cy="59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546" name="Ink 545">
                <a:extLst>
                  <a:ext uri="{FF2B5EF4-FFF2-40B4-BE49-F238E27FC236}">
                    <a16:creationId xmlns:a16="http://schemas.microsoft.com/office/drawing/2014/main" id="{33777450-A857-F299-52F0-27676013A9C0}"/>
                  </a:ext>
                </a:extLst>
              </p14:cNvPr>
              <p14:cNvContentPartPr/>
              <p14:nvPr/>
            </p14:nvContentPartPr>
            <p14:xfrm>
              <a:off x="4114680" y="7122040"/>
              <a:ext cx="360" cy="2520"/>
            </p14:xfrm>
          </p:contentPart>
        </mc:Choice>
        <mc:Fallback>
          <p:pic>
            <p:nvPicPr>
              <p:cNvPr id="546" name="Ink 545">
                <a:extLst>
                  <a:ext uri="{FF2B5EF4-FFF2-40B4-BE49-F238E27FC236}">
                    <a16:creationId xmlns:a16="http://schemas.microsoft.com/office/drawing/2014/main" id="{33777450-A857-F299-52F0-27676013A9C0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4042680" y="6978040"/>
                <a:ext cx="14400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547" name="Ink 546">
                <a:extLst>
                  <a:ext uri="{FF2B5EF4-FFF2-40B4-BE49-F238E27FC236}">
                    <a16:creationId xmlns:a16="http://schemas.microsoft.com/office/drawing/2014/main" id="{9CA465E9-76DE-F97A-05F3-0F462827DFAE}"/>
                  </a:ext>
                </a:extLst>
              </p14:cNvPr>
              <p14:cNvContentPartPr/>
              <p14:nvPr/>
            </p14:nvContentPartPr>
            <p14:xfrm>
              <a:off x="4114680" y="7203400"/>
              <a:ext cx="360" cy="360"/>
            </p14:xfrm>
          </p:contentPart>
        </mc:Choice>
        <mc:Fallback>
          <p:pic>
            <p:nvPicPr>
              <p:cNvPr id="547" name="Ink 546">
                <a:extLst>
                  <a:ext uri="{FF2B5EF4-FFF2-40B4-BE49-F238E27FC236}">
                    <a16:creationId xmlns:a16="http://schemas.microsoft.com/office/drawing/2014/main" id="{9CA465E9-76DE-F97A-05F3-0F462827DFAE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4042680" y="7059400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548" name="Ink 547">
                <a:extLst>
                  <a:ext uri="{FF2B5EF4-FFF2-40B4-BE49-F238E27FC236}">
                    <a16:creationId xmlns:a16="http://schemas.microsoft.com/office/drawing/2014/main" id="{94ACE82B-6207-7E72-3B01-83D8A24B4E7C}"/>
                  </a:ext>
                </a:extLst>
              </p14:cNvPr>
              <p14:cNvContentPartPr/>
              <p14:nvPr/>
            </p14:nvContentPartPr>
            <p14:xfrm>
              <a:off x="4135920" y="6775360"/>
              <a:ext cx="434520" cy="375840"/>
            </p14:xfrm>
          </p:contentPart>
        </mc:Choice>
        <mc:Fallback>
          <p:pic>
            <p:nvPicPr>
              <p:cNvPr id="548" name="Ink 547">
                <a:extLst>
                  <a:ext uri="{FF2B5EF4-FFF2-40B4-BE49-F238E27FC236}">
                    <a16:creationId xmlns:a16="http://schemas.microsoft.com/office/drawing/2014/main" id="{94ACE82B-6207-7E72-3B01-83D8A24B4E7C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4063920" y="6631360"/>
                <a:ext cx="578160" cy="66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562" name="Ink 561">
                <a:extLst>
                  <a:ext uri="{FF2B5EF4-FFF2-40B4-BE49-F238E27FC236}">
                    <a16:creationId xmlns:a16="http://schemas.microsoft.com/office/drawing/2014/main" id="{7E5CAA1C-1563-2A80-1F2D-D51578AE10E6}"/>
                  </a:ext>
                </a:extLst>
              </p14:cNvPr>
              <p14:cNvContentPartPr/>
              <p14:nvPr/>
            </p14:nvContentPartPr>
            <p14:xfrm>
              <a:off x="4419240" y="6679600"/>
              <a:ext cx="351000" cy="198720"/>
            </p14:xfrm>
          </p:contentPart>
        </mc:Choice>
        <mc:Fallback>
          <p:pic>
            <p:nvPicPr>
              <p:cNvPr id="562" name="Ink 561">
                <a:extLst>
                  <a:ext uri="{FF2B5EF4-FFF2-40B4-BE49-F238E27FC236}">
                    <a16:creationId xmlns:a16="http://schemas.microsoft.com/office/drawing/2014/main" id="{7E5CAA1C-1563-2A80-1F2D-D51578AE10E6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4347600" y="6535600"/>
                <a:ext cx="49464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563" name="Ink 562">
                <a:extLst>
                  <a:ext uri="{FF2B5EF4-FFF2-40B4-BE49-F238E27FC236}">
                    <a16:creationId xmlns:a16="http://schemas.microsoft.com/office/drawing/2014/main" id="{B297AEF3-55DA-5A8D-8DCD-D8DE07AC5DA9}"/>
                  </a:ext>
                </a:extLst>
              </p14:cNvPr>
              <p14:cNvContentPartPr/>
              <p14:nvPr/>
            </p14:nvContentPartPr>
            <p14:xfrm>
              <a:off x="4425720" y="6760960"/>
              <a:ext cx="395280" cy="210600"/>
            </p14:xfrm>
          </p:contentPart>
        </mc:Choice>
        <mc:Fallback>
          <p:pic>
            <p:nvPicPr>
              <p:cNvPr id="563" name="Ink 562">
                <a:extLst>
                  <a:ext uri="{FF2B5EF4-FFF2-40B4-BE49-F238E27FC236}">
                    <a16:creationId xmlns:a16="http://schemas.microsoft.com/office/drawing/2014/main" id="{B297AEF3-55DA-5A8D-8DCD-D8DE07AC5DA9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4354080" y="6616960"/>
                <a:ext cx="53892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564" name="Ink 563">
                <a:extLst>
                  <a:ext uri="{FF2B5EF4-FFF2-40B4-BE49-F238E27FC236}">
                    <a16:creationId xmlns:a16="http://schemas.microsoft.com/office/drawing/2014/main" id="{92447B13-09E9-0434-B4BA-646118FB4301}"/>
                  </a:ext>
                </a:extLst>
              </p14:cNvPr>
              <p14:cNvContentPartPr/>
              <p14:nvPr/>
            </p14:nvContentPartPr>
            <p14:xfrm>
              <a:off x="4189200" y="6673840"/>
              <a:ext cx="637200" cy="450720"/>
            </p14:xfrm>
          </p:contentPart>
        </mc:Choice>
        <mc:Fallback>
          <p:pic>
            <p:nvPicPr>
              <p:cNvPr id="564" name="Ink 563">
                <a:extLst>
                  <a:ext uri="{FF2B5EF4-FFF2-40B4-BE49-F238E27FC236}">
                    <a16:creationId xmlns:a16="http://schemas.microsoft.com/office/drawing/2014/main" id="{92447B13-09E9-0434-B4BA-646118FB4301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4117200" y="6529840"/>
                <a:ext cx="780840" cy="73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901EC2A0-9570-4E3F-4826-FB8A9BAD6F76}"/>
                  </a:ext>
                </a:extLst>
              </p14:cNvPr>
              <p14:cNvContentPartPr/>
              <p14:nvPr/>
            </p14:nvContentPartPr>
            <p14:xfrm>
              <a:off x="4497720" y="6649000"/>
              <a:ext cx="328680" cy="76680"/>
            </p14:xfrm>
          </p:contentPart>
        </mc:Choice>
        <mc:Fallback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901EC2A0-9570-4E3F-4826-FB8A9BAD6F76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4425720" y="6505360"/>
                <a:ext cx="47232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570" name="Ink 569">
                <a:extLst>
                  <a:ext uri="{FF2B5EF4-FFF2-40B4-BE49-F238E27FC236}">
                    <a16:creationId xmlns:a16="http://schemas.microsoft.com/office/drawing/2014/main" id="{256945FA-33C2-F4D7-77F5-22FAD2847BAB}"/>
                  </a:ext>
                </a:extLst>
              </p14:cNvPr>
              <p14:cNvContentPartPr/>
              <p14:nvPr/>
            </p14:nvContentPartPr>
            <p14:xfrm>
              <a:off x="4917120" y="6587800"/>
              <a:ext cx="416520" cy="46080"/>
            </p14:xfrm>
          </p:contentPart>
        </mc:Choice>
        <mc:Fallback>
          <p:pic>
            <p:nvPicPr>
              <p:cNvPr id="570" name="Ink 569">
                <a:extLst>
                  <a:ext uri="{FF2B5EF4-FFF2-40B4-BE49-F238E27FC236}">
                    <a16:creationId xmlns:a16="http://schemas.microsoft.com/office/drawing/2014/main" id="{256945FA-33C2-F4D7-77F5-22FAD2847BAB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4845480" y="6444160"/>
                <a:ext cx="56016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573" name="Ink 572">
                <a:extLst>
                  <a:ext uri="{FF2B5EF4-FFF2-40B4-BE49-F238E27FC236}">
                    <a16:creationId xmlns:a16="http://schemas.microsoft.com/office/drawing/2014/main" id="{67E5628D-9798-18F2-3DAF-B407AC24B6E7}"/>
                  </a:ext>
                </a:extLst>
              </p14:cNvPr>
              <p14:cNvContentPartPr/>
              <p14:nvPr/>
            </p14:nvContentPartPr>
            <p14:xfrm>
              <a:off x="4907040" y="6728560"/>
              <a:ext cx="503640" cy="18000"/>
            </p14:xfrm>
          </p:contentPart>
        </mc:Choice>
        <mc:Fallback>
          <p:pic>
            <p:nvPicPr>
              <p:cNvPr id="573" name="Ink 572">
                <a:extLst>
                  <a:ext uri="{FF2B5EF4-FFF2-40B4-BE49-F238E27FC236}">
                    <a16:creationId xmlns:a16="http://schemas.microsoft.com/office/drawing/2014/main" id="{67E5628D-9798-18F2-3DAF-B407AC24B6E7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4835400" y="6584920"/>
                <a:ext cx="64728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2178269-90A0-B10D-C5DB-28AFC6B53144}"/>
                  </a:ext>
                </a:extLst>
              </p14:cNvPr>
              <p14:cNvContentPartPr/>
              <p14:nvPr/>
            </p14:nvContentPartPr>
            <p14:xfrm>
              <a:off x="4993440" y="6583480"/>
              <a:ext cx="502920" cy="313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2178269-90A0-B10D-C5DB-28AFC6B53144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4921800" y="6439840"/>
                <a:ext cx="64656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483DBD4-8E44-CF51-58EB-A1D3910CC6A6}"/>
                  </a:ext>
                </a:extLst>
              </p14:cNvPr>
              <p14:cNvContentPartPr/>
              <p14:nvPr/>
            </p14:nvContentPartPr>
            <p14:xfrm>
              <a:off x="5318520" y="6546760"/>
              <a:ext cx="407880" cy="1004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483DBD4-8E44-CF51-58EB-A1D3910CC6A6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5246880" y="6402760"/>
                <a:ext cx="55152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DB7E669-5D3E-84D3-16FF-C94E871EF51A}"/>
                  </a:ext>
                </a:extLst>
              </p14:cNvPr>
              <p14:cNvContentPartPr/>
              <p14:nvPr/>
            </p14:nvContentPartPr>
            <p14:xfrm>
              <a:off x="5227800" y="6698680"/>
              <a:ext cx="558360" cy="529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DB7E669-5D3E-84D3-16FF-C94E871EF51A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5156160" y="6554680"/>
                <a:ext cx="70200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26CA8EF-00EA-72DB-50A9-93F746DD9490}"/>
                  </a:ext>
                </a:extLst>
              </p14:cNvPr>
              <p14:cNvContentPartPr/>
              <p14:nvPr/>
            </p14:nvContentPartPr>
            <p14:xfrm>
              <a:off x="5407440" y="6733600"/>
              <a:ext cx="338400" cy="280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26CA8EF-00EA-72DB-50A9-93F746DD9490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5335440" y="6589960"/>
                <a:ext cx="48204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8F51CE1-B416-8B4F-C069-C16AD68DA84A}"/>
                  </a:ext>
                </a:extLst>
              </p14:cNvPr>
              <p14:cNvContentPartPr/>
              <p14:nvPr/>
            </p14:nvContentPartPr>
            <p14:xfrm>
              <a:off x="4853760" y="6511840"/>
              <a:ext cx="749880" cy="741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8F51CE1-B416-8B4F-C069-C16AD68DA84A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4781760" y="6367840"/>
                <a:ext cx="89352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E8008BBD-5A11-3664-F76A-09257CCE836E}"/>
                  </a:ext>
                </a:extLst>
              </p14:cNvPr>
              <p14:cNvContentPartPr/>
              <p14:nvPr/>
            </p14:nvContentPartPr>
            <p14:xfrm>
              <a:off x="5801280" y="6654040"/>
              <a:ext cx="657720" cy="5925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E8008BBD-5A11-3664-F76A-09257CCE836E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5729280" y="6510400"/>
                <a:ext cx="801360" cy="88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E67E6719-0ACE-B834-E646-38A31F7A9041}"/>
                  </a:ext>
                </a:extLst>
              </p14:cNvPr>
              <p14:cNvContentPartPr/>
              <p14:nvPr/>
            </p14:nvContentPartPr>
            <p14:xfrm>
              <a:off x="5892720" y="6883360"/>
              <a:ext cx="388440" cy="3862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E67E6719-0ACE-B834-E646-38A31F7A9041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5820720" y="6739360"/>
                <a:ext cx="532080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660D5C15-A669-1ED4-90A8-BCFCCCCBBE29}"/>
                  </a:ext>
                </a:extLst>
              </p14:cNvPr>
              <p14:cNvContentPartPr/>
              <p14:nvPr/>
            </p14:nvContentPartPr>
            <p14:xfrm>
              <a:off x="5842680" y="6826840"/>
              <a:ext cx="517680" cy="4226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660D5C15-A669-1ED4-90A8-BCFCCCCBBE29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5770680" y="6683200"/>
                <a:ext cx="661320" cy="71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DD520AC-BFD5-7115-19D8-F257611C20D5}"/>
                  </a:ext>
                </a:extLst>
              </p14:cNvPr>
              <p14:cNvContentPartPr/>
              <p14:nvPr/>
            </p14:nvContentPartPr>
            <p14:xfrm>
              <a:off x="5835840" y="6813160"/>
              <a:ext cx="148680" cy="806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DD520AC-BFD5-7115-19D8-F257611C20D5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5763840" y="6669520"/>
                <a:ext cx="29232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B8CE7AD-C8EC-D329-D34D-6476F2B128DF}"/>
                  </a:ext>
                </a:extLst>
              </p14:cNvPr>
              <p14:cNvContentPartPr/>
              <p14:nvPr/>
            </p14:nvContentPartPr>
            <p14:xfrm>
              <a:off x="5821440" y="6619840"/>
              <a:ext cx="513360" cy="5580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B8CE7AD-C8EC-D329-D34D-6476F2B128DF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5749800" y="6475840"/>
                <a:ext cx="657000" cy="84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9D242FAD-5654-A3BC-FE9F-2ADDB03DF165}"/>
                  </a:ext>
                </a:extLst>
              </p14:cNvPr>
              <p14:cNvContentPartPr/>
              <p14:nvPr/>
            </p14:nvContentPartPr>
            <p14:xfrm>
              <a:off x="5222040" y="7299880"/>
              <a:ext cx="360" cy="3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9D242FAD-5654-A3BC-FE9F-2ADDB03DF165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5159400" y="7236880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45" name="Arrow: Up 144">
            <a:extLst>
              <a:ext uri="{FF2B5EF4-FFF2-40B4-BE49-F238E27FC236}">
                <a16:creationId xmlns:a16="http://schemas.microsoft.com/office/drawing/2014/main" id="{E1734C2C-20D4-DF7A-E3C2-7EF296CFAE3F}"/>
              </a:ext>
            </a:extLst>
          </p:cNvPr>
          <p:cNvSpPr/>
          <p:nvPr/>
        </p:nvSpPr>
        <p:spPr>
          <a:xfrm rot="1089007">
            <a:off x="5269394" y="6487090"/>
            <a:ext cx="204190" cy="769900"/>
          </a:xfrm>
          <a:prstGeom prst="upArrow">
            <a:avLst/>
          </a:prstGeom>
          <a:solidFill>
            <a:schemeClr val="tx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FD9030D7-7231-2507-CB9E-85B4828B9AD2}"/>
              </a:ext>
            </a:extLst>
          </p:cNvPr>
          <p:cNvGrpSpPr/>
          <p:nvPr/>
        </p:nvGrpSpPr>
        <p:grpSpPr>
          <a:xfrm>
            <a:off x="4382430" y="7499250"/>
            <a:ext cx="1346040" cy="238680"/>
            <a:chOff x="4382430" y="7499250"/>
            <a:chExt cx="134604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536AC49-9503-3428-2E75-4B6ED0D7EEF3}"/>
                    </a:ext>
                  </a:extLst>
                </p14:cNvPr>
                <p14:cNvContentPartPr/>
                <p14:nvPr/>
              </p14:nvContentPartPr>
              <p14:xfrm>
                <a:off x="4382430" y="7499250"/>
                <a:ext cx="168840" cy="182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536AC49-9503-3428-2E75-4B6ED0D7EEF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373430" y="7490610"/>
                  <a:ext cx="186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5092BAD-4027-FF65-0046-4D982C19CAB6}"/>
                    </a:ext>
                  </a:extLst>
                </p14:cNvPr>
                <p14:cNvContentPartPr/>
                <p14:nvPr/>
              </p14:nvContentPartPr>
              <p14:xfrm>
                <a:off x="4467030" y="7609770"/>
                <a:ext cx="100800" cy="102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5092BAD-4027-FF65-0046-4D982C19CAB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458390" y="7601130"/>
                  <a:ext cx="118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7B52C0E-556B-1089-45E5-0582F3A48F89}"/>
                    </a:ext>
                  </a:extLst>
                </p14:cNvPr>
                <p14:cNvContentPartPr/>
                <p14:nvPr/>
              </p14:nvContentPartPr>
              <p14:xfrm>
                <a:off x="4622550" y="7557570"/>
                <a:ext cx="106200" cy="117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7B52C0E-556B-1089-45E5-0582F3A48F8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613910" y="7548930"/>
                  <a:ext cx="123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CBA70D4-7DE8-C2AA-5353-16271E023DF8}"/>
                    </a:ext>
                  </a:extLst>
                </p14:cNvPr>
                <p14:cNvContentPartPr/>
                <p14:nvPr/>
              </p14:nvContentPartPr>
              <p14:xfrm>
                <a:off x="4758630" y="7573050"/>
                <a:ext cx="97200" cy="1011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CBA70D4-7DE8-C2AA-5353-16271E023DF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749630" y="7564410"/>
                  <a:ext cx="114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81E4E5F-CDBD-EC8D-25DA-88259ECB1247}"/>
                    </a:ext>
                  </a:extLst>
                </p14:cNvPr>
                <p14:cNvContentPartPr/>
                <p14:nvPr/>
              </p14:nvContentPartPr>
              <p14:xfrm>
                <a:off x="4881390" y="7585650"/>
                <a:ext cx="140400" cy="152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81E4E5F-CDBD-EC8D-25DA-88259ECB124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872390" y="7576650"/>
                  <a:ext cx="1580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0D2DEE13-76A9-FA22-D00C-F61495B74392}"/>
                    </a:ext>
                  </a:extLst>
                </p14:cNvPr>
                <p14:cNvContentPartPr/>
                <p14:nvPr/>
              </p14:nvContentPartPr>
              <p14:xfrm>
                <a:off x="5011710" y="7579170"/>
                <a:ext cx="88920" cy="8424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0D2DEE13-76A9-FA22-D00C-F61495B7439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003070" y="7570530"/>
                  <a:ext cx="1065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2BB63A9C-CC98-34F1-AC86-C7CCCE251F93}"/>
                    </a:ext>
                  </a:extLst>
                </p14:cNvPr>
                <p14:cNvContentPartPr/>
                <p14:nvPr/>
              </p14:nvContentPartPr>
              <p14:xfrm>
                <a:off x="5243190" y="7569810"/>
                <a:ext cx="99720" cy="78120"/>
              </p14:xfrm>
            </p:contentPart>
          </mc:Choice>
          <mc:Fallback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2BB63A9C-CC98-34F1-AC86-C7CCCE251F9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234550" y="7561170"/>
                  <a:ext cx="117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F94A0BCC-526F-A2CE-9048-C78C045B75F1}"/>
                    </a:ext>
                  </a:extLst>
                </p14:cNvPr>
                <p14:cNvContentPartPr/>
                <p14:nvPr/>
              </p14:nvContentPartPr>
              <p14:xfrm>
                <a:off x="5362350" y="7526610"/>
                <a:ext cx="83880" cy="125280"/>
              </p14:xfrm>
            </p:contentPart>
          </mc:Choice>
          <mc:Fallback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F94A0BCC-526F-A2CE-9048-C78C045B75F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353710" y="7517610"/>
                  <a:ext cx="101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46B3FB98-E866-3CCD-4225-91ABDD2D5B28}"/>
                    </a:ext>
                  </a:extLst>
                </p14:cNvPr>
                <p14:cNvContentPartPr/>
                <p14:nvPr/>
              </p14:nvContentPartPr>
              <p14:xfrm>
                <a:off x="5469630" y="7562250"/>
                <a:ext cx="153000" cy="72360"/>
              </p14:xfrm>
            </p:contentPart>
          </mc:Choice>
          <mc:Fallback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46B3FB98-E866-3CCD-4225-91ABDD2D5B2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460630" y="7553250"/>
                  <a:ext cx="170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352D8FA0-3C57-3FEE-2A22-3CA33F77A2B0}"/>
                    </a:ext>
                  </a:extLst>
                </p14:cNvPr>
                <p14:cNvContentPartPr/>
                <p14:nvPr/>
              </p14:nvContentPartPr>
              <p14:xfrm>
                <a:off x="5655750" y="7509330"/>
                <a:ext cx="72720" cy="120600"/>
              </p14:xfrm>
            </p:contentPart>
          </mc:Choice>
          <mc:Fallback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352D8FA0-3C57-3FEE-2A22-3CA33F77A2B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647110" y="7500330"/>
                  <a:ext cx="90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CE6F0CF9-046E-04EE-407C-2DEFD06DB159}"/>
                    </a:ext>
                  </a:extLst>
                </p14:cNvPr>
                <p14:cNvContentPartPr/>
                <p14:nvPr/>
              </p14:nvContentPartPr>
              <p14:xfrm>
                <a:off x="5629110" y="7512570"/>
                <a:ext cx="85320" cy="23760"/>
              </p14:xfrm>
            </p:contentPart>
          </mc:Choice>
          <mc:Fallback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CE6F0CF9-046E-04EE-407C-2DEFD06DB15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620110" y="7503570"/>
                  <a:ext cx="102960" cy="414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E7102CB8-2C43-D07C-57CB-2831CF5E7636}"/>
              </a:ext>
            </a:extLst>
          </p:cNvPr>
          <p:cNvCxnSpPr>
            <a:cxnSpLocks/>
          </p:cNvCxnSpPr>
          <p:nvPr/>
        </p:nvCxnSpPr>
        <p:spPr>
          <a:xfrm>
            <a:off x="7422299" y="5969807"/>
            <a:ext cx="0" cy="14196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C1CE7E43-7680-E0D3-127B-9E7B10C072C3}"/>
              </a:ext>
            </a:extLst>
          </p:cNvPr>
          <p:cNvCxnSpPr>
            <a:cxnSpLocks/>
          </p:cNvCxnSpPr>
          <p:nvPr/>
        </p:nvCxnSpPr>
        <p:spPr>
          <a:xfrm>
            <a:off x="7841314" y="5988840"/>
            <a:ext cx="0" cy="14196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7B48AC7E-AFA8-B12D-5E27-C20EFAE4FFF9}"/>
              </a:ext>
            </a:extLst>
          </p:cNvPr>
          <p:cNvCxnSpPr>
            <a:cxnSpLocks/>
          </p:cNvCxnSpPr>
          <p:nvPr/>
        </p:nvCxnSpPr>
        <p:spPr>
          <a:xfrm>
            <a:off x="8292418" y="6002336"/>
            <a:ext cx="0" cy="14196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608">
            <a:extLst>
              <a:ext uri="{FF2B5EF4-FFF2-40B4-BE49-F238E27FC236}">
                <a16:creationId xmlns:a16="http://schemas.microsoft.com/office/drawing/2014/main" id="{32F7022E-81D3-7EF4-A227-A52EDED894B5}"/>
              </a:ext>
            </a:extLst>
          </p:cNvPr>
          <p:cNvCxnSpPr>
            <a:cxnSpLocks/>
          </p:cNvCxnSpPr>
          <p:nvPr/>
        </p:nvCxnSpPr>
        <p:spPr>
          <a:xfrm>
            <a:off x="9369000" y="6012000"/>
            <a:ext cx="0" cy="14196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81CD3E11-C58B-5222-2772-4BE8FB5D367F}"/>
              </a:ext>
            </a:extLst>
          </p:cNvPr>
          <p:cNvCxnSpPr>
            <a:cxnSpLocks/>
          </p:cNvCxnSpPr>
          <p:nvPr/>
        </p:nvCxnSpPr>
        <p:spPr>
          <a:xfrm>
            <a:off x="8855244" y="6002336"/>
            <a:ext cx="0" cy="14196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66586BF9-3706-0095-0A7E-1500A1B32423}"/>
              </a:ext>
            </a:extLst>
          </p:cNvPr>
          <p:cNvCxnSpPr>
            <a:cxnSpLocks/>
          </p:cNvCxnSpPr>
          <p:nvPr/>
        </p:nvCxnSpPr>
        <p:spPr>
          <a:xfrm>
            <a:off x="7178244" y="6215169"/>
            <a:ext cx="25934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D8D47BE8-7630-8AE6-11E2-475A87BD20A9}"/>
              </a:ext>
            </a:extLst>
          </p:cNvPr>
          <p:cNvCxnSpPr>
            <a:cxnSpLocks/>
          </p:cNvCxnSpPr>
          <p:nvPr/>
        </p:nvCxnSpPr>
        <p:spPr>
          <a:xfrm>
            <a:off x="7128420" y="6533473"/>
            <a:ext cx="25934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0DB26498-14EF-D4FB-691C-5638BC8382DF}"/>
              </a:ext>
            </a:extLst>
          </p:cNvPr>
          <p:cNvCxnSpPr>
            <a:cxnSpLocks/>
          </p:cNvCxnSpPr>
          <p:nvPr/>
        </p:nvCxnSpPr>
        <p:spPr>
          <a:xfrm>
            <a:off x="7147823" y="6878320"/>
            <a:ext cx="25934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627">
            <a:extLst>
              <a:ext uri="{FF2B5EF4-FFF2-40B4-BE49-F238E27FC236}">
                <a16:creationId xmlns:a16="http://schemas.microsoft.com/office/drawing/2014/main" id="{8A9C49D2-6DBA-0B40-234D-92CE6F084077}"/>
              </a:ext>
            </a:extLst>
          </p:cNvPr>
          <p:cNvCxnSpPr>
            <a:cxnSpLocks/>
          </p:cNvCxnSpPr>
          <p:nvPr/>
        </p:nvCxnSpPr>
        <p:spPr>
          <a:xfrm>
            <a:off x="7139153" y="7151200"/>
            <a:ext cx="25934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629" name="Ink 628">
                <a:extLst>
                  <a:ext uri="{FF2B5EF4-FFF2-40B4-BE49-F238E27FC236}">
                    <a16:creationId xmlns:a16="http://schemas.microsoft.com/office/drawing/2014/main" id="{8CD80C28-6870-4576-CDD8-5001B0B2DFBC}"/>
                  </a:ext>
                </a:extLst>
              </p14:cNvPr>
              <p14:cNvContentPartPr/>
              <p14:nvPr/>
            </p14:nvContentPartPr>
            <p14:xfrm>
              <a:off x="8339064" y="6369720"/>
              <a:ext cx="422280" cy="38160"/>
            </p14:xfrm>
          </p:contentPart>
        </mc:Choice>
        <mc:Fallback>
          <p:pic>
            <p:nvPicPr>
              <p:cNvPr id="629" name="Ink 628">
                <a:extLst>
                  <a:ext uri="{FF2B5EF4-FFF2-40B4-BE49-F238E27FC236}">
                    <a16:creationId xmlns:a16="http://schemas.microsoft.com/office/drawing/2014/main" id="{8CD80C28-6870-4576-CDD8-5001B0B2DFBC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8267424" y="6225720"/>
                <a:ext cx="56592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630" name="Ink 629">
                <a:extLst>
                  <a:ext uri="{FF2B5EF4-FFF2-40B4-BE49-F238E27FC236}">
                    <a16:creationId xmlns:a16="http://schemas.microsoft.com/office/drawing/2014/main" id="{51E1CF2E-9096-FFEC-62E0-A665ED7AEE9B}"/>
                  </a:ext>
                </a:extLst>
              </p14:cNvPr>
              <p14:cNvContentPartPr/>
              <p14:nvPr/>
            </p14:nvContentPartPr>
            <p14:xfrm>
              <a:off x="8614824" y="6342000"/>
              <a:ext cx="169920" cy="4680"/>
            </p14:xfrm>
          </p:contentPart>
        </mc:Choice>
        <mc:Fallback>
          <p:pic>
            <p:nvPicPr>
              <p:cNvPr id="630" name="Ink 629">
                <a:extLst>
                  <a:ext uri="{FF2B5EF4-FFF2-40B4-BE49-F238E27FC236}">
                    <a16:creationId xmlns:a16="http://schemas.microsoft.com/office/drawing/2014/main" id="{51E1CF2E-9096-FFEC-62E0-A665ED7AEE9B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8542824" y="6198360"/>
                <a:ext cx="31356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631" name="Ink 630">
                <a:extLst>
                  <a:ext uri="{FF2B5EF4-FFF2-40B4-BE49-F238E27FC236}">
                    <a16:creationId xmlns:a16="http://schemas.microsoft.com/office/drawing/2014/main" id="{967E19D8-55D4-437F-C2A9-590052F5759C}"/>
                  </a:ext>
                </a:extLst>
              </p14:cNvPr>
              <p14:cNvContentPartPr/>
              <p14:nvPr/>
            </p14:nvContentPartPr>
            <p14:xfrm>
              <a:off x="7503864" y="6687240"/>
              <a:ext cx="249840" cy="24840"/>
            </p14:xfrm>
          </p:contentPart>
        </mc:Choice>
        <mc:Fallback>
          <p:pic>
            <p:nvPicPr>
              <p:cNvPr id="631" name="Ink 630">
                <a:extLst>
                  <a:ext uri="{FF2B5EF4-FFF2-40B4-BE49-F238E27FC236}">
                    <a16:creationId xmlns:a16="http://schemas.microsoft.com/office/drawing/2014/main" id="{967E19D8-55D4-437F-C2A9-590052F5759C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7432224" y="6543240"/>
                <a:ext cx="39348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632" name="Ink 631">
                <a:extLst>
                  <a:ext uri="{FF2B5EF4-FFF2-40B4-BE49-F238E27FC236}">
                    <a16:creationId xmlns:a16="http://schemas.microsoft.com/office/drawing/2014/main" id="{F00BD0C8-863F-6627-DEA5-3EA52F512207}"/>
                  </a:ext>
                </a:extLst>
              </p14:cNvPr>
              <p14:cNvContentPartPr/>
              <p14:nvPr/>
            </p14:nvContentPartPr>
            <p14:xfrm>
              <a:off x="8930544" y="7016280"/>
              <a:ext cx="231480" cy="360"/>
            </p14:xfrm>
          </p:contentPart>
        </mc:Choice>
        <mc:Fallback>
          <p:pic>
            <p:nvPicPr>
              <p:cNvPr id="632" name="Ink 631">
                <a:extLst>
                  <a:ext uri="{FF2B5EF4-FFF2-40B4-BE49-F238E27FC236}">
                    <a16:creationId xmlns:a16="http://schemas.microsoft.com/office/drawing/2014/main" id="{F00BD0C8-863F-6627-DEA5-3EA52F512207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8858544" y="6872640"/>
                <a:ext cx="3751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633" name="Ink 632">
                <a:extLst>
                  <a:ext uri="{FF2B5EF4-FFF2-40B4-BE49-F238E27FC236}">
                    <a16:creationId xmlns:a16="http://schemas.microsoft.com/office/drawing/2014/main" id="{B01B4E71-3266-B3C7-78CA-8013F79B8798}"/>
                  </a:ext>
                </a:extLst>
              </p14:cNvPr>
              <p14:cNvContentPartPr/>
              <p14:nvPr/>
            </p14:nvContentPartPr>
            <p14:xfrm>
              <a:off x="9277944" y="7004040"/>
              <a:ext cx="22680" cy="6480"/>
            </p14:xfrm>
          </p:contentPart>
        </mc:Choice>
        <mc:Fallback>
          <p:pic>
            <p:nvPicPr>
              <p:cNvPr id="633" name="Ink 632">
                <a:extLst>
                  <a:ext uri="{FF2B5EF4-FFF2-40B4-BE49-F238E27FC236}">
                    <a16:creationId xmlns:a16="http://schemas.microsoft.com/office/drawing/2014/main" id="{B01B4E71-3266-B3C7-78CA-8013F79B8798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9205944" y="6860040"/>
                <a:ext cx="1663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634" name="Ink 633">
                <a:extLst>
                  <a:ext uri="{FF2B5EF4-FFF2-40B4-BE49-F238E27FC236}">
                    <a16:creationId xmlns:a16="http://schemas.microsoft.com/office/drawing/2014/main" id="{0DFF9846-B59E-698A-CFDD-7CBD032CA532}"/>
                  </a:ext>
                </a:extLst>
              </p14:cNvPr>
              <p14:cNvContentPartPr/>
              <p14:nvPr/>
            </p14:nvContentPartPr>
            <p14:xfrm>
              <a:off x="8381904" y="6376200"/>
              <a:ext cx="407880" cy="25560"/>
            </p14:xfrm>
          </p:contentPart>
        </mc:Choice>
        <mc:Fallback>
          <p:pic>
            <p:nvPicPr>
              <p:cNvPr id="634" name="Ink 633">
                <a:extLst>
                  <a:ext uri="{FF2B5EF4-FFF2-40B4-BE49-F238E27FC236}">
                    <a16:creationId xmlns:a16="http://schemas.microsoft.com/office/drawing/2014/main" id="{0DFF9846-B59E-698A-CFDD-7CBD032CA532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8309904" y="6232560"/>
                <a:ext cx="5515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635" name="Ink 634">
                <a:extLst>
                  <a:ext uri="{FF2B5EF4-FFF2-40B4-BE49-F238E27FC236}">
                    <a16:creationId xmlns:a16="http://schemas.microsoft.com/office/drawing/2014/main" id="{9AB38EBA-0356-175F-116D-E28C67649A4C}"/>
                  </a:ext>
                </a:extLst>
              </p14:cNvPr>
              <p14:cNvContentPartPr/>
              <p14:nvPr/>
            </p14:nvContentPartPr>
            <p14:xfrm>
              <a:off x="7516104" y="6735840"/>
              <a:ext cx="360" cy="360"/>
            </p14:xfrm>
          </p:contentPart>
        </mc:Choice>
        <mc:Fallback>
          <p:pic>
            <p:nvPicPr>
              <p:cNvPr id="635" name="Ink 634">
                <a:extLst>
                  <a:ext uri="{FF2B5EF4-FFF2-40B4-BE49-F238E27FC236}">
                    <a16:creationId xmlns:a16="http://schemas.microsoft.com/office/drawing/2014/main" id="{9AB38EBA-0356-175F-116D-E28C67649A4C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7444464" y="6592200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636" name="Ink 635">
                <a:extLst>
                  <a:ext uri="{FF2B5EF4-FFF2-40B4-BE49-F238E27FC236}">
                    <a16:creationId xmlns:a16="http://schemas.microsoft.com/office/drawing/2014/main" id="{169F6E1D-91C0-DD23-D0D5-1A71E169CB63}"/>
                  </a:ext>
                </a:extLst>
              </p14:cNvPr>
              <p14:cNvContentPartPr/>
              <p14:nvPr/>
            </p14:nvContentPartPr>
            <p14:xfrm>
              <a:off x="7491984" y="7009800"/>
              <a:ext cx="310680" cy="13680"/>
            </p14:xfrm>
          </p:contentPart>
        </mc:Choice>
        <mc:Fallback>
          <p:pic>
            <p:nvPicPr>
              <p:cNvPr id="636" name="Ink 635">
                <a:extLst>
                  <a:ext uri="{FF2B5EF4-FFF2-40B4-BE49-F238E27FC236}">
                    <a16:creationId xmlns:a16="http://schemas.microsoft.com/office/drawing/2014/main" id="{169F6E1D-91C0-DD23-D0D5-1A71E169CB63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7419984" y="6865800"/>
                <a:ext cx="45432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637" name="Ink 636">
                <a:extLst>
                  <a:ext uri="{FF2B5EF4-FFF2-40B4-BE49-F238E27FC236}">
                    <a16:creationId xmlns:a16="http://schemas.microsoft.com/office/drawing/2014/main" id="{D680D858-C1D4-7E72-C732-15F5A0A0CAAC}"/>
                  </a:ext>
                </a:extLst>
              </p14:cNvPr>
              <p14:cNvContentPartPr/>
              <p14:nvPr/>
            </p14:nvContentPartPr>
            <p14:xfrm>
              <a:off x="8918304" y="6680400"/>
              <a:ext cx="379800" cy="29520"/>
            </p14:xfrm>
          </p:contentPart>
        </mc:Choice>
        <mc:Fallback>
          <p:pic>
            <p:nvPicPr>
              <p:cNvPr id="637" name="Ink 636">
                <a:extLst>
                  <a:ext uri="{FF2B5EF4-FFF2-40B4-BE49-F238E27FC236}">
                    <a16:creationId xmlns:a16="http://schemas.microsoft.com/office/drawing/2014/main" id="{D680D858-C1D4-7E72-C732-15F5A0A0CAAC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8846304" y="6536400"/>
                <a:ext cx="52344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638" name="Ink 637">
                <a:extLst>
                  <a:ext uri="{FF2B5EF4-FFF2-40B4-BE49-F238E27FC236}">
                    <a16:creationId xmlns:a16="http://schemas.microsoft.com/office/drawing/2014/main" id="{D5E7ABB3-6A6A-DCD8-9A53-6C9C7CD0BD05}"/>
                  </a:ext>
                </a:extLst>
              </p14:cNvPr>
              <p14:cNvContentPartPr/>
              <p14:nvPr/>
            </p14:nvContentPartPr>
            <p14:xfrm>
              <a:off x="8942784" y="6738360"/>
              <a:ext cx="203040" cy="3960"/>
            </p14:xfrm>
          </p:contentPart>
        </mc:Choice>
        <mc:Fallback>
          <p:pic>
            <p:nvPicPr>
              <p:cNvPr id="638" name="Ink 637">
                <a:extLst>
                  <a:ext uri="{FF2B5EF4-FFF2-40B4-BE49-F238E27FC236}">
                    <a16:creationId xmlns:a16="http://schemas.microsoft.com/office/drawing/2014/main" id="{D5E7ABB3-6A6A-DCD8-9A53-6C9C7CD0BD05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8870784" y="6594360"/>
                <a:ext cx="34668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639" name="Ink 638">
                <a:extLst>
                  <a:ext uri="{FF2B5EF4-FFF2-40B4-BE49-F238E27FC236}">
                    <a16:creationId xmlns:a16="http://schemas.microsoft.com/office/drawing/2014/main" id="{164BF096-B498-5BEB-FE92-2CF2CF6687F3}"/>
                  </a:ext>
                </a:extLst>
              </p14:cNvPr>
              <p14:cNvContentPartPr/>
              <p14:nvPr/>
            </p14:nvContentPartPr>
            <p14:xfrm>
              <a:off x="7912464" y="6095760"/>
              <a:ext cx="322920" cy="360"/>
            </p14:xfrm>
          </p:contentPart>
        </mc:Choice>
        <mc:Fallback>
          <p:pic>
            <p:nvPicPr>
              <p:cNvPr id="639" name="Ink 638">
                <a:extLst>
                  <a:ext uri="{FF2B5EF4-FFF2-40B4-BE49-F238E27FC236}">
                    <a16:creationId xmlns:a16="http://schemas.microsoft.com/office/drawing/2014/main" id="{164BF096-B498-5BEB-FE92-2CF2CF6687F3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7840464" y="5952120"/>
                <a:ext cx="4665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93A2E4CB-286B-144B-3F87-3566178E90C2}"/>
                  </a:ext>
                </a:extLst>
              </p14:cNvPr>
              <p14:cNvContentPartPr/>
              <p14:nvPr/>
            </p14:nvContentPartPr>
            <p14:xfrm>
              <a:off x="7906344" y="6648360"/>
              <a:ext cx="316800" cy="2088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93A2E4CB-286B-144B-3F87-3566178E90C2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7834344" y="6504720"/>
                <a:ext cx="46044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CC87A754-7369-FABE-CB2E-83A9A55F2D24}"/>
                  </a:ext>
                </a:extLst>
              </p14:cNvPr>
              <p14:cNvContentPartPr/>
              <p14:nvPr/>
            </p14:nvContentPartPr>
            <p14:xfrm>
              <a:off x="7930824" y="6754200"/>
              <a:ext cx="286200" cy="1872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CC87A754-7369-FABE-CB2E-83A9A55F2D24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7858824" y="6610200"/>
                <a:ext cx="4298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1D81D556-0825-421A-D9D8-3BB710D443B4}"/>
                  </a:ext>
                </a:extLst>
              </p14:cNvPr>
              <p14:cNvContentPartPr/>
              <p14:nvPr/>
            </p14:nvContentPartPr>
            <p14:xfrm>
              <a:off x="8381904" y="7009800"/>
              <a:ext cx="408240" cy="1908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1D81D556-0825-421A-D9D8-3BB710D443B4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8309904" y="6866160"/>
                <a:ext cx="5518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04CF4537-74A7-C0C0-3D20-B4A776F3AEB0}"/>
                  </a:ext>
                </a:extLst>
              </p14:cNvPr>
              <p14:cNvContentPartPr/>
              <p14:nvPr/>
            </p14:nvContentPartPr>
            <p14:xfrm>
              <a:off x="8955384" y="6077400"/>
              <a:ext cx="390240" cy="36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04CF4537-74A7-C0C0-3D20-B4A776F3AEB0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8883384" y="5933760"/>
                <a:ext cx="5338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0F40F4A3-8152-9DA6-F660-C8C41222580F}"/>
                  </a:ext>
                </a:extLst>
              </p14:cNvPr>
              <p14:cNvContentPartPr/>
              <p14:nvPr/>
            </p14:nvContentPartPr>
            <p14:xfrm>
              <a:off x="9406464" y="6668160"/>
              <a:ext cx="310680" cy="3168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0F40F4A3-8152-9DA6-F660-C8C41222580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9334824" y="6524160"/>
                <a:ext cx="45432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6C562164-CF28-3549-1E1A-52B9F25C58C3}"/>
                  </a:ext>
                </a:extLst>
              </p14:cNvPr>
              <p14:cNvContentPartPr/>
              <p14:nvPr/>
            </p14:nvContentPartPr>
            <p14:xfrm>
              <a:off x="9491784" y="6740880"/>
              <a:ext cx="255960" cy="1368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6C562164-CF28-3549-1E1A-52B9F25C58C3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9419784" y="6596880"/>
                <a:ext cx="39960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0ADABB4B-1200-46F6-FDEC-B9FE30BE5EE1}"/>
                  </a:ext>
                </a:extLst>
              </p14:cNvPr>
              <p14:cNvContentPartPr/>
              <p14:nvPr/>
            </p14:nvContentPartPr>
            <p14:xfrm>
              <a:off x="8339064" y="6685800"/>
              <a:ext cx="414360" cy="4464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0ADABB4B-1200-46F6-FDEC-B9FE30BE5EE1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8267424" y="6541800"/>
                <a:ext cx="55800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280C0A53-6907-F5A6-39D2-9CABEAE39958}"/>
                  </a:ext>
                </a:extLst>
              </p14:cNvPr>
              <p14:cNvContentPartPr/>
              <p14:nvPr/>
            </p14:nvContentPartPr>
            <p14:xfrm>
              <a:off x="8534904" y="6662760"/>
              <a:ext cx="249480" cy="1944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280C0A53-6907-F5A6-39D2-9CABEAE39958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8462904" y="6518760"/>
                <a:ext cx="3931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05F63930-E582-230C-ECBE-D6E3470D9B34}"/>
                  </a:ext>
                </a:extLst>
              </p14:cNvPr>
              <p14:cNvContentPartPr/>
              <p14:nvPr/>
            </p14:nvContentPartPr>
            <p14:xfrm>
              <a:off x="8388024" y="6717480"/>
              <a:ext cx="353160" cy="1404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05F63930-E582-230C-ECBE-D6E3470D9B34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8316024" y="6573840"/>
                <a:ext cx="49680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40BDB5B6-EC8F-3FEE-2ACC-9AFDDF188514}"/>
                  </a:ext>
                </a:extLst>
              </p14:cNvPr>
              <p14:cNvContentPartPr/>
              <p14:nvPr/>
            </p14:nvContentPartPr>
            <p14:xfrm>
              <a:off x="7217664" y="6351720"/>
              <a:ext cx="133920" cy="36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40BDB5B6-EC8F-3FEE-2ACC-9AFDDF188514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7145664" y="6208080"/>
                <a:ext cx="2775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99BDFF2C-0DE5-1FAB-87C9-6C417327D7D7}"/>
                  </a:ext>
                </a:extLst>
              </p14:cNvPr>
              <p14:cNvContentPartPr/>
              <p14:nvPr/>
            </p14:nvContentPartPr>
            <p14:xfrm>
              <a:off x="7241784" y="6406800"/>
              <a:ext cx="109440" cy="36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99BDFF2C-0DE5-1FAB-87C9-6C417327D7D7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7170144" y="6262800"/>
                <a:ext cx="2530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164E4E19-A470-ACDF-DFF8-F14E5C6DF6E0}"/>
                  </a:ext>
                </a:extLst>
              </p14:cNvPr>
              <p14:cNvContentPartPr/>
              <p14:nvPr/>
            </p14:nvContentPartPr>
            <p14:xfrm>
              <a:off x="9467664" y="6065520"/>
              <a:ext cx="292320" cy="1296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164E4E19-A470-ACDF-DFF8-F14E5C6DF6E0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9395664" y="5921520"/>
                <a:ext cx="4359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249C8861-16CF-86FE-9940-5ECD796B5040}"/>
                  </a:ext>
                </a:extLst>
              </p14:cNvPr>
              <p14:cNvContentPartPr/>
              <p14:nvPr/>
            </p14:nvContentPartPr>
            <p14:xfrm>
              <a:off x="7509984" y="7271880"/>
              <a:ext cx="292320" cy="1980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249C8861-16CF-86FE-9940-5ECD796B5040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7438344" y="7128240"/>
                <a:ext cx="4359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5CB76C68-AAE7-EBAA-A79A-4C89B1651EF4}"/>
                  </a:ext>
                </a:extLst>
              </p14:cNvPr>
              <p14:cNvContentPartPr/>
              <p14:nvPr/>
            </p14:nvContentPartPr>
            <p14:xfrm>
              <a:off x="9406464" y="7272240"/>
              <a:ext cx="237600" cy="1296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5CB76C68-AAE7-EBAA-A79A-4C89B1651EF4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9334824" y="7128240"/>
                <a:ext cx="3812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C1B8A163-91C2-5B9D-6C38-57EF753CB434}"/>
                  </a:ext>
                </a:extLst>
              </p14:cNvPr>
              <p14:cNvContentPartPr/>
              <p14:nvPr/>
            </p14:nvContentPartPr>
            <p14:xfrm>
              <a:off x="7918584" y="6343800"/>
              <a:ext cx="292320" cy="1440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C1B8A163-91C2-5B9D-6C38-57EF753CB434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7846584" y="6200160"/>
                <a:ext cx="43596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1A398E01-FE0E-CAE9-CD19-463CFBEAB8C8}"/>
                  </a:ext>
                </a:extLst>
              </p14:cNvPr>
              <p14:cNvContentPartPr/>
              <p14:nvPr/>
            </p14:nvContentPartPr>
            <p14:xfrm>
              <a:off x="8906064" y="6359280"/>
              <a:ext cx="377640" cy="504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1A398E01-FE0E-CAE9-CD19-463CFBEAB8C8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8834424" y="6215280"/>
                <a:ext cx="5212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4C03BB05-106A-619E-9330-EBE9D0EE8E1B}"/>
                  </a:ext>
                </a:extLst>
              </p14:cNvPr>
              <p14:cNvContentPartPr/>
              <p14:nvPr/>
            </p14:nvContentPartPr>
            <p14:xfrm>
              <a:off x="7967184" y="7010160"/>
              <a:ext cx="280080" cy="36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4C03BB05-106A-619E-9330-EBE9D0EE8E1B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7895544" y="6866520"/>
                <a:ext cx="4237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9F68C610-4EAE-7674-F5BC-E246FE5D133F}"/>
                  </a:ext>
                </a:extLst>
              </p14:cNvPr>
              <p14:cNvContentPartPr/>
              <p14:nvPr/>
            </p14:nvContentPartPr>
            <p14:xfrm>
              <a:off x="7479384" y="6343800"/>
              <a:ext cx="354240" cy="3276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9F68C610-4EAE-7674-F5BC-E246FE5D133F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7407384" y="6200160"/>
                <a:ext cx="49788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6FCA3FE1-3115-2953-FA19-F464DE24645E}"/>
                  </a:ext>
                </a:extLst>
              </p14:cNvPr>
              <p14:cNvContentPartPr/>
              <p14:nvPr/>
            </p14:nvContentPartPr>
            <p14:xfrm>
              <a:off x="7485864" y="6394560"/>
              <a:ext cx="132480" cy="36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6FCA3FE1-3115-2953-FA19-F464DE24645E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7413864" y="6250560"/>
                <a:ext cx="2761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856BE0F3-6C04-9EAE-280D-8F4A234BDC48}"/>
                  </a:ext>
                </a:extLst>
              </p14:cNvPr>
              <p14:cNvContentPartPr/>
              <p14:nvPr/>
            </p14:nvContentPartPr>
            <p14:xfrm>
              <a:off x="9436344" y="6351720"/>
              <a:ext cx="316800" cy="2520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856BE0F3-6C04-9EAE-280D-8F4A234BDC48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9364704" y="6207720"/>
                <a:ext cx="46044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CD846960-9659-F542-5501-4F455884FDA9}"/>
                  </a:ext>
                </a:extLst>
              </p14:cNvPr>
              <p14:cNvContentPartPr/>
              <p14:nvPr/>
            </p14:nvContentPartPr>
            <p14:xfrm>
              <a:off x="9430224" y="7010160"/>
              <a:ext cx="194760" cy="36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CD846960-9659-F542-5501-4F455884FDA9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9358584" y="6866520"/>
                <a:ext cx="3384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1575B11F-AB14-9B69-FAFF-C8D5C2BE13E5}"/>
                  </a:ext>
                </a:extLst>
              </p14:cNvPr>
              <p14:cNvContentPartPr/>
              <p14:nvPr/>
            </p14:nvContentPartPr>
            <p14:xfrm>
              <a:off x="7503864" y="6083520"/>
              <a:ext cx="285840" cy="1224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1575B11F-AB14-9B69-FAFF-C8D5C2BE13E5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7432224" y="5939880"/>
                <a:ext cx="4294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47EE4D08-78A4-9E41-25DC-E1BD96D98C7F}"/>
                  </a:ext>
                </a:extLst>
              </p14:cNvPr>
              <p14:cNvContentPartPr/>
              <p14:nvPr/>
            </p14:nvContentPartPr>
            <p14:xfrm>
              <a:off x="8339064" y="6077400"/>
              <a:ext cx="456840" cy="684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47EE4D08-78A4-9E41-25DC-E1BD96D98C7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8267424" y="5933400"/>
                <a:ext cx="60048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3ADC7E90-9226-1F0A-F2C3-ADD951F541A3}"/>
                  </a:ext>
                </a:extLst>
              </p14:cNvPr>
              <p14:cNvContentPartPr/>
              <p14:nvPr/>
            </p14:nvContentPartPr>
            <p14:xfrm>
              <a:off x="7973304" y="7258920"/>
              <a:ext cx="273960" cy="1368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3ADC7E90-9226-1F0A-F2C3-ADD951F541A3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7901664" y="7115280"/>
                <a:ext cx="41760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C2D9629-B682-C277-CFFC-DECFDEF22347}"/>
                  </a:ext>
                </a:extLst>
              </p14:cNvPr>
              <p14:cNvContentPartPr/>
              <p14:nvPr/>
            </p14:nvContentPartPr>
            <p14:xfrm>
              <a:off x="8394144" y="7271880"/>
              <a:ext cx="304560" cy="1332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C2D9629-B682-C277-CFFC-DECFDEF22347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8322144" y="7127880"/>
                <a:ext cx="4482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C133FF5E-8CB4-B2A4-5FB8-41BA235679BE}"/>
                  </a:ext>
                </a:extLst>
              </p14:cNvPr>
              <p14:cNvContentPartPr/>
              <p14:nvPr/>
            </p14:nvContentPartPr>
            <p14:xfrm>
              <a:off x="8448144" y="7277640"/>
              <a:ext cx="397440" cy="1908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C133FF5E-8CB4-B2A4-5FB8-41BA235679BE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8376144" y="7134000"/>
                <a:ext cx="5410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31E34C06-9E6D-5BE4-A4A5-B60015FB4C9E}"/>
                  </a:ext>
                </a:extLst>
              </p14:cNvPr>
              <p14:cNvContentPartPr/>
              <p14:nvPr/>
            </p14:nvContentPartPr>
            <p14:xfrm>
              <a:off x="8936664" y="7290600"/>
              <a:ext cx="365400" cy="36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31E34C06-9E6D-5BE4-A4A5-B60015FB4C9E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8864664" y="7146960"/>
                <a:ext cx="509040" cy="28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D9C162A1-62DE-A55E-79D2-FD1074E67C5C}"/>
              </a:ext>
            </a:extLst>
          </p:cNvPr>
          <p:cNvGrpSpPr/>
          <p:nvPr/>
        </p:nvGrpSpPr>
        <p:grpSpPr>
          <a:xfrm>
            <a:off x="7063740" y="7524600"/>
            <a:ext cx="904320" cy="263880"/>
            <a:chOff x="7063740" y="7524600"/>
            <a:chExt cx="904320" cy="2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D983D05-D62E-5A37-2B19-33F9DCB4AB6E}"/>
                    </a:ext>
                  </a:extLst>
                </p14:cNvPr>
                <p14:cNvContentPartPr/>
                <p14:nvPr/>
              </p14:nvContentPartPr>
              <p14:xfrm>
                <a:off x="7063740" y="7558800"/>
                <a:ext cx="4320" cy="1357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D983D05-D62E-5A37-2B19-33F9DCB4AB6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054740" y="7550160"/>
                  <a:ext cx="21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AD95BAB-B9D0-3254-CEF4-4E654CFF4292}"/>
                    </a:ext>
                  </a:extLst>
                </p14:cNvPr>
                <p14:cNvContentPartPr/>
                <p14:nvPr/>
              </p14:nvContentPartPr>
              <p14:xfrm>
                <a:off x="7078860" y="7604880"/>
                <a:ext cx="42840" cy="741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AD95BAB-B9D0-3254-CEF4-4E654CFF429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069860" y="7595880"/>
                  <a:ext cx="60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FB1D314-4D57-D714-820B-128D0995DFE6}"/>
                    </a:ext>
                  </a:extLst>
                </p14:cNvPr>
                <p14:cNvContentPartPr/>
                <p14:nvPr/>
              </p14:nvContentPartPr>
              <p14:xfrm>
                <a:off x="7166340" y="7627560"/>
                <a:ext cx="3240" cy="586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FB1D314-4D57-D714-820B-128D0995DFE6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157700" y="7618560"/>
                  <a:ext cx="20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A055F084-FD3D-34B7-60A4-4863C002FD0B}"/>
                    </a:ext>
                  </a:extLst>
                </p14:cNvPr>
                <p14:cNvContentPartPr/>
                <p14:nvPr/>
              </p14:nvContentPartPr>
              <p14:xfrm>
                <a:off x="7158780" y="7574280"/>
                <a:ext cx="360" cy="3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A055F084-FD3D-34B7-60A4-4863C002FD0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150140" y="75652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EEF7E41-9EF1-C882-8C29-139F0761A60E}"/>
                    </a:ext>
                  </a:extLst>
                </p14:cNvPr>
                <p14:cNvContentPartPr/>
                <p14:nvPr/>
              </p14:nvContentPartPr>
              <p14:xfrm>
                <a:off x="7223940" y="7612080"/>
                <a:ext cx="42120" cy="1339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EEF7E41-9EF1-C882-8C29-139F0761A60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215300" y="7603080"/>
                  <a:ext cx="597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EAEF91D-5FCF-6518-1DAB-C5A34323AD52}"/>
                    </a:ext>
                  </a:extLst>
                </p14:cNvPr>
                <p14:cNvContentPartPr/>
                <p14:nvPr/>
              </p14:nvContentPartPr>
              <p14:xfrm>
                <a:off x="7302780" y="7536120"/>
                <a:ext cx="27720" cy="1285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EAEF91D-5FCF-6518-1DAB-C5A34323AD5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294140" y="7527120"/>
                  <a:ext cx="45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1B008900-94A2-E3AC-3959-80D4699496DD}"/>
                    </a:ext>
                  </a:extLst>
                </p14:cNvPr>
                <p14:cNvContentPartPr/>
                <p14:nvPr/>
              </p14:nvContentPartPr>
              <p14:xfrm>
                <a:off x="7356420" y="7528560"/>
                <a:ext cx="35280" cy="1414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1B008900-94A2-E3AC-3959-80D4699496D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347420" y="7519560"/>
                  <a:ext cx="52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35B8367-D19E-E169-E131-A82B0E2586B5}"/>
                    </a:ext>
                  </a:extLst>
                </p14:cNvPr>
                <p14:cNvContentPartPr/>
                <p14:nvPr/>
              </p14:nvContentPartPr>
              <p14:xfrm>
                <a:off x="7425540" y="7604520"/>
                <a:ext cx="360" cy="464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35B8367-D19E-E169-E131-A82B0E2586B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416540" y="7595880"/>
                  <a:ext cx="180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ED5B61F-37CD-D217-F6E3-EE30AB75EFEA}"/>
                    </a:ext>
                  </a:extLst>
                </p14:cNvPr>
                <p14:cNvContentPartPr/>
                <p14:nvPr/>
              </p14:nvContentPartPr>
              <p14:xfrm>
                <a:off x="7421580" y="7570320"/>
                <a:ext cx="360" cy="3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ED5B61F-37CD-D217-F6E3-EE30AB75EFE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412940" y="75613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39962F0E-AA57-F0A2-6F87-3E452531FF8D}"/>
                    </a:ext>
                  </a:extLst>
                </p14:cNvPr>
                <p14:cNvContentPartPr/>
                <p14:nvPr/>
              </p14:nvContentPartPr>
              <p14:xfrm>
                <a:off x="7469460" y="7585440"/>
                <a:ext cx="36360" cy="1688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39962F0E-AA57-F0A2-6F87-3E452531FF8D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460460" y="7576800"/>
                  <a:ext cx="54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8C3828F-D164-C939-553C-69DDF09BD90A}"/>
                    </a:ext>
                  </a:extLst>
                </p14:cNvPr>
                <p14:cNvContentPartPr/>
                <p14:nvPr/>
              </p14:nvContentPartPr>
              <p14:xfrm>
                <a:off x="7516980" y="7543680"/>
                <a:ext cx="5760" cy="684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8C3828F-D164-C939-553C-69DDF09BD90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507980" y="7534680"/>
                  <a:ext cx="23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EC7E633-4277-22AC-520F-86030B5F99F1}"/>
                    </a:ext>
                  </a:extLst>
                </p14:cNvPr>
                <p14:cNvContentPartPr/>
                <p14:nvPr/>
              </p14:nvContentPartPr>
              <p14:xfrm>
                <a:off x="7530660" y="7590120"/>
                <a:ext cx="42120" cy="662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EC7E633-4277-22AC-520F-86030B5F99F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521660" y="7581120"/>
                  <a:ext cx="59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47B3F53-7F5E-D1DB-A2DD-B5D64D10825C}"/>
                    </a:ext>
                  </a:extLst>
                </p14:cNvPr>
                <p14:cNvContentPartPr/>
                <p14:nvPr/>
              </p14:nvContentPartPr>
              <p14:xfrm>
                <a:off x="7603020" y="7524600"/>
                <a:ext cx="23760" cy="1213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47B3F53-7F5E-D1DB-A2DD-B5D64D10825C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594380" y="7515600"/>
                  <a:ext cx="414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8EB71ED-798A-FD3D-0FF1-86A858BFBF9D}"/>
                    </a:ext>
                  </a:extLst>
                </p14:cNvPr>
                <p14:cNvContentPartPr/>
                <p14:nvPr/>
              </p14:nvContentPartPr>
              <p14:xfrm>
                <a:off x="7593300" y="7574280"/>
                <a:ext cx="7920" cy="39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8EB71ED-798A-FD3D-0FF1-86A858BFBF9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584300" y="7565640"/>
                  <a:ext cx="25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16A17D9-F4BF-54C6-C4F0-291A0D3080FB}"/>
                    </a:ext>
                  </a:extLst>
                </p14:cNvPr>
                <p14:cNvContentPartPr/>
                <p14:nvPr/>
              </p14:nvContentPartPr>
              <p14:xfrm>
                <a:off x="7585380" y="7577880"/>
                <a:ext cx="46080" cy="79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16A17D9-F4BF-54C6-C4F0-291A0D3080F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576740" y="7568880"/>
                  <a:ext cx="637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E29C953-C9E1-20BC-52E2-7326BCBBCAA2}"/>
                    </a:ext>
                  </a:extLst>
                </p14:cNvPr>
                <p14:cNvContentPartPr/>
                <p14:nvPr/>
              </p14:nvContentPartPr>
              <p14:xfrm>
                <a:off x="7646580" y="7600920"/>
                <a:ext cx="360" cy="349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E29C953-C9E1-20BC-52E2-7326BCBBCAA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637580" y="7591920"/>
                  <a:ext cx="18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92F4036-2D0D-435A-6FAA-200577A32F97}"/>
                    </a:ext>
                  </a:extLst>
                </p14:cNvPr>
                <p14:cNvContentPartPr/>
                <p14:nvPr/>
              </p14:nvContentPartPr>
              <p14:xfrm>
                <a:off x="7646580" y="7543680"/>
                <a:ext cx="360" cy="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92F4036-2D0D-435A-6FAA-200577A32F9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637580" y="75346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F2FF758-CC8E-56F7-0D2E-3D535179A5DD}"/>
                    </a:ext>
                  </a:extLst>
                </p14:cNvPr>
                <p14:cNvContentPartPr/>
                <p14:nvPr/>
              </p14:nvContentPartPr>
              <p14:xfrm>
                <a:off x="7676100" y="7577160"/>
                <a:ext cx="59400" cy="500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F2FF758-CC8E-56F7-0D2E-3D535179A5D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667460" y="7568160"/>
                  <a:ext cx="77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ABAC5F70-E23E-6803-D8D1-A19B7E7DC80B}"/>
                    </a:ext>
                  </a:extLst>
                </p14:cNvPr>
                <p14:cNvContentPartPr/>
                <p14:nvPr/>
              </p14:nvContentPartPr>
              <p14:xfrm>
                <a:off x="7756380" y="7558800"/>
                <a:ext cx="61200" cy="1530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ABAC5F70-E23E-6803-D8D1-A19B7E7DC80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747380" y="7550160"/>
                  <a:ext cx="78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621B3355-B009-0248-E8A5-26787C23C272}"/>
                    </a:ext>
                  </a:extLst>
                </p14:cNvPr>
                <p14:cNvContentPartPr/>
                <p14:nvPr/>
              </p14:nvContentPartPr>
              <p14:xfrm>
                <a:off x="7631100" y="7715040"/>
                <a:ext cx="54000" cy="730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621B3355-B009-0248-E8A5-26787C23C27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622100" y="7706400"/>
                  <a:ext cx="71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A8100F2-8C9C-352B-8A2E-A112A169FC6B}"/>
                    </a:ext>
                  </a:extLst>
                </p14:cNvPr>
                <p14:cNvContentPartPr/>
                <p14:nvPr/>
              </p14:nvContentPartPr>
              <p14:xfrm>
                <a:off x="7585380" y="7737720"/>
                <a:ext cx="102240" cy="118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A8100F2-8C9C-352B-8A2E-A112A169FC6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576740" y="7728720"/>
                  <a:ext cx="119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B909451-138D-DFC5-9CA5-CE4EC728A045}"/>
                    </a:ext>
                  </a:extLst>
                </p14:cNvPr>
                <p14:cNvContentPartPr/>
                <p14:nvPr/>
              </p14:nvContentPartPr>
              <p14:xfrm>
                <a:off x="7714260" y="7741320"/>
                <a:ext cx="72720" cy="392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B909451-138D-DFC5-9CA5-CE4EC728A04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705260" y="7732680"/>
                  <a:ext cx="90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96FD60C2-A4F9-42D1-7135-2062998C095A}"/>
                    </a:ext>
                  </a:extLst>
                </p14:cNvPr>
                <p14:cNvContentPartPr/>
                <p14:nvPr/>
              </p14:nvContentPartPr>
              <p14:xfrm>
                <a:off x="7802820" y="7715040"/>
                <a:ext cx="58320" cy="734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96FD60C2-A4F9-42D1-7135-2062998C095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793820" y="7706400"/>
                  <a:ext cx="75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4192AD1-AE05-4A3B-7624-E9F79C03AF0E}"/>
                    </a:ext>
                  </a:extLst>
                </p14:cNvPr>
                <p14:cNvContentPartPr/>
                <p14:nvPr/>
              </p14:nvContentPartPr>
              <p14:xfrm>
                <a:off x="7890300" y="7692360"/>
                <a:ext cx="4320" cy="648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4192AD1-AE05-4A3B-7624-E9F79C03AF0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881300" y="7683360"/>
                  <a:ext cx="21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F6A9792-3AAF-FC49-2CB5-19C4D4322AA0}"/>
                    </a:ext>
                  </a:extLst>
                </p14:cNvPr>
                <p14:cNvContentPartPr/>
                <p14:nvPr/>
              </p14:nvContentPartPr>
              <p14:xfrm>
                <a:off x="7886700" y="7741680"/>
                <a:ext cx="14760" cy="388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F6A9792-3AAF-FC49-2CB5-19C4D4322AA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877700" y="7733040"/>
                  <a:ext cx="324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CD68F07-21F5-37F6-5870-71D9D8FA2A62}"/>
                    </a:ext>
                  </a:extLst>
                </p14:cNvPr>
                <p14:cNvContentPartPr/>
                <p14:nvPr/>
              </p14:nvContentPartPr>
              <p14:xfrm>
                <a:off x="7932420" y="7716480"/>
                <a:ext cx="29880" cy="680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CD68F07-21F5-37F6-5870-71D9D8FA2A6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923420" y="7707840"/>
                  <a:ext cx="47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BADAA3F-8417-270C-8E97-4454C8F986EF}"/>
                    </a:ext>
                  </a:extLst>
                </p14:cNvPr>
                <p14:cNvContentPartPr/>
                <p14:nvPr/>
              </p14:nvContentPartPr>
              <p14:xfrm>
                <a:off x="7935660" y="7709280"/>
                <a:ext cx="32400" cy="403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BADAA3F-8417-270C-8E97-4454C8F986E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927020" y="7700640"/>
                  <a:ext cx="5004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8" name="Group 717">
            <a:extLst>
              <a:ext uri="{FF2B5EF4-FFF2-40B4-BE49-F238E27FC236}">
                <a16:creationId xmlns:a16="http://schemas.microsoft.com/office/drawing/2014/main" id="{B2A1BDD3-71D6-BB4D-5F17-8E111F0F2224}"/>
              </a:ext>
            </a:extLst>
          </p:cNvPr>
          <p:cNvGrpSpPr/>
          <p:nvPr/>
        </p:nvGrpSpPr>
        <p:grpSpPr>
          <a:xfrm>
            <a:off x="10309740" y="6153060"/>
            <a:ext cx="404280" cy="256320"/>
            <a:chOff x="10309740" y="6153060"/>
            <a:chExt cx="40428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E2D6558B-ACA4-87F8-E22C-A19E7DAC20FC}"/>
                    </a:ext>
                  </a:extLst>
                </p14:cNvPr>
                <p14:cNvContentPartPr/>
                <p14:nvPr/>
              </p14:nvContentPartPr>
              <p14:xfrm>
                <a:off x="10309740" y="6160620"/>
                <a:ext cx="360" cy="3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E2D6558B-ACA4-87F8-E22C-A19E7DAC20F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300740" y="61516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DA4DF582-BEFF-4983-7DFC-592F3F986722}"/>
                    </a:ext>
                  </a:extLst>
                </p14:cNvPr>
                <p14:cNvContentPartPr/>
                <p14:nvPr/>
              </p14:nvContentPartPr>
              <p14:xfrm>
                <a:off x="10309740" y="6160620"/>
                <a:ext cx="51120" cy="196560"/>
              </p14:xfrm>
            </p:contentPart>
          </mc:Choice>
          <mc:Fallback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DA4DF582-BEFF-4983-7DFC-592F3F986722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300740" y="6151620"/>
                  <a:ext cx="687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138512C8-D8EA-E55D-5C79-DD906EBA768B}"/>
                    </a:ext>
                  </a:extLst>
                </p14:cNvPr>
                <p14:cNvContentPartPr/>
                <p14:nvPr/>
              </p14:nvContentPartPr>
              <p14:xfrm>
                <a:off x="10378140" y="6217860"/>
                <a:ext cx="11880" cy="121680"/>
              </p14:xfrm>
            </p:contentPart>
          </mc:Choice>
          <mc:Fallback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138512C8-D8EA-E55D-5C79-DD906EBA768B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369500" y="6208860"/>
                  <a:ext cx="29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ABD6AE9D-0C6C-3C51-F96F-3E84F29AE6D8}"/>
                    </a:ext>
                  </a:extLst>
                </p14:cNvPr>
                <p14:cNvContentPartPr/>
                <p14:nvPr/>
              </p14:nvContentPartPr>
              <p14:xfrm>
                <a:off x="10404780" y="6229020"/>
                <a:ext cx="51840" cy="117000"/>
              </p14:xfrm>
            </p:contentPart>
          </mc:Choice>
          <mc:Fallback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ABD6AE9D-0C6C-3C51-F96F-3E84F29AE6D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396140" y="6220380"/>
                  <a:ext cx="69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131C6459-55A2-48E9-C6EB-63EA501CCCCD}"/>
                    </a:ext>
                  </a:extLst>
                </p14:cNvPr>
                <p14:cNvContentPartPr/>
                <p14:nvPr/>
              </p14:nvContentPartPr>
              <p14:xfrm>
                <a:off x="10458060" y="6164580"/>
                <a:ext cx="24840" cy="244800"/>
              </p14:xfrm>
            </p:contentPart>
          </mc:Choice>
          <mc:Fallback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131C6459-55A2-48E9-C6EB-63EA501CCCC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449420" y="6155580"/>
                  <a:ext cx="424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710" name="Ink 709">
                  <a:extLst>
                    <a:ext uri="{FF2B5EF4-FFF2-40B4-BE49-F238E27FC236}">
                      <a16:creationId xmlns:a16="http://schemas.microsoft.com/office/drawing/2014/main" id="{96ED7CCE-FC69-812A-F6ED-EECE495D136A}"/>
                    </a:ext>
                  </a:extLst>
                </p14:cNvPr>
                <p14:cNvContentPartPr/>
                <p14:nvPr/>
              </p14:nvContentPartPr>
              <p14:xfrm>
                <a:off x="10538340" y="6282660"/>
                <a:ext cx="360" cy="46440"/>
              </p14:xfrm>
            </p:contentPart>
          </mc:Choice>
          <mc:Fallback>
            <p:pic>
              <p:nvPicPr>
                <p:cNvPr id="710" name="Ink 709">
                  <a:extLst>
                    <a:ext uri="{FF2B5EF4-FFF2-40B4-BE49-F238E27FC236}">
                      <a16:creationId xmlns:a16="http://schemas.microsoft.com/office/drawing/2014/main" id="{96ED7CCE-FC69-812A-F6ED-EECE495D136A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529340" y="6273660"/>
                  <a:ext cx="180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711" name="Ink 710">
                  <a:extLst>
                    <a:ext uri="{FF2B5EF4-FFF2-40B4-BE49-F238E27FC236}">
                      <a16:creationId xmlns:a16="http://schemas.microsoft.com/office/drawing/2014/main" id="{775C4A48-CCE6-1359-02D6-62C980D8E0E0}"/>
                    </a:ext>
                  </a:extLst>
                </p14:cNvPr>
                <p14:cNvContentPartPr/>
                <p14:nvPr/>
              </p14:nvContentPartPr>
              <p14:xfrm>
                <a:off x="10523220" y="6232980"/>
                <a:ext cx="360" cy="360"/>
              </p14:xfrm>
            </p:contentPart>
          </mc:Choice>
          <mc:Fallback>
            <p:pic>
              <p:nvPicPr>
                <p:cNvPr id="711" name="Ink 710">
                  <a:extLst>
                    <a:ext uri="{FF2B5EF4-FFF2-40B4-BE49-F238E27FC236}">
                      <a16:creationId xmlns:a16="http://schemas.microsoft.com/office/drawing/2014/main" id="{775C4A48-CCE6-1359-02D6-62C980D8E0E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14220" y="62239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56EBBC31-BDA2-92B5-42CA-2B4A161C22B8}"/>
                    </a:ext>
                  </a:extLst>
                </p14:cNvPr>
                <p14:cNvContentPartPr/>
                <p14:nvPr/>
              </p14:nvContentPartPr>
              <p14:xfrm>
                <a:off x="10576500" y="6168180"/>
                <a:ext cx="34200" cy="146160"/>
              </p14:xfrm>
            </p:contentPart>
          </mc:Choice>
          <mc:Fallback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56EBBC31-BDA2-92B5-42CA-2B4A161C22B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567500" y="6159540"/>
                  <a:ext cx="518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891CA80F-CD8E-672C-201E-F72D0F42D4AA}"/>
                    </a:ext>
                  </a:extLst>
                </p14:cNvPr>
                <p14:cNvContentPartPr/>
                <p14:nvPr/>
              </p14:nvContentPartPr>
              <p14:xfrm>
                <a:off x="10568940" y="6208860"/>
                <a:ext cx="45000" cy="9360"/>
              </p14:xfrm>
            </p:contentPart>
          </mc:Choice>
          <mc:Fallback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891CA80F-CD8E-672C-201E-F72D0F42D4AA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559940" y="6199860"/>
                  <a:ext cx="62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3FE4557E-5676-C2A5-8583-6F4B1786C333}"/>
                    </a:ext>
                  </a:extLst>
                </p14:cNvPr>
                <p14:cNvContentPartPr/>
                <p14:nvPr/>
              </p14:nvContentPartPr>
              <p14:xfrm>
                <a:off x="10641300" y="6153060"/>
                <a:ext cx="72720" cy="146880"/>
              </p14:xfrm>
            </p:contentPart>
          </mc:Choice>
          <mc:Fallback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3FE4557E-5676-C2A5-8583-6F4B1786C33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632300" y="6144060"/>
                  <a:ext cx="9036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4" name="Group 733">
            <a:extLst>
              <a:ext uri="{FF2B5EF4-FFF2-40B4-BE49-F238E27FC236}">
                <a16:creationId xmlns:a16="http://schemas.microsoft.com/office/drawing/2014/main" id="{8D90FA5E-7C91-DF14-967D-994691514B0B}"/>
              </a:ext>
            </a:extLst>
          </p:cNvPr>
          <p:cNvGrpSpPr/>
          <p:nvPr/>
        </p:nvGrpSpPr>
        <p:grpSpPr>
          <a:xfrm>
            <a:off x="10850820" y="6122460"/>
            <a:ext cx="181800" cy="151920"/>
            <a:chOff x="10850820" y="6122460"/>
            <a:chExt cx="181800" cy="1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8A01D1AC-1EB8-9A72-FE52-D75F636C2B28}"/>
                    </a:ext>
                  </a:extLst>
                </p14:cNvPr>
                <p14:cNvContentPartPr/>
                <p14:nvPr/>
              </p14:nvContentPartPr>
              <p14:xfrm>
                <a:off x="10850820" y="6198060"/>
                <a:ext cx="99000" cy="76320"/>
              </p14:xfrm>
            </p:contentPart>
          </mc:Choice>
          <mc:Fallback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8A01D1AC-1EB8-9A72-FE52-D75F636C2B2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842180" y="6189420"/>
                  <a:ext cx="1166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45A40F66-3801-F23C-5D08-21414939EFCD}"/>
                    </a:ext>
                  </a:extLst>
                </p14:cNvPr>
                <p14:cNvContentPartPr/>
                <p14:nvPr/>
              </p14:nvContentPartPr>
              <p14:xfrm>
                <a:off x="10968900" y="6126420"/>
                <a:ext cx="23400" cy="140040"/>
              </p14:xfrm>
            </p:contentPart>
          </mc:Choice>
          <mc:Fallback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45A40F66-3801-F23C-5D08-21414939EFC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959900" y="6117420"/>
                  <a:ext cx="41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C680B8B9-2238-63B6-ADEE-9FB08395B34B}"/>
                    </a:ext>
                  </a:extLst>
                </p14:cNvPr>
                <p14:cNvContentPartPr/>
                <p14:nvPr/>
              </p14:nvContentPartPr>
              <p14:xfrm>
                <a:off x="11014620" y="6122460"/>
                <a:ext cx="18000" cy="129600"/>
              </p14:xfrm>
            </p:contentPart>
          </mc:Choice>
          <mc:Fallback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C680B8B9-2238-63B6-ADEE-9FB08395B34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005620" y="6113820"/>
                  <a:ext cx="3564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3" name="Group 732">
            <a:extLst>
              <a:ext uri="{FF2B5EF4-FFF2-40B4-BE49-F238E27FC236}">
                <a16:creationId xmlns:a16="http://schemas.microsoft.com/office/drawing/2014/main" id="{8651CD3B-6A84-3226-8612-9305FCB3A577}"/>
              </a:ext>
            </a:extLst>
          </p:cNvPr>
          <p:cNvGrpSpPr/>
          <p:nvPr/>
        </p:nvGrpSpPr>
        <p:grpSpPr>
          <a:xfrm>
            <a:off x="11155380" y="6168180"/>
            <a:ext cx="439200" cy="163440"/>
            <a:chOff x="11155380" y="6168180"/>
            <a:chExt cx="439200" cy="16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FAB7D8F1-80B2-E86F-0E79-CB8B94E41C21}"/>
                    </a:ext>
                  </a:extLst>
                </p14:cNvPr>
                <p14:cNvContentPartPr/>
                <p14:nvPr/>
              </p14:nvContentPartPr>
              <p14:xfrm>
                <a:off x="11174460" y="6202380"/>
                <a:ext cx="4320" cy="45000"/>
              </p14:xfrm>
            </p:contentPart>
          </mc:Choice>
          <mc:Fallback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FAB7D8F1-80B2-E86F-0E79-CB8B94E41C2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165820" y="6193740"/>
                  <a:ext cx="21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81655E29-9842-1805-180F-E55BD1742A56}"/>
                    </a:ext>
                  </a:extLst>
                </p14:cNvPr>
                <p14:cNvContentPartPr/>
                <p14:nvPr/>
              </p14:nvContentPartPr>
              <p14:xfrm>
                <a:off x="11155380" y="6168180"/>
                <a:ext cx="360" cy="360"/>
              </p14:xfrm>
            </p:contentPart>
          </mc:Choice>
          <mc:Fallback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81655E29-9842-1805-180F-E55BD1742A5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146740" y="615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10D58CC1-ADC4-9FB1-9E1B-6A205D52A6B5}"/>
                    </a:ext>
                  </a:extLst>
                </p14:cNvPr>
                <p14:cNvContentPartPr/>
                <p14:nvPr/>
              </p14:nvContentPartPr>
              <p14:xfrm>
                <a:off x="11224140" y="6173940"/>
                <a:ext cx="107640" cy="90000"/>
              </p14:xfrm>
            </p:contentPart>
          </mc:Choice>
          <mc:Fallback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10D58CC1-ADC4-9FB1-9E1B-6A205D52A6B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1215140" y="6164940"/>
                  <a:ext cx="125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271FF3B8-83E5-D467-71A2-C40135A149C3}"/>
                    </a:ext>
                  </a:extLst>
                </p14:cNvPr>
                <p14:cNvContentPartPr/>
                <p14:nvPr/>
              </p14:nvContentPartPr>
              <p14:xfrm>
                <a:off x="11357340" y="6191220"/>
                <a:ext cx="60840" cy="140400"/>
              </p14:xfrm>
            </p:contentPart>
          </mc:Choice>
          <mc:Fallback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271FF3B8-83E5-D467-71A2-C40135A149C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1348700" y="6182220"/>
                  <a:ext cx="78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FBE492D8-3385-D437-943D-5D8D1B5FE164}"/>
                    </a:ext>
                  </a:extLst>
                </p14:cNvPr>
                <p14:cNvContentPartPr/>
                <p14:nvPr/>
              </p14:nvContentPartPr>
              <p14:xfrm>
                <a:off x="11357340" y="6183300"/>
                <a:ext cx="66600" cy="73080"/>
              </p14:xfrm>
            </p:contentPart>
          </mc:Choice>
          <mc:Fallback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FBE492D8-3385-D437-943D-5D8D1B5FE164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1348700" y="6174300"/>
                  <a:ext cx="84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59AAA558-9BA9-C6E6-2E33-DC83A550E066}"/>
                    </a:ext>
                  </a:extLst>
                </p14:cNvPr>
                <p14:cNvContentPartPr/>
                <p14:nvPr/>
              </p14:nvContentPartPr>
              <p14:xfrm>
                <a:off x="11467860" y="6182580"/>
                <a:ext cx="66960" cy="61200"/>
              </p14:xfrm>
            </p:contentPart>
          </mc:Choice>
          <mc:Fallback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59AAA558-9BA9-C6E6-2E33-DC83A550E066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458860" y="6173940"/>
                  <a:ext cx="84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9B630CD4-9435-016C-CBA4-B6FEFC8886FF}"/>
                    </a:ext>
                  </a:extLst>
                </p14:cNvPr>
                <p14:cNvContentPartPr/>
                <p14:nvPr/>
              </p14:nvContentPartPr>
              <p14:xfrm>
                <a:off x="11476500" y="6183300"/>
                <a:ext cx="14760" cy="8640"/>
              </p14:xfrm>
            </p:contentPart>
          </mc:Choice>
          <mc:Fallback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9B630CD4-9435-016C-CBA4-B6FEFC8886F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467500" y="6174660"/>
                  <a:ext cx="32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8396D423-C3AC-5A6A-801A-2BC879EF497E}"/>
                    </a:ext>
                  </a:extLst>
                </p14:cNvPr>
                <p14:cNvContentPartPr/>
                <p14:nvPr/>
              </p14:nvContentPartPr>
              <p14:xfrm>
                <a:off x="11563260" y="6168900"/>
                <a:ext cx="31320" cy="54000"/>
              </p14:xfrm>
            </p:contentPart>
          </mc:Choice>
          <mc:Fallback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8396D423-C3AC-5A6A-801A-2BC879EF497E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554260" y="6160260"/>
                  <a:ext cx="4896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735" name="Ink 734">
                <a:extLst>
                  <a:ext uri="{FF2B5EF4-FFF2-40B4-BE49-F238E27FC236}">
                    <a16:creationId xmlns:a16="http://schemas.microsoft.com/office/drawing/2014/main" id="{B2A3101E-324D-ACE4-FC28-C4CDB1224769}"/>
                  </a:ext>
                </a:extLst>
              </p14:cNvPr>
              <p14:cNvContentPartPr/>
              <p14:nvPr/>
            </p14:nvContentPartPr>
            <p14:xfrm>
              <a:off x="11631660" y="6103380"/>
              <a:ext cx="52920" cy="107280"/>
            </p14:xfrm>
          </p:contentPart>
        </mc:Choice>
        <mc:Fallback>
          <p:pic>
            <p:nvPicPr>
              <p:cNvPr id="735" name="Ink 734">
                <a:extLst>
                  <a:ext uri="{FF2B5EF4-FFF2-40B4-BE49-F238E27FC236}">
                    <a16:creationId xmlns:a16="http://schemas.microsoft.com/office/drawing/2014/main" id="{B2A3101E-324D-ACE4-FC28-C4CDB1224769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11623020" y="6094740"/>
                <a:ext cx="7056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736" name="Ink 735">
                <a:extLst>
                  <a:ext uri="{FF2B5EF4-FFF2-40B4-BE49-F238E27FC236}">
                    <a16:creationId xmlns:a16="http://schemas.microsoft.com/office/drawing/2014/main" id="{31C5A0A7-E92A-544A-BBEC-9C237BF0D1F6}"/>
                  </a:ext>
                </a:extLst>
              </p14:cNvPr>
              <p14:cNvContentPartPr/>
              <p14:nvPr/>
            </p14:nvContentPartPr>
            <p14:xfrm>
              <a:off x="11612580" y="6144420"/>
              <a:ext cx="61560" cy="12600"/>
            </p14:xfrm>
          </p:contentPart>
        </mc:Choice>
        <mc:Fallback>
          <p:pic>
            <p:nvPicPr>
              <p:cNvPr id="736" name="Ink 735">
                <a:extLst>
                  <a:ext uri="{FF2B5EF4-FFF2-40B4-BE49-F238E27FC236}">
                    <a16:creationId xmlns:a16="http://schemas.microsoft.com/office/drawing/2014/main" id="{31C5A0A7-E92A-544A-BBEC-9C237BF0D1F6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11603940" y="6135780"/>
                <a:ext cx="792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737" name="Ink 736">
                <a:extLst>
                  <a:ext uri="{FF2B5EF4-FFF2-40B4-BE49-F238E27FC236}">
                    <a16:creationId xmlns:a16="http://schemas.microsoft.com/office/drawing/2014/main" id="{C6F9D91A-3708-8FEC-18D7-A1315E4C5B7E}"/>
                  </a:ext>
                </a:extLst>
              </p14:cNvPr>
              <p14:cNvContentPartPr/>
              <p14:nvPr/>
            </p14:nvContentPartPr>
            <p14:xfrm>
              <a:off x="11719500" y="6140100"/>
              <a:ext cx="178200" cy="70920"/>
            </p14:xfrm>
          </p:contentPart>
        </mc:Choice>
        <mc:Fallback>
          <p:pic>
            <p:nvPicPr>
              <p:cNvPr id="737" name="Ink 736">
                <a:extLst>
                  <a:ext uri="{FF2B5EF4-FFF2-40B4-BE49-F238E27FC236}">
                    <a16:creationId xmlns:a16="http://schemas.microsoft.com/office/drawing/2014/main" id="{C6F9D91A-3708-8FEC-18D7-A1315E4C5B7E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11710500" y="6131460"/>
                <a:ext cx="1958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3">
            <p14:nvContentPartPr>
              <p14:cNvPr id="738" name="Ink 737">
                <a:extLst>
                  <a:ext uri="{FF2B5EF4-FFF2-40B4-BE49-F238E27FC236}">
                    <a16:creationId xmlns:a16="http://schemas.microsoft.com/office/drawing/2014/main" id="{C65B9C71-7542-6C21-119A-CAC3A1CC54AC}"/>
                  </a:ext>
                </a:extLst>
              </p14:cNvPr>
              <p14:cNvContentPartPr/>
              <p14:nvPr/>
            </p14:nvContentPartPr>
            <p14:xfrm>
              <a:off x="11894820" y="6069180"/>
              <a:ext cx="63000" cy="115560"/>
            </p14:xfrm>
          </p:contentPart>
        </mc:Choice>
        <mc:Fallback>
          <p:pic>
            <p:nvPicPr>
              <p:cNvPr id="738" name="Ink 737">
                <a:extLst>
                  <a:ext uri="{FF2B5EF4-FFF2-40B4-BE49-F238E27FC236}">
                    <a16:creationId xmlns:a16="http://schemas.microsoft.com/office/drawing/2014/main" id="{C65B9C71-7542-6C21-119A-CAC3A1CC54AC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11885820" y="6060180"/>
                <a:ext cx="8064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5">
            <p14:nvContentPartPr>
              <p14:cNvPr id="739" name="Ink 738">
                <a:extLst>
                  <a:ext uri="{FF2B5EF4-FFF2-40B4-BE49-F238E27FC236}">
                    <a16:creationId xmlns:a16="http://schemas.microsoft.com/office/drawing/2014/main" id="{656C8EF4-80C4-22BF-92DF-B0A1B171FA9E}"/>
                  </a:ext>
                </a:extLst>
              </p14:cNvPr>
              <p14:cNvContentPartPr/>
              <p14:nvPr/>
            </p14:nvContentPartPr>
            <p14:xfrm>
              <a:off x="11898420" y="6110580"/>
              <a:ext cx="48240" cy="16200"/>
            </p14:xfrm>
          </p:contentPart>
        </mc:Choice>
        <mc:Fallback>
          <p:pic>
            <p:nvPicPr>
              <p:cNvPr id="739" name="Ink 738">
                <a:extLst>
                  <a:ext uri="{FF2B5EF4-FFF2-40B4-BE49-F238E27FC236}">
                    <a16:creationId xmlns:a16="http://schemas.microsoft.com/office/drawing/2014/main" id="{656C8EF4-80C4-22BF-92DF-B0A1B171FA9E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11889780" y="6101580"/>
                <a:ext cx="658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7">
            <p14:nvContentPartPr>
              <p14:cNvPr id="740" name="Ink 739">
                <a:extLst>
                  <a:ext uri="{FF2B5EF4-FFF2-40B4-BE49-F238E27FC236}">
                    <a16:creationId xmlns:a16="http://schemas.microsoft.com/office/drawing/2014/main" id="{819314EF-D3C9-8037-270C-BF6B4C0EACFF}"/>
                  </a:ext>
                </a:extLst>
              </p14:cNvPr>
              <p14:cNvContentPartPr/>
              <p14:nvPr/>
            </p14:nvContentPartPr>
            <p14:xfrm>
              <a:off x="12107940" y="6130020"/>
              <a:ext cx="360" cy="89280"/>
            </p14:xfrm>
          </p:contentPart>
        </mc:Choice>
        <mc:Fallback>
          <p:pic>
            <p:nvPicPr>
              <p:cNvPr id="740" name="Ink 739">
                <a:extLst>
                  <a:ext uri="{FF2B5EF4-FFF2-40B4-BE49-F238E27FC236}">
                    <a16:creationId xmlns:a16="http://schemas.microsoft.com/office/drawing/2014/main" id="{819314EF-D3C9-8037-270C-BF6B4C0EACFF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12099300" y="6121380"/>
                <a:ext cx="180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9">
            <p14:nvContentPartPr>
              <p14:cNvPr id="741" name="Ink 740">
                <a:extLst>
                  <a:ext uri="{FF2B5EF4-FFF2-40B4-BE49-F238E27FC236}">
                    <a16:creationId xmlns:a16="http://schemas.microsoft.com/office/drawing/2014/main" id="{F6E4FA3A-F019-82AF-E97E-61303F4B103C}"/>
                  </a:ext>
                </a:extLst>
              </p14:cNvPr>
              <p14:cNvContentPartPr/>
              <p14:nvPr/>
            </p14:nvContentPartPr>
            <p14:xfrm>
              <a:off x="12107940" y="6130020"/>
              <a:ext cx="30960" cy="30600"/>
            </p14:xfrm>
          </p:contentPart>
        </mc:Choice>
        <mc:Fallback>
          <p:pic>
            <p:nvPicPr>
              <p:cNvPr id="741" name="Ink 740">
                <a:extLst>
                  <a:ext uri="{FF2B5EF4-FFF2-40B4-BE49-F238E27FC236}">
                    <a16:creationId xmlns:a16="http://schemas.microsoft.com/office/drawing/2014/main" id="{F6E4FA3A-F019-82AF-E97E-61303F4B103C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12099300" y="6121380"/>
                <a:ext cx="486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1">
            <p14:nvContentPartPr>
              <p14:cNvPr id="742" name="Ink 741">
                <a:extLst>
                  <a:ext uri="{FF2B5EF4-FFF2-40B4-BE49-F238E27FC236}">
                    <a16:creationId xmlns:a16="http://schemas.microsoft.com/office/drawing/2014/main" id="{49B8C1DE-6635-12C7-DB8D-0D660CBFBDF8}"/>
                  </a:ext>
                </a:extLst>
              </p14:cNvPr>
              <p14:cNvContentPartPr/>
              <p14:nvPr/>
            </p14:nvContentPartPr>
            <p14:xfrm>
              <a:off x="12161940" y="6091860"/>
              <a:ext cx="11160" cy="71280"/>
            </p14:xfrm>
          </p:contentPart>
        </mc:Choice>
        <mc:Fallback>
          <p:pic>
            <p:nvPicPr>
              <p:cNvPr id="742" name="Ink 741">
                <a:extLst>
                  <a:ext uri="{FF2B5EF4-FFF2-40B4-BE49-F238E27FC236}">
                    <a16:creationId xmlns:a16="http://schemas.microsoft.com/office/drawing/2014/main" id="{49B8C1DE-6635-12C7-DB8D-0D660CBFBDF8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12153300" y="6083220"/>
                <a:ext cx="2880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3">
            <p14:nvContentPartPr>
              <p14:cNvPr id="743" name="Ink 742">
                <a:extLst>
                  <a:ext uri="{FF2B5EF4-FFF2-40B4-BE49-F238E27FC236}">
                    <a16:creationId xmlns:a16="http://schemas.microsoft.com/office/drawing/2014/main" id="{43E51249-FC46-8D35-D48C-61FE66A56622}"/>
                  </a:ext>
                </a:extLst>
              </p14:cNvPr>
              <p14:cNvContentPartPr/>
              <p14:nvPr/>
            </p14:nvContentPartPr>
            <p14:xfrm>
              <a:off x="12187860" y="6088260"/>
              <a:ext cx="29160" cy="99000"/>
            </p14:xfrm>
          </p:contentPart>
        </mc:Choice>
        <mc:Fallback>
          <p:pic>
            <p:nvPicPr>
              <p:cNvPr id="743" name="Ink 742">
                <a:extLst>
                  <a:ext uri="{FF2B5EF4-FFF2-40B4-BE49-F238E27FC236}">
                    <a16:creationId xmlns:a16="http://schemas.microsoft.com/office/drawing/2014/main" id="{43E51249-FC46-8D35-D48C-61FE66A56622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12179220" y="6079260"/>
                <a:ext cx="468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5">
            <p14:nvContentPartPr>
              <p14:cNvPr id="744" name="Ink 743">
                <a:extLst>
                  <a:ext uri="{FF2B5EF4-FFF2-40B4-BE49-F238E27FC236}">
                    <a16:creationId xmlns:a16="http://schemas.microsoft.com/office/drawing/2014/main" id="{5AEF419C-19E4-4BA3-A272-700AD7A2D007}"/>
                  </a:ext>
                </a:extLst>
              </p14:cNvPr>
              <p14:cNvContentPartPr/>
              <p14:nvPr/>
            </p14:nvContentPartPr>
            <p14:xfrm>
              <a:off x="12236460" y="6118140"/>
              <a:ext cx="67320" cy="78840"/>
            </p14:xfrm>
          </p:contentPart>
        </mc:Choice>
        <mc:Fallback>
          <p:pic>
            <p:nvPicPr>
              <p:cNvPr id="744" name="Ink 743">
                <a:extLst>
                  <a:ext uri="{FF2B5EF4-FFF2-40B4-BE49-F238E27FC236}">
                    <a16:creationId xmlns:a16="http://schemas.microsoft.com/office/drawing/2014/main" id="{5AEF419C-19E4-4BA3-A272-700AD7A2D007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12227820" y="6109140"/>
                <a:ext cx="849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745" name="Ink 744">
                <a:extLst>
                  <a:ext uri="{FF2B5EF4-FFF2-40B4-BE49-F238E27FC236}">
                    <a16:creationId xmlns:a16="http://schemas.microsoft.com/office/drawing/2014/main" id="{8D43414F-0513-4D1C-681C-178439A6C44C}"/>
                  </a:ext>
                </a:extLst>
              </p14:cNvPr>
              <p14:cNvContentPartPr/>
              <p14:nvPr/>
            </p14:nvContentPartPr>
            <p14:xfrm>
              <a:off x="12309180" y="6114540"/>
              <a:ext cx="103320" cy="66600"/>
            </p14:xfrm>
          </p:contentPart>
        </mc:Choice>
        <mc:Fallback>
          <p:pic>
            <p:nvPicPr>
              <p:cNvPr id="745" name="Ink 744">
                <a:extLst>
                  <a:ext uri="{FF2B5EF4-FFF2-40B4-BE49-F238E27FC236}">
                    <a16:creationId xmlns:a16="http://schemas.microsoft.com/office/drawing/2014/main" id="{8D43414F-0513-4D1C-681C-178439A6C44C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12300540" y="6105900"/>
                <a:ext cx="12096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59" name="Group 758">
            <a:extLst>
              <a:ext uri="{FF2B5EF4-FFF2-40B4-BE49-F238E27FC236}">
                <a16:creationId xmlns:a16="http://schemas.microsoft.com/office/drawing/2014/main" id="{506D22AB-102A-D892-AB04-7B74BADC5984}"/>
              </a:ext>
            </a:extLst>
          </p:cNvPr>
          <p:cNvGrpSpPr/>
          <p:nvPr/>
        </p:nvGrpSpPr>
        <p:grpSpPr>
          <a:xfrm>
            <a:off x="12416100" y="6054060"/>
            <a:ext cx="417960" cy="131760"/>
            <a:chOff x="12416100" y="6054060"/>
            <a:chExt cx="417960" cy="13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ACF304FA-0754-771E-DE27-DA1701DA1667}"/>
                    </a:ext>
                  </a:extLst>
                </p14:cNvPr>
                <p14:cNvContentPartPr/>
                <p14:nvPr/>
              </p14:nvContentPartPr>
              <p14:xfrm>
                <a:off x="12416100" y="6099780"/>
                <a:ext cx="47880" cy="86040"/>
              </p14:xfrm>
            </p:contentPart>
          </mc:Choice>
          <mc:Fallback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ACF304FA-0754-771E-DE27-DA1701DA1667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2407460" y="6090780"/>
                  <a:ext cx="65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5EAB143D-1232-D92C-85F5-A69F00C729A8}"/>
                    </a:ext>
                  </a:extLst>
                </p14:cNvPr>
                <p14:cNvContentPartPr/>
                <p14:nvPr/>
              </p14:nvContentPartPr>
              <p14:xfrm>
                <a:off x="12499980" y="6100860"/>
                <a:ext cx="80640" cy="66960"/>
              </p14:xfrm>
            </p:contentPart>
          </mc:Choice>
          <mc:Fallback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5EAB143D-1232-D92C-85F5-A69F00C729A8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2491340" y="6091860"/>
                  <a:ext cx="98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73AFC961-4791-6890-C37F-558AD31A0BAE}"/>
                    </a:ext>
                  </a:extLst>
                </p14:cNvPr>
                <p14:cNvContentPartPr/>
                <p14:nvPr/>
              </p14:nvContentPartPr>
              <p14:xfrm>
                <a:off x="12595740" y="6095820"/>
                <a:ext cx="34920" cy="81720"/>
              </p14:xfrm>
            </p:contentPart>
          </mc:Choice>
          <mc:Fallback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73AFC961-4791-6890-C37F-558AD31A0BAE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2586740" y="6086820"/>
                  <a:ext cx="52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2D82EF45-AF96-51C0-032D-DC2A87651DE9}"/>
                    </a:ext>
                  </a:extLst>
                </p14:cNvPr>
                <p14:cNvContentPartPr/>
                <p14:nvPr/>
              </p14:nvContentPartPr>
              <p14:xfrm>
                <a:off x="12610860" y="6092940"/>
                <a:ext cx="35280" cy="41400"/>
              </p14:xfrm>
            </p:contentPart>
          </mc:Choice>
          <mc:Fallback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2D82EF45-AF96-51C0-032D-DC2A87651DE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2602220" y="6083940"/>
                  <a:ext cx="52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8980E95A-C6B3-389E-8755-52A067E98E0F}"/>
                    </a:ext>
                  </a:extLst>
                </p14:cNvPr>
                <p14:cNvContentPartPr/>
                <p14:nvPr/>
              </p14:nvContentPartPr>
              <p14:xfrm>
                <a:off x="12678180" y="6092220"/>
                <a:ext cx="40320" cy="68400"/>
              </p14:xfrm>
            </p:contentPart>
          </mc:Choice>
          <mc:Fallback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8980E95A-C6B3-389E-8755-52A067E98E0F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2669540" y="6083220"/>
                  <a:ext cx="57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DE4C75D6-175F-96C7-4940-C2030274818C}"/>
                    </a:ext>
                  </a:extLst>
                </p14:cNvPr>
                <p14:cNvContentPartPr/>
                <p14:nvPr/>
              </p14:nvContentPartPr>
              <p14:xfrm>
                <a:off x="12759540" y="6054060"/>
                <a:ext cx="360" cy="34920"/>
              </p14:xfrm>
            </p:contentPart>
          </mc:Choice>
          <mc:Fallback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DE4C75D6-175F-96C7-4940-C2030274818C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2750540" y="6045060"/>
                  <a:ext cx="18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5DA881D0-69A9-4951-8027-15BBF1C63DF6}"/>
                    </a:ext>
                  </a:extLst>
                </p14:cNvPr>
                <p14:cNvContentPartPr/>
                <p14:nvPr/>
              </p14:nvContentPartPr>
              <p14:xfrm>
                <a:off x="12798420" y="6061620"/>
                <a:ext cx="35640" cy="97200"/>
              </p14:xfrm>
            </p:contentPart>
          </mc:Choice>
          <mc:Fallback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5DA881D0-69A9-4951-8027-15BBF1C63DF6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2789420" y="6052620"/>
                  <a:ext cx="5328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3" name="Group 772">
            <a:extLst>
              <a:ext uri="{FF2B5EF4-FFF2-40B4-BE49-F238E27FC236}">
                <a16:creationId xmlns:a16="http://schemas.microsoft.com/office/drawing/2014/main" id="{D1BBC7CC-6C7D-7D2A-D98A-A29CA8AE3610}"/>
              </a:ext>
            </a:extLst>
          </p:cNvPr>
          <p:cNvGrpSpPr/>
          <p:nvPr/>
        </p:nvGrpSpPr>
        <p:grpSpPr>
          <a:xfrm>
            <a:off x="10450140" y="6508380"/>
            <a:ext cx="799560" cy="182160"/>
            <a:chOff x="10450140" y="6508380"/>
            <a:chExt cx="799560" cy="1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91943E9B-8ECD-9CC7-777B-00D536515AB6}"/>
                    </a:ext>
                  </a:extLst>
                </p14:cNvPr>
                <p14:cNvContentPartPr/>
                <p14:nvPr/>
              </p14:nvContentPartPr>
              <p14:xfrm>
                <a:off x="10450140" y="6587220"/>
                <a:ext cx="70200" cy="928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91943E9B-8ECD-9CC7-777B-00D536515AB6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441140" y="6578580"/>
                  <a:ext cx="878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E51E0C4-2FF8-1706-F0A2-18972516A752}"/>
                    </a:ext>
                  </a:extLst>
                </p14:cNvPr>
                <p14:cNvContentPartPr/>
                <p14:nvPr/>
              </p14:nvContentPartPr>
              <p14:xfrm>
                <a:off x="10550580" y="6583620"/>
                <a:ext cx="16200" cy="1069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E51E0C4-2FF8-1706-F0A2-18972516A75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541940" y="6574620"/>
                  <a:ext cx="33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9B2AE381-005F-B928-B721-58343312E3CB}"/>
                    </a:ext>
                  </a:extLst>
                </p14:cNvPr>
                <p14:cNvContentPartPr/>
                <p14:nvPr/>
              </p14:nvContentPartPr>
              <p14:xfrm>
                <a:off x="10561020" y="6607380"/>
                <a:ext cx="68040" cy="223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9B2AE381-005F-B928-B721-58343312E3C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552380" y="6598380"/>
                  <a:ext cx="85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14F32FA0-5F9C-A6E1-1858-452D51953BA7}"/>
                    </a:ext>
                  </a:extLst>
                </p14:cNvPr>
                <p14:cNvContentPartPr/>
                <p14:nvPr/>
              </p14:nvContentPartPr>
              <p14:xfrm>
                <a:off x="10647060" y="6599100"/>
                <a:ext cx="92880" cy="698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14F32FA0-5F9C-A6E1-1858-452D51953BA7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638420" y="6590460"/>
                  <a:ext cx="110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27B1817B-4BC4-A06B-B2AC-140032017C88}"/>
                    </a:ext>
                  </a:extLst>
                </p14:cNvPr>
                <p14:cNvContentPartPr/>
                <p14:nvPr/>
              </p14:nvContentPartPr>
              <p14:xfrm>
                <a:off x="10753980" y="6508380"/>
                <a:ext cx="185400" cy="171720"/>
              </p14:xfrm>
            </p:contentPart>
          </mc:Choice>
          <mc:Fallback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27B1817B-4BC4-A06B-B2AC-140032017C8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744980" y="6499380"/>
                  <a:ext cx="203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1017A6B6-2E32-2469-7102-10E5151CD629}"/>
                    </a:ext>
                  </a:extLst>
                </p14:cNvPr>
                <p14:cNvContentPartPr/>
                <p14:nvPr/>
              </p14:nvContentPartPr>
              <p14:xfrm>
                <a:off x="10831740" y="6545820"/>
                <a:ext cx="105480" cy="15120"/>
              </p14:xfrm>
            </p:contentPart>
          </mc:Choice>
          <mc:Fallback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1017A6B6-2E32-2469-7102-10E5151CD62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822740" y="6536820"/>
                  <a:ext cx="1231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AE0A03C8-4634-4E8A-6B04-592FA3487FDF}"/>
                    </a:ext>
                  </a:extLst>
                </p14:cNvPr>
                <p14:cNvContentPartPr/>
                <p14:nvPr/>
              </p14:nvContentPartPr>
              <p14:xfrm>
                <a:off x="10948020" y="6577500"/>
                <a:ext cx="87480" cy="71640"/>
              </p14:xfrm>
            </p:contentPart>
          </mc:Choice>
          <mc:Fallback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AE0A03C8-4634-4E8A-6B04-592FA3487FDF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939020" y="6568500"/>
                  <a:ext cx="105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A9ED3A0A-70CB-7EA6-82E4-1CA69A7200BD}"/>
                    </a:ext>
                  </a:extLst>
                </p14:cNvPr>
                <p14:cNvContentPartPr/>
                <p14:nvPr/>
              </p14:nvContentPartPr>
              <p14:xfrm>
                <a:off x="11086980" y="6583260"/>
                <a:ext cx="162720" cy="77760"/>
              </p14:xfrm>
            </p:contentPart>
          </mc:Choice>
          <mc:Fallback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A9ED3A0A-70CB-7EA6-82E4-1CA69A7200B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077980" y="6574260"/>
                  <a:ext cx="18036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6" name="Group 775">
            <a:extLst>
              <a:ext uri="{FF2B5EF4-FFF2-40B4-BE49-F238E27FC236}">
                <a16:creationId xmlns:a16="http://schemas.microsoft.com/office/drawing/2014/main" id="{2A3246C0-F7DE-EF34-ED4E-FD771CA67EFC}"/>
              </a:ext>
            </a:extLst>
          </p:cNvPr>
          <p:cNvGrpSpPr/>
          <p:nvPr/>
        </p:nvGrpSpPr>
        <p:grpSpPr>
          <a:xfrm>
            <a:off x="11365620" y="6518100"/>
            <a:ext cx="118080" cy="152640"/>
            <a:chOff x="11365620" y="6518100"/>
            <a:chExt cx="118080" cy="15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2806AF02-6739-BB67-2959-58D2FA5C7FFA}"/>
                    </a:ext>
                  </a:extLst>
                </p14:cNvPr>
                <p14:cNvContentPartPr/>
                <p14:nvPr/>
              </p14:nvContentPartPr>
              <p14:xfrm>
                <a:off x="11365620" y="6553020"/>
                <a:ext cx="19440" cy="117720"/>
              </p14:xfrm>
            </p:contentPart>
          </mc:Choice>
          <mc:Fallback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2806AF02-6739-BB67-2959-58D2FA5C7FF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1356620" y="6544020"/>
                  <a:ext cx="37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CB65128C-B038-7697-3861-0C270E593CDC}"/>
                    </a:ext>
                  </a:extLst>
                </p14:cNvPr>
                <p14:cNvContentPartPr/>
                <p14:nvPr/>
              </p14:nvContentPartPr>
              <p14:xfrm>
                <a:off x="11372820" y="6518100"/>
                <a:ext cx="110880" cy="142560"/>
              </p14:xfrm>
            </p:contentPart>
          </mc:Choice>
          <mc:Fallback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CB65128C-B038-7697-3861-0C270E593CDC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1363820" y="6509460"/>
                  <a:ext cx="12852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7" name="Group 796">
            <a:extLst>
              <a:ext uri="{FF2B5EF4-FFF2-40B4-BE49-F238E27FC236}">
                <a16:creationId xmlns:a16="http://schemas.microsoft.com/office/drawing/2014/main" id="{C1CD29EA-6ACC-3FC3-4A8D-522A5AE62E64}"/>
              </a:ext>
            </a:extLst>
          </p:cNvPr>
          <p:cNvGrpSpPr/>
          <p:nvPr/>
        </p:nvGrpSpPr>
        <p:grpSpPr>
          <a:xfrm>
            <a:off x="11516460" y="6442500"/>
            <a:ext cx="1007640" cy="242640"/>
            <a:chOff x="11516460" y="6442500"/>
            <a:chExt cx="1007640" cy="24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F8AB0E98-0868-7EA6-7652-B2D23C8A1120}"/>
                    </a:ext>
                  </a:extLst>
                </p14:cNvPr>
                <p14:cNvContentPartPr/>
                <p14:nvPr/>
              </p14:nvContentPartPr>
              <p14:xfrm>
                <a:off x="11516460" y="6532500"/>
                <a:ext cx="78480" cy="83520"/>
              </p14:xfrm>
            </p:contentPart>
          </mc:Choice>
          <mc:Fallback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F8AB0E98-0868-7EA6-7652-B2D23C8A1120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507460" y="6523860"/>
                  <a:ext cx="96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939594A0-198A-57C9-CA74-5FD8D47A52B4}"/>
                    </a:ext>
                  </a:extLst>
                </p14:cNvPr>
                <p14:cNvContentPartPr/>
                <p14:nvPr/>
              </p14:nvContentPartPr>
              <p14:xfrm>
                <a:off x="11608980" y="6564540"/>
                <a:ext cx="15840" cy="120600"/>
              </p14:xfrm>
            </p:contentPart>
          </mc:Choice>
          <mc:Fallback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939594A0-198A-57C9-CA74-5FD8D47A52B4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1599980" y="6555540"/>
                  <a:ext cx="33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00ADC23A-6B9A-25FE-CEE4-878DE2990DFC}"/>
                    </a:ext>
                  </a:extLst>
                </p14:cNvPr>
                <p14:cNvContentPartPr/>
                <p14:nvPr/>
              </p14:nvContentPartPr>
              <p14:xfrm>
                <a:off x="11628060" y="6520980"/>
                <a:ext cx="63360" cy="82800"/>
              </p14:xfrm>
            </p:contentPart>
          </mc:Choice>
          <mc:Fallback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00ADC23A-6B9A-25FE-CEE4-878DE2990DF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1619060" y="6512340"/>
                  <a:ext cx="81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1C3DF9E4-A42A-2DA5-86C0-5F3E0B75FDBD}"/>
                    </a:ext>
                  </a:extLst>
                </p14:cNvPr>
                <p14:cNvContentPartPr/>
                <p14:nvPr/>
              </p14:nvContentPartPr>
              <p14:xfrm>
                <a:off x="11700780" y="6490740"/>
                <a:ext cx="175320" cy="109800"/>
              </p14:xfrm>
            </p:contentPart>
          </mc:Choice>
          <mc:Fallback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1C3DF9E4-A42A-2DA5-86C0-5F3E0B75FDBD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1692140" y="6481740"/>
                  <a:ext cx="192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1BE6FFFE-099B-D3A3-F341-4CE9648EDA97}"/>
                    </a:ext>
                  </a:extLst>
                </p14:cNvPr>
                <p14:cNvContentPartPr/>
                <p14:nvPr/>
              </p14:nvContentPartPr>
              <p14:xfrm>
                <a:off x="11920740" y="6450060"/>
                <a:ext cx="47520" cy="150480"/>
              </p14:xfrm>
            </p:contentPart>
          </mc:Choice>
          <mc:Fallback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1BE6FFFE-099B-D3A3-F341-4CE9648EDA97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1911740" y="6441420"/>
                  <a:ext cx="65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9FA5B6F8-3977-0306-8A5B-E994CCF725EA}"/>
                    </a:ext>
                  </a:extLst>
                </p14:cNvPr>
                <p14:cNvContentPartPr/>
                <p14:nvPr/>
              </p14:nvContentPartPr>
              <p14:xfrm>
                <a:off x="11905980" y="6488220"/>
                <a:ext cx="86400" cy="8280"/>
              </p14:xfrm>
            </p:contentPart>
          </mc:Choice>
          <mc:Fallback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9FA5B6F8-3977-0306-8A5B-E994CCF725EA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897340" y="6479220"/>
                  <a:ext cx="104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B5CB6D8A-1E26-4694-1313-3F96B161A2C1}"/>
                    </a:ext>
                  </a:extLst>
                </p14:cNvPr>
                <p14:cNvContentPartPr/>
                <p14:nvPr/>
              </p14:nvContentPartPr>
              <p14:xfrm>
                <a:off x="12022980" y="6508740"/>
                <a:ext cx="102240" cy="79920"/>
              </p14:xfrm>
            </p:contentPart>
          </mc:Choice>
          <mc:Fallback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B5CB6D8A-1E26-4694-1313-3F96B161A2C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2014340" y="6499740"/>
                  <a:ext cx="1198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719169E0-AB9D-0D00-70D6-713C94A98775}"/>
                    </a:ext>
                  </a:extLst>
                </p14:cNvPr>
                <p14:cNvContentPartPr/>
                <p14:nvPr/>
              </p14:nvContentPartPr>
              <p14:xfrm>
                <a:off x="12145020" y="6469500"/>
                <a:ext cx="167760" cy="124560"/>
              </p14:xfrm>
            </p:contentPart>
          </mc:Choice>
          <mc:Fallback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719169E0-AB9D-0D00-70D6-713C94A9877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2136380" y="6460500"/>
                  <a:ext cx="185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C8145A66-A16B-917D-7B53-C108CA3AA2A3}"/>
                    </a:ext>
                  </a:extLst>
                </p14:cNvPr>
                <p14:cNvContentPartPr/>
                <p14:nvPr/>
              </p14:nvContentPartPr>
              <p14:xfrm>
                <a:off x="12302340" y="6442500"/>
                <a:ext cx="54000" cy="134280"/>
              </p14:xfrm>
            </p:contentPart>
          </mc:Choice>
          <mc:Fallback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C8145A66-A16B-917D-7B53-C108CA3AA2A3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2293340" y="6433860"/>
                  <a:ext cx="71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8BEBD4E1-ACF3-A28A-E0A3-D259048195B3}"/>
                    </a:ext>
                  </a:extLst>
                </p14:cNvPr>
                <p14:cNvContentPartPr/>
                <p14:nvPr/>
              </p14:nvContentPartPr>
              <p14:xfrm>
                <a:off x="12279300" y="6482460"/>
                <a:ext cx="53640" cy="14040"/>
              </p14:xfrm>
            </p:contentPart>
          </mc:Choice>
          <mc:Fallback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8BEBD4E1-ACF3-A28A-E0A3-D259048195B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2270660" y="6473460"/>
                  <a:ext cx="71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183F4E67-0681-8195-4787-2806F66319ED}"/>
                    </a:ext>
                  </a:extLst>
                </p14:cNvPr>
                <p14:cNvContentPartPr/>
                <p14:nvPr/>
              </p14:nvContentPartPr>
              <p14:xfrm>
                <a:off x="12371460" y="6442500"/>
                <a:ext cx="19080" cy="70920"/>
              </p14:xfrm>
            </p:contentPart>
          </mc:Choice>
          <mc:Fallback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183F4E67-0681-8195-4787-2806F66319E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2362460" y="6433860"/>
                  <a:ext cx="36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A8CB03EF-286E-639E-45D7-7E9D6610B6D7}"/>
                    </a:ext>
                  </a:extLst>
                </p14:cNvPr>
                <p14:cNvContentPartPr/>
                <p14:nvPr/>
              </p14:nvContentPartPr>
              <p14:xfrm>
                <a:off x="12433380" y="6460140"/>
                <a:ext cx="90720" cy="74520"/>
              </p14:xfrm>
            </p:contentPart>
          </mc:Choice>
          <mc:Fallback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A8CB03EF-286E-639E-45D7-7E9D6610B6D7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2424740" y="6451500"/>
                  <a:ext cx="108360" cy="9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6">
            <p14:nvContentPartPr>
              <p14:cNvPr id="799" name="Ink 798">
                <a:extLst>
                  <a:ext uri="{FF2B5EF4-FFF2-40B4-BE49-F238E27FC236}">
                    <a16:creationId xmlns:a16="http://schemas.microsoft.com/office/drawing/2014/main" id="{3A04925E-A21D-00E1-DC86-2A4948EC7AE0}"/>
                  </a:ext>
                </a:extLst>
              </p14:cNvPr>
              <p14:cNvContentPartPr/>
              <p14:nvPr/>
            </p14:nvContentPartPr>
            <p14:xfrm>
              <a:off x="10891860" y="6842460"/>
              <a:ext cx="125280" cy="108360"/>
            </p14:xfrm>
          </p:contentPart>
        </mc:Choice>
        <mc:Fallback>
          <p:pic>
            <p:nvPicPr>
              <p:cNvPr id="799" name="Ink 798">
                <a:extLst>
                  <a:ext uri="{FF2B5EF4-FFF2-40B4-BE49-F238E27FC236}">
                    <a16:creationId xmlns:a16="http://schemas.microsoft.com/office/drawing/2014/main" id="{3A04925E-A21D-00E1-DC86-2A4948EC7AE0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10883220" y="6833460"/>
                <a:ext cx="14292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8" name="Group 817">
            <a:extLst>
              <a:ext uri="{FF2B5EF4-FFF2-40B4-BE49-F238E27FC236}">
                <a16:creationId xmlns:a16="http://schemas.microsoft.com/office/drawing/2014/main" id="{4B8A8B99-BDB8-0ED4-F2AB-7EC6A73E3B82}"/>
              </a:ext>
            </a:extLst>
          </p:cNvPr>
          <p:cNvGrpSpPr/>
          <p:nvPr/>
        </p:nvGrpSpPr>
        <p:grpSpPr>
          <a:xfrm>
            <a:off x="11037300" y="6751020"/>
            <a:ext cx="1257840" cy="320040"/>
            <a:chOff x="11037300" y="6751020"/>
            <a:chExt cx="125784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802" name="Ink 801">
                  <a:extLst>
                    <a:ext uri="{FF2B5EF4-FFF2-40B4-BE49-F238E27FC236}">
                      <a16:creationId xmlns:a16="http://schemas.microsoft.com/office/drawing/2014/main" id="{2C04C17B-950C-A0CA-5B43-B1AC7BB35082}"/>
                    </a:ext>
                  </a:extLst>
                </p14:cNvPr>
                <p14:cNvContentPartPr/>
                <p14:nvPr/>
              </p14:nvContentPartPr>
              <p14:xfrm>
                <a:off x="11037300" y="6856860"/>
                <a:ext cx="97560" cy="73080"/>
              </p14:xfrm>
            </p:contentPart>
          </mc:Choice>
          <mc:Fallback>
            <p:pic>
              <p:nvPicPr>
                <p:cNvPr id="802" name="Ink 801">
                  <a:extLst>
                    <a:ext uri="{FF2B5EF4-FFF2-40B4-BE49-F238E27FC236}">
                      <a16:creationId xmlns:a16="http://schemas.microsoft.com/office/drawing/2014/main" id="{2C04C17B-950C-A0CA-5B43-B1AC7BB3508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1028660" y="6847860"/>
                  <a:ext cx="1152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803" name="Ink 802">
                  <a:extLst>
                    <a:ext uri="{FF2B5EF4-FFF2-40B4-BE49-F238E27FC236}">
                      <a16:creationId xmlns:a16="http://schemas.microsoft.com/office/drawing/2014/main" id="{606828A6-EEA6-2242-DEFF-14931BF00720}"/>
                    </a:ext>
                  </a:extLst>
                </p14:cNvPr>
                <p14:cNvContentPartPr/>
                <p14:nvPr/>
              </p14:nvContentPartPr>
              <p14:xfrm>
                <a:off x="11182020" y="6819780"/>
                <a:ext cx="128520" cy="90000"/>
              </p14:xfrm>
            </p:contentPart>
          </mc:Choice>
          <mc:Fallback>
            <p:pic>
              <p:nvPicPr>
                <p:cNvPr id="803" name="Ink 802">
                  <a:extLst>
                    <a:ext uri="{FF2B5EF4-FFF2-40B4-BE49-F238E27FC236}">
                      <a16:creationId xmlns:a16="http://schemas.microsoft.com/office/drawing/2014/main" id="{606828A6-EEA6-2242-DEFF-14931BF00720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1173380" y="6811140"/>
                  <a:ext cx="146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804" name="Ink 803">
                  <a:extLst>
                    <a:ext uri="{FF2B5EF4-FFF2-40B4-BE49-F238E27FC236}">
                      <a16:creationId xmlns:a16="http://schemas.microsoft.com/office/drawing/2014/main" id="{01F67DB1-4827-85C0-2A36-AE39F7BD39A8}"/>
                    </a:ext>
                  </a:extLst>
                </p14:cNvPr>
                <p14:cNvContentPartPr/>
                <p14:nvPr/>
              </p14:nvContentPartPr>
              <p14:xfrm>
                <a:off x="11334660" y="6814380"/>
                <a:ext cx="108000" cy="79200"/>
              </p14:xfrm>
            </p:contentPart>
          </mc:Choice>
          <mc:Fallback>
            <p:pic>
              <p:nvPicPr>
                <p:cNvPr id="804" name="Ink 803">
                  <a:extLst>
                    <a:ext uri="{FF2B5EF4-FFF2-40B4-BE49-F238E27FC236}">
                      <a16:creationId xmlns:a16="http://schemas.microsoft.com/office/drawing/2014/main" id="{01F67DB1-4827-85C0-2A36-AE39F7BD39A8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325660" y="6805380"/>
                  <a:ext cx="125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805" name="Ink 804">
                  <a:extLst>
                    <a:ext uri="{FF2B5EF4-FFF2-40B4-BE49-F238E27FC236}">
                      <a16:creationId xmlns:a16="http://schemas.microsoft.com/office/drawing/2014/main" id="{2729BA8B-A5F9-10CD-163C-B77E7E2811A4}"/>
                    </a:ext>
                  </a:extLst>
                </p14:cNvPr>
                <p14:cNvContentPartPr/>
                <p14:nvPr/>
              </p14:nvContentPartPr>
              <p14:xfrm>
                <a:off x="11482260" y="6815100"/>
                <a:ext cx="68040" cy="55800"/>
              </p14:xfrm>
            </p:contentPart>
          </mc:Choice>
          <mc:Fallback>
            <p:pic>
              <p:nvPicPr>
                <p:cNvPr id="805" name="Ink 804">
                  <a:extLst>
                    <a:ext uri="{FF2B5EF4-FFF2-40B4-BE49-F238E27FC236}">
                      <a16:creationId xmlns:a16="http://schemas.microsoft.com/office/drawing/2014/main" id="{2729BA8B-A5F9-10CD-163C-B77E7E2811A4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1473620" y="6806460"/>
                  <a:ext cx="85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806" name="Ink 805">
                  <a:extLst>
                    <a:ext uri="{FF2B5EF4-FFF2-40B4-BE49-F238E27FC236}">
                      <a16:creationId xmlns:a16="http://schemas.microsoft.com/office/drawing/2014/main" id="{3CB10E5B-8954-F7B6-EEC9-5F240DE48E58}"/>
                    </a:ext>
                  </a:extLst>
                </p14:cNvPr>
                <p14:cNvContentPartPr/>
                <p14:nvPr/>
              </p14:nvContentPartPr>
              <p14:xfrm>
                <a:off x="11574780" y="6771900"/>
                <a:ext cx="106920" cy="97560"/>
              </p14:xfrm>
            </p:contentPart>
          </mc:Choice>
          <mc:Fallback>
            <p:pic>
              <p:nvPicPr>
                <p:cNvPr id="806" name="Ink 805">
                  <a:extLst>
                    <a:ext uri="{FF2B5EF4-FFF2-40B4-BE49-F238E27FC236}">
                      <a16:creationId xmlns:a16="http://schemas.microsoft.com/office/drawing/2014/main" id="{3CB10E5B-8954-F7B6-EEC9-5F240DE48E5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1565780" y="6763260"/>
                  <a:ext cx="124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807" name="Ink 806">
                  <a:extLst>
                    <a:ext uri="{FF2B5EF4-FFF2-40B4-BE49-F238E27FC236}">
                      <a16:creationId xmlns:a16="http://schemas.microsoft.com/office/drawing/2014/main" id="{0C553077-F009-87C7-3FF6-E5C16C65DFD9}"/>
                    </a:ext>
                  </a:extLst>
                </p14:cNvPr>
                <p14:cNvContentPartPr/>
                <p14:nvPr/>
              </p14:nvContentPartPr>
              <p14:xfrm>
                <a:off x="11723100" y="6783780"/>
                <a:ext cx="26640" cy="47160"/>
              </p14:xfrm>
            </p:contentPart>
          </mc:Choice>
          <mc:Fallback>
            <p:pic>
              <p:nvPicPr>
                <p:cNvPr id="807" name="Ink 806">
                  <a:extLst>
                    <a:ext uri="{FF2B5EF4-FFF2-40B4-BE49-F238E27FC236}">
                      <a16:creationId xmlns:a16="http://schemas.microsoft.com/office/drawing/2014/main" id="{0C553077-F009-87C7-3FF6-E5C16C65DFD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1714460" y="6774780"/>
                  <a:ext cx="44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808" name="Ink 807">
                  <a:extLst>
                    <a:ext uri="{FF2B5EF4-FFF2-40B4-BE49-F238E27FC236}">
                      <a16:creationId xmlns:a16="http://schemas.microsoft.com/office/drawing/2014/main" id="{C7E2D0D8-A820-D9A7-A791-F2BB043B06A3}"/>
                    </a:ext>
                  </a:extLst>
                </p14:cNvPr>
                <p14:cNvContentPartPr/>
                <p14:nvPr/>
              </p14:nvContentPartPr>
              <p14:xfrm>
                <a:off x="11654700" y="6751020"/>
                <a:ext cx="133560" cy="320040"/>
              </p14:xfrm>
            </p:contentPart>
          </mc:Choice>
          <mc:Fallback>
            <p:pic>
              <p:nvPicPr>
                <p:cNvPr id="808" name="Ink 807">
                  <a:extLst>
                    <a:ext uri="{FF2B5EF4-FFF2-40B4-BE49-F238E27FC236}">
                      <a16:creationId xmlns:a16="http://schemas.microsoft.com/office/drawing/2014/main" id="{C7E2D0D8-A820-D9A7-A791-F2BB043B06A3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1645700" y="6742380"/>
                  <a:ext cx="1512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548D3D61-62C1-3023-FAB6-4FFB28DE5413}"/>
                    </a:ext>
                  </a:extLst>
                </p14:cNvPr>
                <p14:cNvContentPartPr/>
                <p14:nvPr/>
              </p14:nvContentPartPr>
              <p14:xfrm>
                <a:off x="11890140" y="6952980"/>
                <a:ext cx="58320" cy="116640"/>
              </p14:xfrm>
            </p:contentPart>
          </mc:Choice>
          <mc:Fallback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548D3D61-62C1-3023-FAB6-4FFB28DE5413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881140" y="6944340"/>
                  <a:ext cx="75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FA18F8B1-FEC6-F290-2EAA-0E150FB03768}"/>
                    </a:ext>
                  </a:extLst>
                </p14:cNvPr>
                <p14:cNvContentPartPr/>
                <p14:nvPr/>
              </p14:nvContentPartPr>
              <p14:xfrm>
                <a:off x="11810940" y="6986460"/>
                <a:ext cx="120960" cy="31680"/>
              </p14:xfrm>
            </p:contentPart>
          </mc:Choice>
          <mc:Fallback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FA18F8B1-FEC6-F290-2EAA-0E150FB03768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1801940" y="6977460"/>
                  <a:ext cx="1386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EFBBA09F-53ED-C2F1-F6F1-47A97E39BBFA}"/>
                    </a:ext>
                  </a:extLst>
                </p14:cNvPr>
                <p14:cNvContentPartPr/>
                <p14:nvPr/>
              </p14:nvContentPartPr>
              <p14:xfrm>
                <a:off x="11977980" y="6934620"/>
                <a:ext cx="184320" cy="84960"/>
              </p14:xfrm>
            </p:contentPart>
          </mc:Choice>
          <mc:Fallback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EFBBA09F-53ED-C2F1-F6F1-47A97E39BBFA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1968980" y="6925620"/>
                  <a:ext cx="201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814" name="Ink 813">
                  <a:extLst>
                    <a:ext uri="{FF2B5EF4-FFF2-40B4-BE49-F238E27FC236}">
                      <a16:creationId xmlns:a16="http://schemas.microsoft.com/office/drawing/2014/main" id="{01C70F81-CFB0-BE0D-042B-677A67ED473B}"/>
                    </a:ext>
                  </a:extLst>
                </p14:cNvPr>
                <p14:cNvContentPartPr/>
                <p14:nvPr/>
              </p14:nvContentPartPr>
              <p14:xfrm>
                <a:off x="12184260" y="6892140"/>
                <a:ext cx="35280" cy="106560"/>
              </p14:xfrm>
            </p:contentPart>
          </mc:Choice>
          <mc:Fallback>
            <p:pic>
              <p:nvPicPr>
                <p:cNvPr id="814" name="Ink 813">
                  <a:extLst>
                    <a:ext uri="{FF2B5EF4-FFF2-40B4-BE49-F238E27FC236}">
                      <a16:creationId xmlns:a16="http://schemas.microsoft.com/office/drawing/2014/main" id="{01C70F81-CFB0-BE0D-042B-677A67ED473B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2175260" y="6883140"/>
                  <a:ext cx="529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94B6CC09-70EF-612C-8500-A33BB7AD18B4}"/>
                    </a:ext>
                  </a:extLst>
                </p14:cNvPr>
                <p14:cNvContentPartPr/>
                <p14:nvPr/>
              </p14:nvContentPartPr>
              <p14:xfrm>
                <a:off x="12256620" y="6899700"/>
                <a:ext cx="38520" cy="78480"/>
              </p14:xfrm>
            </p:contentPart>
          </mc:Choice>
          <mc:Fallback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94B6CC09-70EF-612C-8500-A33BB7AD18B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2247620" y="6890700"/>
                  <a:ext cx="56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817" name="Ink 816">
                  <a:extLst>
                    <a:ext uri="{FF2B5EF4-FFF2-40B4-BE49-F238E27FC236}">
                      <a16:creationId xmlns:a16="http://schemas.microsoft.com/office/drawing/2014/main" id="{931C0EFB-1C34-052B-779C-5DA7609DCA6C}"/>
                    </a:ext>
                  </a:extLst>
                </p14:cNvPr>
                <p14:cNvContentPartPr/>
                <p14:nvPr/>
              </p14:nvContentPartPr>
              <p14:xfrm>
                <a:off x="12058620" y="6857940"/>
                <a:ext cx="31320" cy="102960"/>
              </p14:xfrm>
            </p:contentPart>
          </mc:Choice>
          <mc:Fallback>
            <p:pic>
              <p:nvPicPr>
                <p:cNvPr id="817" name="Ink 816">
                  <a:extLst>
                    <a:ext uri="{FF2B5EF4-FFF2-40B4-BE49-F238E27FC236}">
                      <a16:creationId xmlns:a16="http://schemas.microsoft.com/office/drawing/2014/main" id="{931C0EFB-1C34-052B-779C-5DA7609DCA6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2049620" y="6848940"/>
                  <a:ext cx="48960" cy="12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19926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4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AE26D-1499-445F-EC74-FED76EC2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688E07-0FF5-D861-1B31-AFB569805ABA}"/>
              </a:ext>
            </a:extLst>
          </p:cNvPr>
          <p:cNvSpPr txBox="1"/>
          <p:nvPr/>
        </p:nvSpPr>
        <p:spPr>
          <a:xfrm>
            <a:off x="186783" y="104924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Department Analysis Dashboard – Design Explanation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3B9BD-B3EC-5BF2-EE1F-2ED933CB8A9F}"/>
              </a:ext>
            </a:extLst>
          </p:cNvPr>
          <p:cNvSpPr txBox="1"/>
          <p:nvPr/>
        </p:nvSpPr>
        <p:spPr>
          <a:xfrm>
            <a:off x="186784" y="473999"/>
            <a:ext cx="7050358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highlight>
                  <a:srgbClr val="FFFF00"/>
                </a:highlight>
              </a:rPr>
              <a:t>1. KPI Cards</a:t>
            </a:r>
          </a:p>
          <a:p>
            <a:r>
              <a:rPr lang="en-IN" sz="1600" b="1" dirty="0"/>
              <a:t>1. Overall Department Admissions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total number of patients admitted across all departments</a:t>
            </a:r>
            <a:r>
              <a:rPr lang="en-IN" sz="1600" dirty="0"/>
              <a:t> for the selected period. </a:t>
            </a:r>
          </a:p>
          <a:p>
            <a:pPr lvl="0"/>
            <a:r>
              <a:rPr lang="en-IN" sz="1600" dirty="0"/>
              <a:t>I am comparing the current value with the </a:t>
            </a:r>
            <a:r>
              <a:rPr lang="en-IN" sz="1600" b="1" dirty="0"/>
              <a:t>previous year's admissions</a:t>
            </a:r>
            <a:r>
              <a:rPr lang="en-IN" sz="1600" dirty="0"/>
              <a:t> and showing the percentage difference to understand the change in department-level admissions. </a:t>
            </a:r>
          </a:p>
          <a:p>
            <a:r>
              <a:rPr lang="en-IN" sz="1600" b="1" dirty="0"/>
              <a:t>2. Overall Department Discharges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total number of patients discharged from all departments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discharge count with the </a:t>
            </a:r>
            <a:r>
              <a:rPr lang="en-IN" sz="1600" b="1" dirty="0"/>
              <a:t>previous year's value</a:t>
            </a:r>
            <a:r>
              <a:rPr lang="en-IN" sz="1600" dirty="0"/>
              <a:t> to understand the change in discharge activity. </a:t>
            </a:r>
          </a:p>
          <a:p>
            <a:r>
              <a:rPr lang="en-IN" sz="1600" b="1" dirty="0"/>
              <a:t>3. Department Readmission Rate %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readmission rate for the selected department or departments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readmission rate with the </a:t>
            </a:r>
            <a:r>
              <a:rPr lang="en-IN" sz="1600" b="1" dirty="0"/>
              <a:t>previous year's rate</a:t>
            </a:r>
            <a:r>
              <a:rPr lang="en-IN" sz="1600" dirty="0"/>
              <a:t> to identify whether readmissions are increasing or decreasing. </a:t>
            </a:r>
          </a:p>
          <a:p>
            <a:r>
              <a:rPr lang="en-IN" sz="1600" b="1" dirty="0"/>
              <a:t>4. Average LOS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average length of stay of patients within the departments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average LOS with the </a:t>
            </a:r>
            <a:r>
              <a:rPr lang="en-IN" sz="1600" b="1" dirty="0"/>
              <a:t>previous year's value</a:t>
            </a:r>
            <a:r>
              <a:rPr lang="en-IN" sz="1600" dirty="0"/>
              <a:t> to understand changes in patient stay duration. </a:t>
            </a:r>
          </a:p>
          <a:p>
            <a:r>
              <a:rPr lang="en-IN" sz="1600" b="1" dirty="0"/>
              <a:t>5. Bed Occupancy %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percentage of available department beds that are occupied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occupancy with the </a:t>
            </a:r>
            <a:r>
              <a:rPr lang="en-IN" sz="1600" b="1" dirty="0"/>
              <a:t>previous year's occupancy</a:t>
            </a:r>
            <a:r>
              <a:rPr lang="en-IN" sz="1600" dirty="0"/>
              <a:t> to understand how department capacity utilization has changed. </a:t>
            </a:r>
          </a:p>
          <a:p>
            <a:r>
              <a:rPr lang="en-IN" sz="1600" b="1" dirty="0"/>
              <a:t>6. Mortality %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mortality percentage for the selected departments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mortality rate with the </a:t>
            </a:r>
            <a:r>
              <a:rPr lang="en-IN" sz="1600" b="1" dirty="0"/>
              <a:t>previous year's rate</a:t>
            </a:r>
            <a:r>
              <a:rPr lang="en-IN" sz="1600" dirty="0"/>
              <a:t> to monitor changes in department-level patient outcomes.</a:t>
            </a:r>
          </a:p>
          <a:p>
            <a:pPr lvl="0"/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1FB4D5-E8A4-1AA2-1782-11BB7095E819}"/>
              </a:ext>
            </a:extLst>
          </p:cNvPr>
          <p:cNvSpPr txBox="1"/>
          <p:nvPr/>
        </p:nvSpPr>
        <p:spPr>
          <a:xfrm>
            <a:off x="7882984" y="590758"/>
            <a:ext cx="6477463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highlight>
                  <a:srgbClr val="FFFF00"/>
                </a:highlight>
              </a:rPr>
              <a:t>2. Additional Department KPIs</a:t>
            </a:r>
          </a:p>
          <a:p>
            <a:r>
              <a:rPr lang="en-IN" sz="1400" b="1" dirty="0"/>
              <a:t>7. Staff-to-Patient Ratio</a:t>
            </a:r>
          </a:p>
          <a:p>
            <a:pPr lvl="0"/>
            <a:r>
              <a:rPr lang="en-IN" sz="1400" dirty="0"/>
              <a:t>Here I am calculating the </a:t>
            </a:r>
            <a:r>
              <a:rPr lang="en-IN" sz="1400" b="1" dirty="0"/>
              <a:t>ratio of available nursing staff to the number of occupied beds/patients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This helps me understand whether the department has </a:t>
            </a:r>
            <a:r>
              <a:rPr lang="en-IN" sz="1400" b="1" dirty="0"/>
              <a:t>sufficient staff available to handle the current patient load</a:t>
            </a:r>
            <a:r>
              <a:rPr lang="en-IN" sz="1400" dirty="0"/>
              <a:t>. </a:t>
            </a:r>
          </a:p>
          <a:p>
            <a:r>
              <a:rPr lang="en-IN" sz="1400" b="1" dirty="0"/>
              <a:t>8. Overall Department Efficiency Score</a:t>
            </a:r>
          </a:p>
          <a:p>
            <a:pPr lvl="0"/>
            <a:r>
              <a:rPr lang="en-IN" sz="1400" dirty="0"/>
              <a:t>Here I am using the </a:t>
            </a:r>
            <a:r>
              <a:rPr lang="en-IN" sz="1400" b="1" dirty="0"/>
              <a:t>Department Efficiency Score</a:t>
            </a:r>
            <a:r>
              <a:rPr lang="en-IN" sz="1400" dirty="0"/>
              <a:t> as a composite measure of department performance. </a:t>
            </a:r>
          </a:p>
          <a:p>
            <a:pPr lvl="0"/>
            <a:r>
              <a:rPr lang="en-IN" sz="1400" dirty="0"/>
              <a:t>The score combines important operational factors such as </a:t>
            </a:r>
            <a:r>
              <a:rPr lang="en-IN" sz="1400" b="1" dirty="0"/>
              <a:t>occupancy, length of stay, readmissions, and equipment downtime</a:t>
            </a:r>
            <a:r>
              <a:rPr lang="en-IN" sz="1400" dirty="0"/>
              <a:t> to compare overall department efficiency. </a:t>
            </a:r>
          </a:p>
          <a:p>
            <a:r>
              <a:rPr lang="en-IN" sz="1400" b="1" dirty="0"/>
              <a:t>9. Staff Capacity vs Demand</a:t>
            </a:r>
          </a:p>
          <a:p>
            <a:pPr lvl="0"/>
            <a:r>
              <a:rPr lang="en-IN" sz="1400" dirty="0"/>
              <a:t>Here I am comparing the </a:t>
            </a:r>
            <a:r>
              <a:rPr lang="en-IN" sz="1400" b="1" dirty="0"/>
              <a:t>available staff capacity with the patient demand</a:t>
            </a:r>
            <a:r>
              <a:rPr lang="en-IN" sz="1400" dirty="0"/>
              <a:t> for the department. </a:t>
            </a:r>
          </a:p>
          <a:p>
            <a:pPr lvl="0"/>
            <a:r>
              <a:rPr lang="en-IN" sz="1400" dirty="0"/>
              <a:t>This helps me identify departments where </a:t>
            </a:r>
            <a:r>
              <a:rPr lang="en-IN" sz="1400" b="1" dirty="0"/>
              <a:t>staff availability may be lower or higher than the current patient demand</a:t>
            </a:r>
            <a:r>
              <a:rPr lang="en-IN" sz="1400" dirty="0"/>
              <a:t>. </a:t>
            </a:r>
          </a:p>
          <a:p>
            <a:r>
              <a:rPr lang="en-IN" sz="1400" b="1" dirty="0"/>
              <a:t>10. Department Transfers / Movements</a:t>
            </a:r>
          </a:p>
          <a:p>
            <a:pPr lvl="0"/>
            <a:r>
              <a:rPr lang="en-IN" sz="1400" dirty="0"/>
              <a:t>Here I am calculating the </a:t>
            </a:r>
            <a:r>
              <a:rPr lang="en-IN" sz="1400" b="1" dirty="0"/>
              <a:t>total number of patient transfer movements associated with each department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This helps me understand which departments experience </a:t>
            </a:r>
            <a:r>
              <a:rPr lang="en-IN" sz="1400" b="1" dirty="0"/>
              <a:t>higher patient movement activity</a:t>
            </a:r>
            <a:r>
              <a:rPr lang="en-IN" sz="1400" dirty="0"/>
              <a:t>. </a:t>
            </a:r>
          </a:p>
          <a:p>
            <a:r>
              <a:rPr lang="en-IN" sz="1400" b="1" dirty="0"/>
              <a:t>11. Average Bed Utilization Time</a:t>
            </a:r>
          </a:p>
          <a:p>
            <a:pPr lvl="0"/>
            <a:r>
              <a:rPr lang="en-IN" sz="1400" dirty="0"/>
              <a:t>Here I am calculating the </a:t>
            </a:r>
            <a:r>
              <a:rPr lang="en-IN" sz="1400" b="1" dirty="0"/>
              <a:t>average time for which department beds are utilized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This helps me understand how efficiently beds are being used and identify departments with differences in bed utilization. </a:t>
            </a:r>
          </a:p>
          <a:p>
            <a:r>
              <a:rPr lang="en-IN" sz="1400" b="1" dirty="0"/>
              <a:t>12. Average Satisfaction Score</a:t>
            </a:r>
          </a:p>
          <a:p>
            <a:pPr lvl="0"/>
            <a:r>
              <a:rPr lang="en-IN" sz="1400" dirty="0"/>
              <a:t>Here I am showing the </a:t>
            </a:r>
            <a:r>
              <a:rPr lang="en-IN" sz="1400" b="1" dirty="0"/>
              <a:t>average patient satisfaction score for the department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This allows me to compare patient satisfaction across departments and identify departments with </a:t>
            </a:r>
            <a:r>
              <a:rPr lang="en-IN" sz="1400" b="1" dirty="0"/>
              <a:t>higher or lower satisfaction levels</a:t>
            </a:r>
            <a:r>
              <a:rPr lang="en-IN" sz="1400" dirty="0"/>
              <a:t>. </a:t>
            </a:r>
          </a:p>
          <a:p>
            <a:endParaRPr lang="en-IN" sz="1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F85428-7739-B7C9-DBA8-560E3C616E9E}"/>
              </a:ext>
            </a:extLst>
          </p:cNvPr>
          <p:cNvCxnSpPr>
            <a:cxnSpLocks/>
          </p:cNvCxnSpPr>
          <p:nvPr/>
        </p:nvCxnSpPr>
        <p:spPr>
          <a:xfrm>
            <a:off x="7605132" y="590758"/>
            <a:ext cx="83170" cy="739351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97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4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5351E3-10F1-97A9-BD18-432E401AE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CDE801-16CB-8AE2-CD07-E2408729DDE0}"/>
              </a:ext>
            </a:extLst>
          </p:cNvPr>
          <p:cNvSpPr txBox="1"/>
          <p:nvPr/>
        </p:nvSpPr>
        <p:spPr>
          <a:xfrm>
            <a:off x="89443" y="104924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Department Analysis Dashboard – Design Explanation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E0CB8A-6BA9-4F2C-C72D-011F95D074E4}"/>
              </a:ext>
            </a:extLst>
          </p:cNvPr>
          <p:cNvSpPr txBox="1"/>
          <p:nvPr/>
        </p:nvSpPr>
        <p:spPr>
          <a:xfrm>
            <a:off x="89443" y="473999"/>
            <a:ext cx="14451514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highlight>
                  <a:srgbClr val="FFFF00"/>
                </a:highlight>
              </a:rPr>
              <a:t>3. Department Analysis Charts</a:t>
            </a:r>
          </a:p>
          <a:p>
            <a:r>
              <a:rPr lang="en-IN" sz="1400" b="1" dirty="0"/>
              <a:t>13. Readmission &amp; Mortality Trends</a:t>
            </a:r>
          </a:p>
          <a:p>
            <a:pPr lvl="0"/>
            <a:r>
              <a:rPr lang="en-IN" sz="1400" dirty="0"/>
              <a:t>Here I am showing the </a:t>
            </a:r>
            <a:r>
              <a:rPr lang="en-IN" sz="1400" b="1" dirty="0"/>
              <a:t>monthly trends of readmission and mortality percentages</a:t>
            </a:r>
            <a:r>
              <a:rPr lang="en-IN" sz="1400" dirty="0"/>
              <a:t> for the selected departments. </a:t>
            </a:r>
          </a:p>
          <a:p>
            <a:pPr lvl="0"/>
            <a:r>
              <a:rPr lang="en-IN" sz="1400" dirty="0"/>
              <a:t>I am using this chart to monitor patient outcomes over time and identify months where </a:t>
            </a:r>
            <a:r>
              <a:rPr lang="en-IN" sz="1400" b="1" dirty="0"/>
              <a:t>readmission or mortality rates are unusually high or low</a:t>
            </a:r>
            <a:r>
              <a:rPr lang="en-IN" sz="1400" dirty="0"/>
              <a:t>. </a:t>
            </a:r>
          </a:p>
          <a:p>
            <a:r>
              <a:rPr lang="en-IN" sz="1400" b="1" dirty="0"/>
              <a:t>14. Average LOS vs Target %</a:t>
            </a:r>
          </a:p>
          <a:p>
            <a:pPr lvl="0"/>
            <a:r>
              <a:rPr lang="en-IN" sz="1400" dirty="0"/>
              <a:t>Here I am comparing the department's </a:t>
            </a:r>
            <a:r>
              <a:rPr lang="en-IN" sz="1400" b="1" dirty="0"/>
              <a:t>average length of stay with its target LOS</a:t>
            </a:r>
            <a:r>
              <a:rPr lang="en-IN" sz="1400" dirty="0"/>
              <a:t> over different months. </a:t>
            </a:r>
          </a:p>
          <a:p>
            <a:pPr lvl="0"/>
            <a:r>
              <a:rPr lang="en-IN" sz="1400" dirty="0"/>
              <a:t>This helps me identify whether departments are </a:t>
            </a:r>
            <a:r>
              <a:rPr lang="en-IN" sz="1400" b="1" dirty="0"/>
              <a:t>performing above or below their target</a:t>
            </a:r>
            <a:r>
              <a:rPr lang="en-IN" sz="1400" dirty="0"/>
              <a:t> and monitor changes in patient stay efficiency. </a:t>
            </a:r>
          </a:p>
          <a:p>
            <a:r>
              <a:rPr lang="en-IN" sz="1400" b="1" dirty="0"/>
              <a:t>15. Department Efficiency Score Ranking</a:t>
            </a:r>
          </a:p>
          <a:p>
            <a:pPr lvl="0"/>
            <a:r>
              <a:rPr lang="en-IN" sz="1400" dirty="0"/>
              <a:t>Here I am ranking departments based on their </a:t>
            </a:r>
            <a:r>
              <a:rPr lang="en-IN" sz="1400" b="1" dirty="0"/>
              <a:t>Department Efficiency Score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This helps me quickly identify the </a:t>
            </a:r>
            <a:r>
              <a:rPr lang="en-IN" sz="1400" b="1" dirty="0"/>
              <a:t>highest- and lowest-performing departments</a:t>
            </a:r>
            <a:r>
              <a:rPr lang="en-IN" sz="1400" dirty="0"/>
              <a:t> and compare their operational efficiency. </a:t>
            </a:r>
          </a:p>
          <a:p>
            <a:r>
              <a:rPr lang="en-IN" sz="1400" b="1" dirty="0"/>
              <a:t>16. Budget Allocation by Departments</a:t>
            </a:r>
          </a:p>
          <a:p>
            <a:pPr lvl="0"/>
            <a:r>
              <a:rPr lang="en-IN" sz="1400" dirty="0"/>
              <a:t>Here I am comparing the </a:t>
            </a:r>
            <a:r>
              <a:rPr lang="en-IN" sz="1400" b="1" dirty="0"/>
              <a:t>allocated operating budget across different departments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This helps me understand how the available budget is distributed and identify departments receiving </a:t>
            </a:r>
            <a:r>
              <a:rPr lang="en-IN" sz="1400" b="1" dirty="0"/>
              <a:t>higher or lower allocations</a:t>
            </a:r>
            <a:r>
              <a:rPr lang="en-IN" sz="1400" dirty="0"/>
              <a:t>. </a:t>
            </a:r>
          </a:p>
          <a:p>
            <a:r>
              <a:rPr lang="en-IN" sz="1400" b="1" dirty="0"/>
              <a:t>17. Capacity vs Demand – Staff</a:t>
            </a:r>
          </a:p>
          <a:p>
            <a:pPr lvl="0"/>
            <a:r>
              <a:rPr lang="en-IN" sz="1400" dirty="0"/>
              <a:t>Here I am comparing </a:t>
            </a:r>
            <a:r>
              <a:rPr lang="en-IN" sz="1400" b="1" dirty="0"/>
              <a:t>staff capacity with patient demand across departments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This helps me identify departments where staffing may be </a:t>
            </a:r>
            <a:r>
              <a:rPr lang="en-IN" sz="1400" b="1" dirty="0"/>
              <a:t>insufficient for the current demand</a:t>
            </a:r>
            <a:r>
              <a:rPr lang="en-IN" sz="1400" dirty="0"/>
              <a:t> and where additional staff may be required. </a:t>
            </a:r>
          </a:p>
          <a:p>
            <a:r>
              <a:rPr lang="en-IN" sz="1400" b="1" dirty="0"/>
              <a:t>18. Bed Occupancy % vs Target %</a:t>
            </a:r>
          </a:p>
          <a:p>
            <a:pPr lvl="0"/>
            <a:r>
              <a:rPr lang="en-IN" sz="1400" dirty="0"/>
              <a:t>Here I am comparing the </a:t>
            </a:r>
            <a:r>
              <a:rPr lang="en-IN" sz="1400" b="1" dirty="0"/>
              <a:t>actual bed occupancy percentage against the target occupancy percentage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I am using a </a:t>
            </a:r>
            <a:r>
              <a:rPr lang="en-IN" sz="1400" b="1" dirty="0"/>
              <a:t>gauge chart</a:t>
            </a:r>
            <a:r>
              <a:rPr lang="en-IN" sz="1400" dirty="0"/>
              <a:t> to quickly identify whether the department's occupancy is within the desired range or moving toward an over-capacity level. </a:t>
            </a:r>
          </a:p>
          <a:p>
            <a:r>
              <a:rPr lang="en-IN" sz="1400" b="1" dirty="0"/>
              <a:t>19. Average Treatment Hours by Department &amp; Hospital</a:t>
            </a:r>
          </a:p>
          <a:p>
            <a:pPr lvl="0"/>
            <a:r>
              <a:rPr lang="en-IN" sz="1400" dirty="0"/>
              <a:t>Here I am comparing the </a:t>
            </a:r>
            <a:r>
              <a:rPr lang="en-IN" sz="1400" b="1" dirty="0"/>
              <a:t>average treatment time across departments and hospitals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I am using a </a:t>
            </a:r>
            <a:r>
              <a:rPr lang="en-IN" sz="1400" b="1" dirty="0"/>
              <a:t>highlight table/heatmap</a:t>
            </a:r>
            <a:r>
              <a:rPr lang="en-IN" sz="1400" dirty="0"/>
              <a:t> so that higher and lower treatment times can be identified quickly across the different hospital-department combinations. </a:t>
            </a:r>
          </a:p>
          <a:p>
            <a:r>
              <a:rPr lang="en-IN" sz="1400" b="1" dirty="0"/>
              <a:t>20. Department Summary Table</a:t>
            </a:r>
          </a:p>
          <a:p>
            <a:pPr lvl="0"/>
            <a:r>
              <a:rPr lang="en-IN" sz="1400" dirty="0"/>
              <a:t>Here I am creating a </a:t>
            </a:r>
            <a:r>
              <a:rPr lang="en-IN" sz="1400" b="1" dirty="0"/>
              <a:t>summary table containing the important department-level measures</a:t>
            </a:r>
            <a:r>
              <a:rPr lang="en-IN" sz="1400" dirty="0"/>
              <a:t> in one place. </a:t>
            </a:r>
          </a:p>
          <a:p>
            <a:pPr lvl="0"/>
            <a:r>
              <a:rPr lang="en-IN" sz="1400" dirty="0"/>
              <a:t>This allows me to compare multiple departments using measures such as </a:t>
            </a:r>
            <a:r>
              <a:rPr lang="en-IN" sz="1400" b="1" dirty="0"/>
              <a:t>admissions, discharges, readmission rate, LOS, occupancy, mortality, efficiency score, staffing, budget, and satisfaction</a:t>
            </a:r>
            <a:r>
              <a:rPr lang="en-IN" sz="1400" dirty="0"/>
              <a:t>. </a:t>
            </a:r>
          </a:p>
          <a:p>
            <a:br>
              <a:rPr lang="en-IN" sz="1400" dirty="0"/>
            </a:br>
            <a:endParaRPr lang="en-IN" sz="1400" dirty="0"/>
          </a:p>
          <a:p>
            <a:r>
              <a:rPr lang="en-IN" sz="1400" b="1" dirty="0">
                <a:highlight>
                  <a:srgbClr val="FFFF00"/>
                </a:highlight>
              </a:rPr>
              <a:t>4. Overall Purpose</a:t>
            </a:r>
          </a:p>
          <a:p>
            <a:pPr lvl="0"/>
            <a:r>
              <a:rPr lang="en-IN" sz="1400" dirty="0"/>
              <a:t>Here I am designing the </a:t>
            </a:r>
            <a:r>
              <a:rPr lang="en-IN" sz="1400" b="1" dirty="0"/>
              <a:t>Department Analysis Dashboard</a:t>
            </a:r>
            <a:r>
              <a:rPr lang="en-IN" sz="1400" dirty="0"/>
              <a:t> to compare the performance of individual departments across </a:t>
            </a:r>
            <a:r>
              <a:rPr lang="en-IN" sz="1400" b="1" dirty="0"/>
              <a:t>patient activity, operational efficiency, staffing, bed utilization, patient outcomes, and financial allocation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The dashboard helps me identify </a:t>
            </a:r>
            <a:r>
              <a:rPr lang="en-IN" sz="1400" b="1" dirty="0"/>
              <a:t>high- and low-performing departments, capacity or staffing gaps, target deviations, and areas where operational improvements may be required</a:t>
            </a:r>
            <a:r>
              <a:rPr lang="en-IN" sz="1400" dirty="0"/>
              <a:t>. </a:t>
            </a:r>
          </a:p>
          <a:p>
            <a:pPr lvl="0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407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04EDB-335B-B6B3-CE33-887F25A8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8B37E0-C6C4-0B8F-0580-E46A9D008052}"/>
              </a:ext>
            </a:extLst>
          </p:cNvPr>
          <p:cNvSpPr/>
          <p:nvPr/>
        </p:nvSpPr>
        <p:spPr>
          <a:xfrm>
            <a:off x="111760" y="71120"/>
            <a:ext cx="13279120" cy="8087360"/>
          </a:xfrm>
          <a:prstGeom prst="rect">
            <a:avLst/>
          </a:prstGeom>
          <a:solidFill>
            <a:srgbClr val="F5F7FA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4781EF-94AA-43A9-1DD8-7E71EBBD6CAC}"/>
              </a:ext>
            </a:extLst>
          </p:cNvPr>
          <p:cNvSpPr/>
          <p:nvPr/>
        </p:nvSpPr>
        <p:spPr>
          <a:xfrm>
            <a:off x="170689" y="158496"/>
            <a:ext cx="13128622" cy="934974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6FA73235-7AE0-05BC-A489-74A3F69CC070}"/>
              </a:ext>
            </a:extLst>
          </p:cNvPr>
          <p:cNvSpPr/>
          <p:nvPr/>
        </p:nvSpPr>
        <p:spPr>
          <a:xfrm>
            <a:off x="5766856" y="1172972"/>
            <a:ext cx="2168804" cy="363246"/>
          </a:xfrm>
          <a:prstGeom prst="round2SameRect">
            <a:avLst/>
          </a:prstGeom>
          <a:solidFill>
            <a:srgbClr val="DCE6F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F2D52"/>
                </a:solidFill>
              </a:rPr>
              <a:t>RESOURCES UTILIZATION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C9A2F0-CB97-935C-9C76-8D0ECBEAAF2F}"/>
              </a:ext>
            </a:extLst>
          </p:cNvPr>
          <p:cNvSpPr/>
          <p:nvPr/>
        </p:nvSpPr>
        <p:spPr>
          <a:xfrm>
            <a:off x="208280" y="1172972"/>
            <a:ext cx="1617980" cy="2661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HOSPITAL 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B137E8-9243-62C8-BD4D-D0BD58B1255B}"/>
              </a:ext>
            </a:extLst>
          </p:cNvPr>
          <p:cNvSpPr/>
          <p:nvPr/>
        </p:nvSpPr>
        <p:spPr>
          <a:xfrm>
            <a:off x="1904680" y="1172972"/>
            <a:ext cx="1651665" cy="262446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PATIENT FLOW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DE0405-4AEF-EC16-8E9C-8774E2CA2417}"/>
              </a:ext>
            </a:extLst>
          </p:cNvPr>
          <p:cNvSpPr/>
          <p:nvPr/>
        </p:nvSpPr>
        <p:spPr>
          <a:xfrm>
            <a:off x="3613560" y="1172972"/>
            <a:ext cx="2065020" cy="2661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DEPARTMENT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66E7D-A3EF-E79C-FAC7-548192425B26}"/>
              </a:ext>
            </a:extLst>
          </p:cNvPr>
          <p:cNvSpPr txBox="1"/>
          <p:nvPr/>
        </p:nvSpPr>
        <p:spPr>
          <a:xfrm>
            <a:off x="991837" y="289721"/>
            <a:ext cx="3865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chemeClr val="bg1"/>
                </a:solidFill>
              </a:rPr>
              <a:t>MedTrack_DV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56670F-5184-248C-78FE-8547A9EFFBD8}"/>
              </a:ext>
            </a:extLst>
          </p:cNvPr>
          <p:cNvSpPr txBox="1"/>
          <p:nvPr/>
        </p:nvSpPr>
        <p:spPr>
          <a:xfrm>
            <a:off x="991837" y="666567"/>
            <a:ext cx="4353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Hospital Operational &amp; Patient </a:t>
            </a:r>
            <a:r>
              <a:rPr lang="en-IN" sz="1400" b="1" dirty="0" err="1">
                <a:solidFill>
                  <a:schemeClr val="bg1"/>
                </a:solidFill>
              </a:rPr>
              <a:t>Analystics</a:t>
            </a:r>
            <a:r>
              <a:rPr lang="en-IN" sz="1400" b="1" dirty="0">
                <a:solidFill>
                  <a:schemeClr val="bg1"/>
                </a:solidFill>
              </a:rPr>
              <a:t> </a:t>
            </a:r>
            <a:r>
              <a:rPr lang="en-IN" sz="1400" b="1" dirty="0" err="1">
                <a:solidFill>
                  <a:schemeClr val="bg1"/>
                </a:solidFill>
              </a:rPr>
              <a:t>DashBoard</a:t>
            </a:r>
            <a:endParaRPr lang="en-IN" sz="1400" b="1" dirty="0">
              <a:solidFill>
                <a:schemeClr val="bg1"/>
              </a:solidFill>
            </a:endParaRPr>
          </a:p>
        </p:txBody>
      </p:sp>
      <p:pic>
        <p:nvPicPr>
          <p:cNvPr id="18" name="Graphic 17" descr="Medical outline">
            <a:extLst>
              <a:ext uri="{FF2B5EF4-FFF2-40B4-BE49-F238E27FC236}">
                <a16:creationId xmlns:a16="http://schemas.microsoft.com/office/drawing/2014/main" id="{EE661159-E579-B456-DDB0-81E87ACDEF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280" y="213824"/>
            <a:ext cx="833247" cy="833247"/>
          </a:xfrm>
          <a:prstGeom prst="rect">
            <a:avLst/>
          </a:prstGeom>
        </p:spPr>
      </p:pic>
      <p:pic>
        <p:nvPicPr>
          <p:cNvPr id="20" name="Graphic 19" descr="Filter with solid fill">
            <a:extLst>
              <a:ext uri="{FF2B5EF4-FFF2-40B4-BE49-F238E27FC236}">
                <a16:creationId xmlns:a16="http://schemas.microsoft.com/office/drawing/2014/main" id="{1F2D521E-8DE5-3803-1893-C344D4D443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58038" y="372186"/>
            <a:ext cx="484133" cy="484133"/>
          </a:xfrm>
          <a:prstGeom prst="rect">
            <a:avLst/>
          </a:prstGeom>
        </p:spPr>
      </p:pic>
      <p:pic>
        <p:nvPicPr>
          <p:cNvPr id="22" name="Graphic 21" descr="Information with solid fill">
            <a:extLst>
              <a:ext uri="{FF2B5EF4-FFF2-40B4-BE49-F238E27FC236}">
                <a16:creationId xmlns:a16="http://schemas.microsoft.com/office/drawing/2014/main" id="{4BE6CB4B-FF2A-31AD-1FE3-321A899CF7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59280" y="366457"/>
            <a:ext cx="484133" cy="484133"/>
          </a:xfrm>
          <a:prstGeom prst="rect">
            <a:avLst/>
          </a:prstGeom>
        </p:spPr>
      </p:pic>
      <p:pic>
        <p:nvPicPr>
          <p:cNvPr id="24" name="Graphic 23" descr="Work from home Wi-Fi with solid fill">
            <a:extLst>
              <a:ext uri="{FF2B5EF4-FFF2-40B4-BE49-F238E27FC236}">
                <a16:creationId xmlns:a16="http://schemas.microsoft.com/office/drawing/2014/main" id="{3706346A-3519-B37F-317C-C8A818B0D9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8560" y="363113"/>
            <a:ext cx="484133" cy="4841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6CECCE0-FACA-95D1-F199-115C6BA032F2}"/>
              </a:ext>
            </a:extLst>
          </p:cNvPr>
          <p:cNvSpPr txBox="1"/>
          <p:nvPr/>
        </p:nvSpPr>
        <p:spPr>
          <a:xfrm>
            <a:off x="11306255" y="805763"/>
            <a:ext cx="5437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DC75D0-ECB9-E1D8-0EB2-65BDE63FFBA9}"/>
              </a:ext>
            </a:extLst>
          </p:cNvPr>
          <p:cNvSpPr txBox="1"/>
          <p:nvPr/>
        </p:nvSpPr>
        <p:spPr>
          <a:xfrm>
            <a:off x="11908923" y="795302"/>
            <a:ext cx="5886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ABOUT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682CE2-DE3A-25CB-559D-1CE17F73E969}"/>
              </a:ext>
            </a:extLst>
          </p:cNvPr>
          <p:cNvSpPr txBox="1"/>
          <p:nvPr/>
        </p:nvSpPr>
        <p:spPr>
          <a:xfrm>
            <a:off x="12493770" y="780923"/>
            <a:ext cx="6126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FILTERS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4C290CB-0562-15C7-61EC-F563BE7AA29F}"/>
              </a:ext>
            </a:extLst>
          </p:cNvPr>
          <p:cNvSpPr/>
          <p:nvPr/>
        </p:nvSpPr>
        <p:spPr>
          <a:xfrm>
            <a:off x="430805" y="161399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40B4FD-BB24-338B-F6B8-6E9ADFBB50A3}"/>
              </a:ext>
            </a:extLst>
          </p:cNvPr>
          <p:cNvSpPr txBox="1"/>
          <p:nvPr/>
        </p:nvSpPr>
        <p:spPr>
          <a:xfrm>
            <a:off x="506496" y="1670214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TOT AVAIL RESOURCES UNITS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19B850-C42F-F3F4-BABE-040AB587B05F}"/>
              </a:ext>
            </a:extLst>
          </p:cNvPr>
          <p:cNvSpPr txBox="1"/>
          <p:nvPr/>
        </p:nvSpPr>
        <p:spPr>
          <a:xfrm>
            <a:off x="506496" y="1805572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dirty="0"/>
              <a:t>24,580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C77B78-12C6-A604-EC9C-12D25F3A1AB7}"/>
              </a:ext>
            </a:extLst>
          </p:cNvPr>
          <p:cNvSpPr txBox="1"/>
          <p:nvPr/>
        </p:nvSpPr>
        <p:spPr>
          <a:xfrm>
            <a:off x="496128" y="2143137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A838B90B-18F8-01D1-FD07-852B2FF91378}"/>
              </a:ext>
            </a:extLst>
          </p:cNvPr>
          <p:cNvSpPr/>
          <p:nvPr/>
        </p:nvSpPr>
        <p:spPr>
          <a:xfrm>
            <a:off x="2551859" y="162172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6ED39C0-2A35-2FC9-75B1-B68881798280}"/>
              </a:ext>
            </a:extLst>
          </p:cNvPr>
          <p:cNvSpPr txBox="1"/>
          <p:nvPr/>
        </p:nvSpPr>
        <p:spPr>
          <a:xfrm>
            <a:off x="2627550" y="1677944"/>
            <a:ext cx="172115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sz="900" dirty="0"/>
              <a:t>OVERALL UTILIZATION  %</a:t>
            </a:r>
            <a:endParaRPr sz="9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9302B8F-48C6-313D-89B6-6FE8C67EA354}"/>
              </a:ext>
            </a:extLst>
          </p:cNvPr>
          <p:cNvSpPr txBox="1"/>
          <p:nvPr/>
        </p:nvSpPr>
        <p:spPr>
          <a:xfrm>
            <a:off x="2627550" y="1887654"/>
            <a:ext cx="124870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sz="1600" dirty="0" err="1"/>
              <a:t>Xx</a:t>
            </a:r>
            <a:r>
              <a:rPr lang="en-IN" sz="1600" dirty="0"/>
              <a:t> %</a:t>
            </a:r>
            <a:endParaRPr sz="16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DEA5B7D-0376-BAAF-8D64-0B9C440ABFF1}"/>
              </a:ext>
            </a:extLst>
          </p:cNvPr>
          <p:cNvSpPr txBox="1"/>
          <p:nvPr/>
        </p:nvSpPr>
        <p:spPr>
          <a:xfrm>
            <a:off x="2617182" y="2150867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6D2EB941-4D55-298B-C04B-DA2E6A54F35B}"/>
              </a:ext>
            </a:extLst>
          </p:cNvPr>
          <p:cNvSpPr/>
          <p:nvPr/>
        </p:nvSpPr>
        <p:spPr>
          <a:xfrm>
            <a:off x="4698533" y="1615770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330BDFD-408E-AACA-8811-51E014F0EC03}"/>
              </a:ext>
            </a:extLst>
          </p:cNvPr>
          <p:cNvSpPr txBox="1"/>
          <p:nvPr/>
        </p:nvSpPr>
        <p:spPr>
          <a:xfrm>
            <a:off x="4774224" y="1671987"/>
            <a:ext cx="143690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SHORTAGE UNITS </a:t>
            </a:r>
            <a:endParaRPr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ACA927D-5D51-D980-4B19-A583C05F15DE}"/>
              </a:ext>
            </a:extLst>
          </p:cNvPr>
          <p:cNvSpPr txBox="1"/>
          <p:nvPr/>
        </p:nvSpPr>
        <p:spPr>
          <a:xfrm>
            <a:off x="4774224" y="1866308"/>
            <a:ext cx="92606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XXXX</a:t>
            </a:r>
            <a:endParaRPr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FAB076-5C68-6015-D5E5-4A071C193CEF}"/>
              </a:ext>
            </a:extLst>
          </p:cNvPr>
          <p:cNvSpPr txBox="1"/>
          <p:nvPr/>
        </p:nvSpPr>
        <p:spPr>
          <a:xfrm>
            <a:off x="4763856" y="2144910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E16B43D-D368-82D6-2C86-03048E40EBF8}"/>
              </a:ext>
            </a:extLst>
          </p:cNvPr>
          <p:cNvSpPr/>
          <p:nvPr/>
        </p:nvSpPr>
        <p:spPr>
          <a:xfrm>
            <a:off x="6832642" y="1621727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B096B20-6F30-5764-9E92-42C018C801E8}"/>
              </a:ext>
            </a:extLst>
          </p:cNvPr>
          <p:cNvSpPr txBox="1"/>
          <p:nvPr/>
        </p:nvSpPr>
        <p:spPr>
          <a:xfrm>
            <a:off x="6908332" y="1677944"/>
            <a:ext cx="200997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AVG EQUIPMENT DOWN  TIME</a:t>
            </a:r>
            <a:endParaRPr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DC2671-7C93-849B-24A5-C3ED3135940A}"/>
              </a:ext>
            </a:extLst>
          </p:cNvPr>
          <p:cNvSpPr txBox="1"/>
          <p:nvPr/>
        </p:nvSpPr>
        <p:spPr>
          <a:xfrm>
            <a:off x="6908333" y="1872265"/>
            <a:ext cx="70083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 %</a:t>
            </a:r>
            <a:endParaRPr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7E83381-76EC-B0C6-6CB3-63CEE061A4C9}"/>
              </a:ext>
            </a:extLst>
          </p:cNvPr>
          <p:cNvSpPr txBox="1"/>
          <p:nvPr/>
        </p:nvSpPr>
        <p:spPr>
          <a:xfrm>
            <a:off x="6897965" y="2150867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DB86FC8D-6FD2-451A-925F-C0A60294F301}"/>
              </a:ext>
            </a:extLst>
          </p:cNvPr>
          <p:cNvSpPr/>
          <p:nvPr/>
        </p:nvSpPr>
        <p:spPr>
          <a:xfrm>
            <a:off x="8957840" y="1608582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970C34F-DDD6-A4EA-7046-BFF2E5AD6798}"/>
              </a:ext>
            </a:extLst>
          </p:cNvPr>
          <p:cNvSpPr txBox="1"/>
          <p:nvPr/>
        </p:nvSpPr>
        <p:spPr>
          <a:xfrm>
            <a:off x="9033531" y="1664799"/>
            <a:ext cx="189868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OVERTIME HR’S BY STAFF</a:t>
            </a:r>
            <a:endParaRPr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4B71EFF-84CC-ABAA-9E39-98FA4DED17F8}"/>
              </a:ext>
            </a:extLst>
          </p:cNvPr>
          <p:cNvSpPr txBox="1"/>
          <p:nvPr/>
        </p:nvSpPr>
        <p:spPr>
          <a:xfrm>
            <a:off x="9033531" y="1889898"/>
            <a:ext cx="161643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sz="1400" dirty="0"/>
              <a:t>XX</a:t>
            </a:r>
            <a:endParaRPr sz="14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6234EBE-AAFE-0E07-BDC9-C51A4E242455}"/>
              </a:ext>
            </a:extLst>
          </p:cNvPr>
          <p:cNvSpPr txBox="1"/>
          <p:nvPr/>
        </p:nvSpPr>
        <p:spPr>
          <a:xfrm>
            <a:off x="9023163" y="2137722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4A922476-5396-7686-5379-B7A498C86694}"/>
              </a:ext>
            </a:extLst>
          </p:cNvPr>
          <p:cNvSpPr/>
          <p:nvPr/>
        </p:nvSpPr>
        <p:spPr>
          <a:xfrm>
            <a:off x="11091949" y="1601541"/>
            <a:ext cx="2022602" cy="1493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DD6ACBD-BC46-53F9-B38A-072499685F7C}"/>
              </a:ext>
            </a:extLst>
          </p:cNvPr>
          <p:cNvSpPr txBox="1"/>
          <p:nvPr/>
        </p:nvSpPr>
        <p:spPr>
          <a:xfrm>
            <a:off x="11167640" y="1657758"/>
            <a:ext cx="195311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AVG RESPONSE_T BY EQUIPMENT</a:t>
            </a:r>
            <a:endParaRPr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9DE76A0-1626-3BD6-C740-04559C9041D4}"/>
              </a:ext>
            </a:extLst>
          </p:cNvPr>
          <p:cNvSpPr txBox="1"/>
          <p:nvPr/>
        </p:nvSpPr>
        <p:spPr>
          <a:xfrm>
            <a:off x="11167640" y="1793116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Xx</a:t>
            </a:r>
            <a:r>
              <a:rPr lang="en-IN" dirty="0"/>
              <a:t> %</a:t>
            </a:r>
            <a:endParaRPr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FA497E5-887B-9B88-A567-725565668828}"/>
              </a:ext>
            </a:extLst>
          </p:cNvPr>
          <p:cNvSpPr txBox="1"/>
          <p:nvPr/>
        </p:nvSpPr>
        <p:spPr>
          <a:xfrm>
            <a:off x="11157272" y="2110135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20845EDB-B494-0875-2AAB-6D820E957865}"/>
              </a:ext>
            </a:extLst>
          </p:cNvPr>
          <p:cNvSpPr/>
          <p:nvPr/>
        </p:nvSpPr>
        <p:spPr>
          <a:xfrm>
            <a:off x="430804" y="3218847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6E91F613-B6D1-93E4-6C9E-CC062E586D0F}"/>
              </a:ext>
            </a:extLst>
          </p:cNvPr>
          <p:cNvSpPr/>
          <p:nvPr/>
        </p:nvSpPr>
        <p:spPr>
          <a:xfrm>
            <a:off x="3608412" y="3234334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55262CB3-6AA1-8F5F-FDC2-16B25B622215}"/>
              </a:ext>
            </a:extLst>
          </p:cNvPr>
          <p:cNvSpPr/>
          <p:nvPr/>
        </p:nvSpPr>
        <p:spPr>
          <a:xfrm>
            <a:off x="6791263" y="3218847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1BDB1FBD-5940-221E-5E84-6938E5AD5F65}"/>
              </a:ext>
            </a:extLst>
          </p:cNvPr>
          <p:cNvSpPr/>
          <p:nvPr/>
        </p:nvSpPr>
        <p:spPr>
          <a:xfrm>
            <a:off x="9965082" y="321884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892482E-3420-4945-5590-4C6C105364BD}"/>
              </a:ext>
            </a:extLst>
          </p:cNvPr>
          <p:cNvSpPr txBox="1"/>
          <p:nvPr/>
        </p:nvSpPr>
        <p:spPr>
          <a:xfrm>
            <a:off x="937879" y="3233682"/>
            <a:ext cx="225918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RESOURCE TYPE UTILIZATION </a:t>
            </a:r>
            <a:endParaRPr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6674A45-DF44-5CFB-57A6-25A4E8A40DFC}"/>
              </a:ext>
            </a:extLst>
          </p:cNvPr>
          <p:cNvSpPr txBox="1"/>
          <p:nvPr/>
        </p:nvSpPr>
        <p:spPr>
          <a:xfrm>
            <a:off x="1381683" y="5178453"/>
            <a:ext cx="1144843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RESOURCE TYPE</a:t>
            </a:r>
            <a:endParaRPr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FE82C88-8ECB-772F-0831-8BE49D4E5D97}"/>
              </a:ext>
            </a:extLst>
          </p:cNvPr>
          <p:cNvSpPr txBox="1"/>
          <p:nvPr/>
        </p:nvSpPr>
        <p:spPr>
          <a:xfrm rot="16200000">
            <a:off x="-361767" y="4105337"/>
            <a:ext cx="195895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UTILICATION UNIT COUNT</a:t>
            </a:r>
            <a:endParaRPr dirty="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170F6F56-FB54-2F3A-4624-73E3F957403B}"/>
              </a:ext>
            </a:extLst>
          </p:cNvPr>
          <p:cNvSpPr txBox="1"/>
          <p:nvPr/>
        </p:nvSpPr>
        <p:spPr>
          <a:xfrm>
            <a:off x="4338464" y="3275714"/>
            <a:ext cx="204504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RESOURCE CONDIATION BY UNITS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06CEC640-FC9E-A6E6-0719-D3C0D693F966}"/>
              </a:ext>
            </a:extLst>
          </p:cNvPr>
          <p:cNvSpPr txBox="1"/>
          <p:nvPr/>
        </p:nvSpPr>
        <p:spPr>
          <a:xfrm>
            <a:off x="4584039" y="5187815"/>
            <a:ext cx="182464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RESOURCE CONDTIONS</a:t>
            </a:r>
            <a:endParaRPr dirty="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29B6EA50-471B-031A-EAC4-36CF4EAA8C75}"/>
              </a:ext>
            </a:extLst>
          </p:cNvPr>
          <p:cNvSpPr txBox="1"/>
          <p:nvPr/>
        </p:nvSpPr>
        <p:spPr>
          <a:xfrm rot="16200000">
            <a:off x="3101421" y="4008517"/>
            <a:ext cx="131883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UTILIZATION COUNT</a:t>
            </a:r>
            <a:endParaRPr dirty="0"/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0C5293A1-2A69-0728-1025-B23ABD661286}"/>
              </a:ext>
            </a:extLst>
          </p:cNvPr>
          <p:cNvSpPr txBox="1"/>
          <p:nvPr/>
        </p:nvSpPr>
        <p:spPr>
          <a:xfrm>
            <a:off x="7497200" y="3211785"/>
            <a:ext cx="213992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DEPT EFFICIENCY SCORE RANKING</a:t>
            </a:r>
            <a:endParaRPr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6C4BCA0F-8B97-1FBF-AA20-38820519FC40}"/>
              </a:ext>
            </a:extLst>
          </p:cNvPr>
          <p:cNvSpPr txBox="1"/>
          <p:nvPr/>
        </p:nvSpPr>
        <p:spPr>
          <a:xfrm>
            <a:off x="7912464" y="5143028"/>
            <a:ext cx="110029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DEPARTMENTS</a:t>
            </a:r>
            <a:endParaRPr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9B66448B-A0F9-9BA6-190F-AEF0391B6149}"/>
              </a:ext>
            </a:extLst>
          </p:cNvPr>
          <p:cNvSpPr txBox="1"/>
          <p:nvPr/>
        </p:nvSpPr>
        <p:spPr>
          <a:xfrm rot="16200000">
            <a:off x="6191698" y="4050866"/>
            <a:ext cx="1570507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EQUIPMENT IDAL CONT</a:t>
            </a:r>
            <a:endParaRPr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FFCFF6BC-CD96-4187-34F2-1A50F04D1FFC}"/>
              </a:ext>
            </a:extLst>
          </p:cNvPr>
          <p:cNvSpPr txBox="1"/>
          <p:nvPr/>
        </p:nvSpPr>
        <p:spPr>
          <a:xfrm>
            <a:off x="10836089" y="3241277"/>
            <a:ext cx="180861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CAPACITY  vs  UTILIZATION</a:t>
            </a:r>
            <a:endParaRPr dirty="0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FB05EB97-5E63-8B70-DD36-07BF7EAE25F8}"/>
              </a:ext>
            </a:extLst>
          </p:cNvPr>
          <p:cNvSpPr txBox="1"/>
          <p:nvPr/>
        </p:nvSpPr>
        <p:spPr>
          <a:xfrm>
            <a:off x="11197155" y="5200229"/>
            <a:ext cx="114646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MONTHS</a:t>
            </a:r>
            <a:endParaRPr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3A5CA76B-B3F6-F81A-0637-9362E8CEAA39}"/>
              </a:ext>
            </a:extLst>
          </p:cNvPr>
          <p:cNvSpPr txBox="1"/>
          <p:nvPr/>
        </p:nvSpPr>
        <p:spPr>
          <a:xfrm rot="16200000">
            <a:off x="9682238" y="3945953"/>
            <a:ext cx="102137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UNITS COUNT</a:t>
            </a:r>
            <a:endParaRPr dirty="0"/>
          </a:p>
        </p:txBody>
      </p:sp>
      <p:sp>
        <p:nvSpPr>
          <p:cNvPr id="329" name="Rectangle: Rounded Corners 328">
            <a:extLst>
              <a:ext uri="{FF2B5EF4-FFF2-40B4-BE49-F238E27FC236}">
                <a16:creationId xmlns:a16="http://schemas.microsoft.com/office/drawing/2014/main" id="{33031EA5-9AF0-F963-21B6-61319F784B05}"/>
              </a:ext>
            </a:extLst>
          </p:cNvPr>
          <p:cNvSpPr/>
          <p:nvPr/>
        </p:nvSpPr>
        <p:spPr>
          <a:xfrm>
            <a:off x="430804" y="556118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D7E15B35-38E1-A2DA-207F-296A5980CEB6}"/>
              </a:ext>
            </a:extLst>
          </p:cNvPr>
          <p:cNvSpPr txBox="1"/>
          <p:nvPr/>
        </p:nvSpPr>
        <p:spPr>
          <a:xfrm>
            <a:off x="1035360" y="5600782"/>
            <a:ext cx="252098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CAPACITY vs DEMAND STAFF</a:t>
            </a:r>
            <a:endParaRPr dirty="0"/>
          </a:p>
        </p:txBody>
      </p:sp>
      <p:sp>
        <p:nvSpPr>
          <p:cNvPr id="366" name="Rectangle: Rounded Corners 365">
            <a:extLst>
              <a:ext uri="{FF2B5EF4-FFF2-40B4-BE49-F238E27FC236}">
                <a16:creationId xmlns:a16="http://schemas.microsoft.com/office/drawing/2014/main" id="{973F14A8-910C-AE05-B057-66EF7B6B6664}"/>
              </a:ext>
            </a:extLst>
          </p:cNvPr>
          <p:cNvSpPr/>
          <p:nvPr/>
        </p:nvSpPr>
        <p:spPr>
          <a:xfrm>
            <a:off x="3613560" y="5550852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94F1EE51-07D6-091D-B60C-7BC935F621F9}"/>
              </a:ext>
            </a:extLst>
          </p:cNvPr>
          <p:cNvSpPr txBox="1"/>
          <p:nvPr/>
        </p:nvSpPr>
        <p:spPr>
          <a:xfrm>
            <a:off x="4213092" y="5584430"/>
            <a:ext cx="185659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SHORTAGE RESOURCE BY DEPT</a:t>
            </a:r>
            <a:endParaRPr dirty="0"/>
          </a:p>
        </p:txBody>
      </p:sp>
      <p:sp>
        <p:nvSpPr>
          <p:cNvPr id="403" name="Rectangle: Rounded Corners 402">
            <a:extLst>
              <a:ext uri="{FF2B5EF4-FFF2-40B4-BE49-F238E27FC236}">
                <a16:creationId xmlns:a16="http://schemas.microsoft.com/office/drawing/2014/main" id="{77AE3559-BEA3-6EAC-B015-18F95D2FCADF}"/>
              </a:ext>
            </a:extLst>
          </p:cNvPr>
          <p:cNvSpPr/>
          <p:nvPr/>
        </p:nvSpPr>
        <p:spPr>
          <a:xfrm>
            <a:off x="6791406" y="556118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0DDA5082-67D2-B9A0-42BC-3DB5EED0F015}"/>
              </a:ext>
            </a:extLst>
          </p:cNvPr>
          <p:cNvSpPr txBox="1"/>
          <p:nvPr/>
        </p:nvSpPr>
        <p:spPr>
          <a:xfrm>
            <a:off x="7342579" y="5593676"/>
            <a:ext cx="285034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AVG RESPONSE TIME BY RESOUCE TYPE</a:t>
            </a:r>
            <a:endParaRPr dirty="0"/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6FF4D78A-45BE-51D3-1771-F6F7299B5007}"/>
              </a:ext>
            </a:extLst>
          </p:cNvPr>
          <p:cNvSpPr txBox="1"/>
          <p:nvPr/>
        </p:nvSpPr>
        <p:spPr>
          <a:xfrm>
            <a:off x="8076318" y="7561362"/>
            <a:ext cx="118424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RESPONSE TIME </a:t>
            </a:r>
            <a:endParaRPr dirty="0"/>
          </a:p>
        </p:txBody>
      </p:sp>
      <p:sp>
        <p:nvSpPr>
          <p:cNvPr id="440" name="Rectangle: Rounded Corners 439">
            <a:extLst>
              <a:ext uri="{FF2B5EF4-FFF2-40B4-BE49-F238E27FC236}">
                <a16:creationId xmlns:a16="http://schemas.microsoft.com/office/drawing/2014/main" id="{F253702B-150A-DB30-269B-0EE02BEB4ECB}"/>
              </a:ext>
            </a:extLst>
          </p:cNvPr>
          <p:cNvSpPr/>
          <p:nvPr/>
        </p:nvSpPr>
        <p:spPr>
          <a:xfrm>
            <a:off x="9965082" y="5587236"/>
            <a:ext cx="3155676" cy="22310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857D01F-8508-D29F-656F-90C5D199B516}"/>
              </a:ext>
            </a:extLst>
          </p:cNvPr>
          <p:cNvSpPr txBox="1"/>
          <p:nvPr/>
        </p:nvSpPr>
        <p:spPr>
          <a:xfrm>
            <a:off x="10865366" y="5586775"/>
            <a:ext cx="176923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COST USED BY RT AND DEPT’S</a:t>
            </a:r>
            <a:endParaRPr dirty="0"/>
          </a:p>
        </p:txBody>
      </p:sp>
      <p:sp>
        <p:nvSpPr>
          <p:cNvPr id="713" name="TextBox 712">
            <a:extLst>
              <a:ext uri="{FF2B5EF4-FFF2-40B4-BE49-F238E27FC236}">
                <a16:creationId xmlns:a16="http://schemas.microsoft.com/office/drawing/2014/main" id="{FABF3A51-4A23-5220-0572-95A0875B41A1}"/>
              </a:ext>
            </a:extLst>
          </p:cNvPr>
          <p:cNvSpPr txBox="1"/>
          <p:nvPr/>
        </p:nvSpPr>
        <p:spPr>
          <a:xfrm rot="16200000">
            <a:off x="6414144" y="6355054"/>
            <a:ext cx="113406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RESOURCE TYPE</a:t>
            </a:r>
            <a:endParaRPr dirty="0"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A340CDDB-89B7-1D46-1F10-25ACD691A647}"/>
              </a:ext>
            </a:extLst>
          </p:cNvPr>
          <p:cNvSpPr txBox="1"/>
          <p:nvPr/>
        </p:nvSpPr>
        <p:spPr>
          <a:xfrm>
            <a:off x="1572188" y="7572955"/>
            <a:ext cx="109408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MONTHS</a:t>
            </a:r>
            <a:endParaRPr dirty="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C5FE83C3-61E0-AB0D-F913-D7028F74EA8F}"/>
              </a:ext>
            </a:extLst>
          </p:cNvPr>
          <p:cNvSpPr txBox="1"/>
          <p:nvPr/>
        </p:nvSpPr>
        <p:spPr>
          <a:xfrm rot="16200000">
            <a:off x="-89982" y="6381084"/>
            <a:ext cx="131532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OVERALL UTILIZATI</a:t>
            </a: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A80528-EB84-7340-255B-7B6D32C1E99A}"/>
              </a:ext>
            </a:extLst>
          </p:cNvPr>
          <p:cNvCxnSpPr/>
          <p:nvPr/>
        </p:nvCxnSpPr>
        <p:spPr>
          <a:xfrm>
            <a:off x="549286" y="2358616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D15EDF-1010-E970-7040-9FC1AC20FC96}"/>
              </a:ext>
            </a:extLst>
          </p:cNvPr>
          <p:cNvCxnSpPr/>
          <p:nvPr/>
        </p:nvCxnSpPr>
        <p:spPr>
          <a:xfrm>
            <a:off x="2707081" y="2362652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669983-532B-3A3F-2F69-2BEEEBBECAB6}"/>
              </a:ext>
            </a:extLst>
          </p:cNvPr>
          <p:cNvCxnSpPr/>
          <p:nvPr/>
        </p:nvCxnSpPr>
        <p:spPr>
          <a:xfrm>
            <a:off x="4852999" y="2362652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93E578-47A0-39EE-7B37-D8DA3F0934E9}"/>
              </a:ext>
            </a:extLst>
          </p:cNvPr>
          <p:cNvCxnSpPr/>
          <p:nvPr/>
        </p:nvCxnSpPr>
        <p:spPr>
          <a:xfrm>
            <a:off x="6993705" y="2362652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6F181D4-3F54-8766-EAF8-2EFDBBB13AD6}"/>
              </a:ext>
            </a:extLst>
          </p:cNvPr>
          <p:cNvCxnSpPr/>
          <p:nvPr/>
        </p:nvCxnSpPr>
        <p:spPr>
          <a:xfrm>
            <a:off x="9102929" y="2362652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77C8C1-CE0A-B8F3-89B2-66B46A75179E}"/>
              </a:ext>
            </a:extLst>
          </p:cNvPr>
          <p:cNvCxnSpPr/>
          <p:nvPr/>
        </p:nvCxnSpPr>
        <p:spPr>
          <a:xfrm>
            <a:off x="11228215" y="2353543"/>
            <a:ext cx="1754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4193BF0-D1D7-8343-3F16-6A0DB5D6A894}"/>
              </a:ext>
            </a:extLst>
          </p:cNvPr>
          <p:cNvSpPr txBox="1"/>
          <p:nvPr/>
        </p:nvSpPr>
        <p:spPr>
          <a:xfrm>
            <a:off x="483048" y="2374676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RESOURCE O_U_H</a:t>
            </a:r>
            <a:endParaRPr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FBFA06-3A1E-B52A-F09D-48984F5564FD}"/>
              </a:ext>
            </a:extLst>
          </p:cNvPr>
          <p:cNvSpPr txBox="1"/>
          <p:nvPr/>
        </p:nvSpPr>
        <p:spPr>
          <a:xfrm>
            <a:off x="483048" y="2510034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Xx</a:t>
            </a:r>
            <a:r>
              <a:rPr lang="en-IN" dirty="0"/>
              <a:t> %</a:t>
            </a:r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057FB2-ACA8-0BA0-A63A-7B93DB006B0A}"/>
              </a:ext>
            </a:extLst>
          </p:cNvPr>
          <p:cNvSpPr txBox="1"/>
          <p:nvPr/>
        </p:nvSpPr>
        <p:spPr>
          <a:xfrm>
            <a:off x="472680" y="2847599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VS CAPACITY HOURS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A19131-2046-01C1-805C-06854A88CFB3}"/>
              </a:ext>
            </a:extLst>
          </p:cNvPr>
          <p:cNvSpPr txBox="1"/>
          <p:nvPr/>
        </p:nvSpPr>
        <p:spPr>
          <a:xfrm>
            <a:off x="2637918" y="2387051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RESOURCE MH COUNT</a:t>
            </a:r>
            <a:endParaRPr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57F8FB-530B-E328-0684-4BC17301695D}"/>
              </a:ext>
            </a:extLst>
          </p:cNvPr>
          <p:cNvSpPr txBox="1"/>
          <p:nvPr/>
        </p:nvSpPr>
        <p:spPr>
          <a:xfrm>
            <a:off x="2637918" y="2502467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Xx</a:t>
            </a:r>
            <a:r>
              <a:rPr lang="en-IN" dirty="0"/>
              <a:t> value</a:t>
            </a:r>
            <a:endParaRPr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8CFB3A-B430-F598-4364-E1BEEB436ADC}"/>
              </a:ext>
            </a:extLst>
          </p:cNvPr>
          <p:cNvSpPr txBox="1"/>
          <p:nvPr/>
        </p:nvSpPr>
        <p:spPr>
          <a:xfrm>
            <a:off x="2650470" y="2832056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VS REMAINING LEFT COUNT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3BB33730-4E40-E03D-F443-5A25A882876A}"/>
              </a:ext>
            </a:extLst>
          </p:cNvPr>
          <p:cNvSpPr txBox="1"/>
          <p:nvPr/>
        </p:nvSpPr>
        <p:spPr>
          <a:xfrm>
            <a:off x="4767138" y="2355412"/>
            <a:ext cx="17830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STAFF ON DUTY </a:t>
            </a:r>
            <a:endParaRPr dirty="0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CAC6E37A-103A-47EA-3740-17B9305CB5B6}"/>
              </a:ext>
            </a:extLst>
          </p:cNvPr>
          <p:cNvSpPr txBox="1"/>
          <p:nvPr/>
        </p:nvSpPr>
        <p:spPr>
          <a:xfrm>
            <a:off x="4767138" y="2521547"/>
            <a:ext cx="1783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sz="1400" dirty="0"/>
              <a:t> Nurse + Doc’s </a:t>
            </a:r>
            <a:endParaRPr sz="1400" dirty="0"/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99868EBD-0ECD-430A-049C-B7D12A4B6485}"/>
              </a:ext>
            </a:extLst>
          </p:cNvPr>
          <p:cNvSpPr txBox="1"/>
          <p:nvPr/>
        </p:nvSpPr>
        <p:spPr>
          <a:xfrm>
            <a:off x="4767138" y="2815619"/>
            <a:ext cx="132660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750" b="0">
                <a:solidFill>
                  <a:srgbClr val="23965A"/>
                </a:solidFill>
                <a:latin typeface="Aptos"/>
              </a:defRPr>
            </a:pPr>
            <a:r>
              <a:rPr lang="en-IN" dirty="0"/>
              <a:t>PCT% vs LY   ▲ 12.5%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BB37424F-1849-1BE2-1069-8F1862528E29}"/>
              </a:ext>
            </a:extLst>
          </p:cNvPr>
          <p:cNvSpPr txBox="1"/>
          <p:nvPr/>
        </p:nvSpPr>
        <p:spPr>
          <a:xfrm>
            <a:off x="6933144" y="2353632"/>
            <a:ext cx="185940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OVERALL EQUIPMENT IDEL HRS</a:t>
            </a:r>
            <a:endParaRPr dirty="0"/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ACD3465C-FA61-7445-4C2D-449580235B7F}"/>
              </a:ext>
            </a:extLst>
          </p:cNvPr>
          <p:cNvSpPr txBox="1"/>
          <p:nvPr/>
        </p:nvSpPr>
        <p:spPr>
          <a:xfrm>
            <a:off x="6933144" y="2488990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XXXX</a:t>
            </a:r>
            <a:endParaRPr dirty="0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10000AF6-2299-19C6-6F43-00095069CEA9}"/>
              </a:ext>
            </a:extLst>
          </p:cNvPr>
          <p:cNvSpPr txBox="1"/>
          <p:nvPr/>
        </p:nvSpPr>
        <p:spPr>
          <a:xfrm>
            <a:off x="6922776" y="2826555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484C80B5-A691-3017-9A99-B8B538AE2884}"/>
              </a:ext>
            </a:extLst>
          </p:cNvPr>
          <p:cNvSpPr txBox="1"/>
          <p:nvPr/>
        </p:nvSpPr>
        <p:spPr>
          <a:xfrm>
            <a:off x="9063376" y="2359133"/>
            <a:ext cx="1828483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UNITS IN USE </a:t>
            </a:r>
            <a:endParaRPr dirty="0"/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732C47A4-433C-7D1B-2393-01649A14EB00}"/>
              </a:ext>
            </a:extLst>
          </p:cNvPr>
          <p:cNvSpPr txBox="1"/>
          <p:nvPr/>
        </p:nvSpPr>
        <p:spPr>
          <a:xfrm>
            <a:off x="9063377" y="2494491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XXXX</a:t>
            </a:r>
            <a:endParaRPr dirty="0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D4E7BBA9-097E-D5C3-BBAE-51EC3DFF0BDE}"/>
              </a:ext>
            </a:extLst>
          </p:cNvPr>
          <p:cNvSpPr txBox="1"/>
          <p:nvPr/>
        </p:nvSpPr>
        <p:spPr>
          <a:xfrm>
            <a:off x="9053009" y="2832056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04A7F733-36B5-6A52-C1FF-C62D96406A88}"/>
              </a:ext>
            </a:extLst>
          </p:cNvPr>
          <p:cNvSpPr txBox="1"/>
          <p:nvPr/>
        </p:nvSpPr>
        <p:spPr>
          <a:xfrm>
            <a:off x="11167271" y="2343695"/>
            <a:ext cx="2043799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UNIT’S INC PLAN FOR CAPACITY</a:t>
            </a:r>
            <a:endParaRPr dirty="0"/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14ADEEA9-3752-90D8-4FA9-6B4D43AA5DF9}"/>
              </a:ext>
            </a:extLst>
          </p:cNvPr>
          <p:cNvSpPr txBox="1"/>
          <p:nvPr/>
        </p:nvSpPr>
        <p:spPr>
          <a:xfrm>
            <a:off x="11167272" y="2479053"/>
            <a:ext cx="1783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B4887"/>
                </a:solidFill>
                <a:latin typeface="Aptos"/>
              </a:defRPr>
            </a:pPr>
            <a:r>
              <a:rPr lang="en-IN" dirty="0" err="1"/>
              <a:t>Xx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AB22FF33-6077-94C9-3E41-F09778420392}"/>
              </a:ext>
            </a:extLst>
          </p:cNvPr>
          <p:cNvSpPr txBox="1"/>
          <p:nvPr/>
        </p:nvSpPr>
        <p:spPr>
          <a:xfrm>
            <a:off x="11156904" y="2816618"/>
            <a:ext cx="178308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23965A"/>
                </a:solidFill>
                <a:latin typeface="Aptos"/>
              </a:defRPr>
            </a:pPr>
            <a:r>
              <a:rPr dirty="0"/>
              <a:t>PCT% vs LY   ▲ 12.5%</a:t>
            </a:r>
          </a:p>
        </p:txBody>
      </p:sp>
      <p:sp>
        <p:nvSpPr>
          <p:cNvPr id="119" name="Flowchart: Process 118">
            <a:extLst>
              <a:ext uri="{FF2B5EF4-FFF2-40B4-BE49-F238E27FC236}">
                <a16:creationId xmlns:a16="http://schemas.microsoft.com/office/drawing/2014/main" id="{D52A61FA-37C1-B92B-5686-AE314D67FCB9}"/>
              </a:ext>
            </a:extLst>
          </p:cNvPr>
          <p:cNvSpPr/>
          <p:nvPr/>
        </p:nvSpPr>
        <p:spPr>
          <a:xfrm flipV="1">
            <a:off x="868144" y="3633735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5" name="Flowchart: Process 514">
            <a:extLst>
              <a:ext uri="{FF2B5EF4-FFF2-40B4-BE49-F238E27FC236}">
                <a16:creationId xmlns:a16="http://schemas.microsoft.com/office/drawing/2014/main" id="{66756A75-7ADE-85FB-7741-1772078DBAB5}"/>
              </a:ext>
            </a:extLst>
          </p:cNvPr>
          <p:cNvSpPr/>
          <p:nvPr/>
        </p:nvSpPr>
        <p:spPr>
          <a:xfrm flipV="1">
            <a:off x="1175275" y="3773267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7" name="Flowchart: Process 516">
            <a:extLst>
              <a:ext uri="{FF2B5EF4-FFF2-40B4-BE49-F238E27FC236}">
                <a16:creationId xmlns:a16="http://schemas.microsoft.com/office/drawing/2014/main" id="{69CC113F-FAA1-7726-103E-B5CFA06531CA}"/>
              </a:ext>
            </a:extLst>
          </p:cNvPr>
          <p:cNvSpPr/>
          <p:nvPr/>
        </p:nvSpPr>
        <p:spPr>
          <a:xfrm flipV="1">
            <a:off x="1505111" y="3613740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9" name="Flowchart: Process 518">
            <a:extLst>
              <a:ext uri="{FF2B5EF4-FFF2-40B4-BE49-F238E27FC236}">
                <a16:creationId xmlns:a16="http://schemas.microsoft.com/office/drawing/2014/main" id="{798A901D-C1D4-A98D-7FC8-018ECF15A100}"/>
              </a:ext>
            </a:extLst>
          </p:cNvPr>
          <p:cNvSpPr/>
          <p:nvPr/>
        </p:nvSpPr>
        <p:spPr>
          <a:xfrm flipV="1">
            <a:off x="1820035" y="3776987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1" name="Flowchart: Process 520">
            <a:extLst>
              <a:ext uri="{FF2B5EF4-FFF2-40B4-BE49-F238E27FC236}">
                <a16:creationId xmlns:a16="http://schemas.microsoft.com/office/drawing/2014/main" id="{378950DA-5B47-F72B-8674-A22BFBA9A808}"/>
              </a:ext>
            </a:extLst>
          </p:cNvPr>
          <p:cNvSpPr/>
          <p:nvPr/>
        </p:nvSpPr>
        <p:spPr>
          <a:xfrm flipV="1">
            <a:off x="2134796" y="3613507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4" name="Flowchart: Process 523">
            <a:extLst>
              <a:ext uri="{FF2B5EF4-FFF2-40B4-BE49-F238E27FC236}">
                <a16:creationId xmlns:a16="http://schemas.microsoft.com/office/drawing/2014/main" id="{6B534AF9-F1DF-AB4C-64DA-4FBD6AEB1889}"/>
              </a:ext>
            </a:extLst>
          </p:cNvPr>
          <p:cNvSpPr/>
          <p:nvPr/>
        </p:nvSpPr>
        <p:spPr>
          <a:xfrm flipV="1">
            <a:off x="2423413" y="3787471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6" name="Flowchart: Process 525">
            <a:extLst>
              <a:ext uri="{FF2B5EF4-FFF2-40B4-BE49-F238E27FC236}">
                <a16:creationId xmlns:a16="http://schemas.microsoft.com/office/drawing/2014/main" id="{AE3C9838-4380-89CC-DA78-36E1B135E8E0}"/>
              </a:ext>
            </a:extLst>
          </p:cNvPr>
          <p:cNvSpPr/>
          <p:nvPr/>
        </p:nvSpPr>
        <p:spPr>
          <a:xfrm flipV="1">
            <a:off x="2742503" y="3633735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1" name="Flowchart: Process 530">
            <a:extLst>
              <a:ext uri="{FF2B5EF4-FFF2-40B4-BE49-F238E27FC236}">
                <a16:creationId xmlns:a16="http://schemas.microsoft.com/office/drawing/2014/main" id="{8723CA50-2A6D-5E03-F1EE-D234CD512E9A}"/>
              </a:ext>
            </a:extLst>
          </p:cNvPr>
          <p:cNvSpPr/>
          <p:nvPr/>
        </p:nvSpPr>
        <p:spPr>
          <a:xfrm flipV="1">
            <a:off x="3037195" y="3766881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32" name="Straight Connector 531">
            <a:extLst>
              <a:ext uri="{FF2B5EF4-FFF2-40B4-BE49-F238E27FC236}">
                <a16:creationId xmlns:a16="http://schemas.microsoft.com/office/drawing/2014/main" id="{60B25845-E3AF-0509-5C17-DC1B25F0F0BD}"/>
              </a:ext>
            </a:extLst>
          </p:cNvPr>
          <p:cNvCxnSpPr>
            <a:cxnSpLocks/>
          </p:cNvCxnSpPr>
          <p:nvPr/>
        </p:nvCxnSpPr>
        <p:spPr>
          <a:xfrm>
            <a:off x="753181" y="5096007"/>
            <a:ext cx="2584062" cy="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Flowchart: Process 532">
            <a:extLst>
              <a:ext uri="{FF2B5EF4-FFF2-40B4-BE49-F238E27FC236}">
                <a16:creationId xmlns:a16="http://schemas.microsoft.com/office/drawing/2014/main" id="{7321E71C-EE32-51E7-ED50-FD7D071F4375}"/>
              </a:ext>
            </a:extLst>
          </p:cNvPr>
          <p:cNvSpPr/>
          <p:nvPr/>
        </p:nvSpPr>
        <p:spPr>
          <a:xfrm flipV="1">
            <a:off x="4080211" y="3612280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4" name="Flowchart: Process 533">
            <a:extLst>
              <a:ext uri="{FF2B5EF4-FFF2-40B4-BE49-F238E27FC236}">
                <a16:creationId xmlns:a16="http://schemas.microsoft.com/office/drawing/2014/main" id="{EAE1AAAF-0677-C89B-1031-BA373AC53404}"/>
              </a:ext>
            </a:extLst>
          </p:cNvPr>
          <p:cNvSpPr/>
          <p:nvPr/>
        </p:nvSpPr>
        <p:spPr>
          <a:xfrm flipV="1">
            <a:off x="4387342" y="3751812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5" name="Flowchart: Process 534">
            <a:extLst>
              <a:ext uri="{FF2B5EF4-FFF2-40B4-BE49-F238E27FC236}">
                <a16:creationId xmlns:a16="http://schemas.microsoft.com/office/drawing/2014/main" id="{19EB78E7-F0DA-2CE1-6DB5-9C0A39F950DD}"/>
              </a:ext>
            </a:extLst>
          </p:cNvPr>
          <p:cNvSpPr/>
          <p:nvPr/>
        </p:nvSpPr>
        <p:spPr>
          <a:xfrm flipV="1">
            <a:off x="4717178" y="3592285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6" name="Flowchart: Process 535">
            <a:extLst>
              <a:ext uri="{FF2B5EF4-FFF2-40B4-BE49-F238E27FC236}">
                <a16:creationId xmlns:a16="http://schemas.microsoft.com/office/drawing/2014/main" id="{03DE152A-EDB5-1F37-5741-5B44898B20CA}"/>
              </a:ext>
            </a:extLst>
          </p:cNvPr>
          <p:cNvSpPr/>
          <p:nvPr/>
        </p:nvSpPr>
        <p:spPr>
          <a:xfrm flipV="1">
            <a:off x="5032102" y="3755532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0" name="Flowchart: Process 539">
            <a:extLst>
              <a:ext uri="{FF2B5EF4-FFF2-40B4-BE49-F238E27FC236}">
                <a16:creationId xmlns:a16="http://schemas.microsoft.com/office/drawing/2014/main" id="{54759E4C-8500-0401-EEC3-6B2299BE1ECB}"/>
              </a:ext>
            </a:extLst>
          </p:cNvPr>
          <p:cNvSpPr/>
          <p:nvPr/>
        </p:nvSpPr>
        <p:spPr>
          <a:xfrm flipV="1">
            <a:off x="5346863" y="3592052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1" name="Flowchart: Process 540">
            <a:extLst>
              <a:ext uri="{FF2B5EF4-FFF2-40B4-BE49-F238E27FC236}">
                <a16:creationId xmlns:a16="http://schemas.microsoft.com/office/drawing/2014/main" id="{3F7BEDD6-48E4-7A33-AC58-8FB39F148711}"/>
              </a:ext>
            </a:extLst>
          </p:cNvPr>
          <p:cNvSpPr/>
          <p:nvPr/>
        </p:nvSpPr>
        <p:spPr>
          <a:xfrm flipV="1">
            <a:off x="5635480" y="3766016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2" name="Flowchart: Process 541">
            <a:extLst>
              <a:ext uri="{FF2B5EF4-FFF2-40B4-BE49-F238E27FC236}">
                <a16:creationId xmlns:a16="http://schemas.microsoft.com/office/drawing/2014/main" id="{0CDFF3EE-E381-90CE-4058-4D69F4A1D06D}"/>
              </a:ext>
            </a:extLst>
          </p:cNvPr>
          <p:cNvSpPr/>
          <p:nvPr/>
        </p:nvSpPr>
        <p:spPr>
          <a:xfrm flipV="1">
            <a:off x="5954570" y="3612280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3" name="Flowchart: Process 542">
            <a:extLst>
              <a:ext uri="{FF2B5EF4-FFF2-40B4-BE49-F238E27FC236}">
                <a16:creationId xmlns:a16="http://schemas.microsoft.com/office/drawing/2014/main" id="{90C80FB8-F36D-33BA-8631-1E8FBEEA4D42}"/>
              </a:ext>
            </a:extLst>
          </p:cNvPr>
          <p:cNvSpPr/>
          <p:nvPr/>
        </p:nvSpPr>
        <p:spPr>
          <a:xfrm flipV="1">
            <a:off x="6249262" y="3745426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404AA18D-8D19-EB18-4CDA-6124CAC004BA}"/>
              </a:ext>
            </a:extLst>
          </p:cNvPr>
          <p:cNvCxnSpPr>
            <a:cxnSpLocks/>
          </p:cNvCxnSpPr>
          <p:nvPr/>
        </p:nvCxnSpPr>
        <p:spPr>
          <a:xfrm>
            <a:off x="3965248" y="5074552"/>
            <a:ext cx="2584062" cy="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Flowchart: Process 544">
            <a:extLst>
              <a:ext uri="{FF2B5EF4-FFF2-40B4-BE49-F238E27FC236}">
                <a16:creationId xmlns:a16="http://schemas.microsoft.com/office/drawing/2014/main" id="{2DE9458C-A1EC-7208-F43C-132227C9D701}"/>
              </a:ext>
            </a:extLst>
          </p:cNvPr>
          <p:cNvSpPr/>
          <p:nvPr/>
        </p:nvSpPr>
        <p:spPr>
          <a:xfrm flipV="1">
            <a:off x="7258074" y="3612948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9" name="Flowchart: Process 548">
            <a:extLst>
              <a:ext uri="{FF2B5EF4-FFF2-40B4-BE49-F238E27FC236}">
                <a16:creationId xmlns:a16="http://schemas.microsoft.com/office/drawing/2014/main" id="{05BA6E97-6C84-11B4-3F30-41C60A024CC8}"/>
              </a:ext>
            </a:extLst>
          </p:cNvPr>
          <p:cNvSpPr/>
          <p:nvPr/>
        </p:nvSpPr>
        <p:spPr>
          <a:xfrm flipV="1">
            <a:off x="7565205" y="3752480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0" name="Flowchart: Process 549">
            <a:extLst>
              <a:ext uri="{FF2B5EF4-FFF2-40B4-BE49-F238E27FC236}">
                <a16:creationId xmlns:a16="http://schemas.microsoft.com/office/drawing/2014/main" id="{D4AC77DB-98B1-8D42-8C5E-B5F9F80E277B}"/>
              </a:ext>
            </a:extLst>
          </p:cNvPr>
          <p:cNvSpPr/>
          <p:nvPr/>
        </p:nvSpPr>
        <p:spPr>
          <a:xfrm flipV="1">
            <a:off x="7895041" y="3592953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1" name="Flowchart: Process 550">
            <a:extLst>
              <a:ext uri="{FF2B5EF4-FFF2-40B4-BE49-F238E27FC236}">
                <a16:creationId xmlns:a16="http://schemas.microsoft.com/office/drawing/2014/main" id="{8D48537B-C605-C16A-6087-15206D18C864}"/>
              </a:ext>
            </a:extLst>
          </p:cNvPr>
          <p:cNvSpPr/>
          <p:nvPr/>
        </p:nvSpPr>
        <p:spPr>
          <a:xfrm flipV="1">
            <a:off x="8209965" y="3756200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2" name="Flowchart: Process 551">
            <a:extLst>
              <a:ext uri="{FF2B5EF4-FFF2-40B4-BE49-F238E27FC236}">
                <a16:creationId xmlns:a16="http://schemas.microsoft.com/office/drawing/2014/main" id="{ED036659-2EEC-C63B-0ABF-E304A46C11E3}"/>
              </a:ext>
            </a:extLst>
          </p:cNvPr>
          <p:cNvSpPr/>
          <p:nvPr/>
        </p:nvSpPr>
        <p:spPr>
          <a:xfrm flipV="1">
            <a:off x="8524726" y="3592720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3" name="Flowchart: Process 552">
            <a:extLst>
              <a:ext uri="{FF2B5EF4-FFF2-40B4-BE49-F238E27FC236}">
                <a16:creationId xmlns:a16="http://schemas.microsoft.com/office/drawing/2014/main" id="{CEBAEA8A-259A-1C77-17D4-0110D1EBEABF}"/>
              </a:ext>
            </a:extLst>
          </p:cNvPr>
          <p:cNvSpPr/>
          <p:nvPr/>
        </p:nvSpPr>
        <p:spPr>
          <a:xfrm flipV="1">
            <a:off x="8813343" y="3766684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4" name="Flowchart: Process 553">
            <a:extLst>
              <a:ext uri="{FF2B5EF4-FFF2-40B4-BE49-F238E27FC236}">
                <a16:creationId xmlns:a16="http://schemas.microsoft.com/office/drawing/2014/main" id="{FFFE97B2-0EF7-0DA5-309F-F288BDED192E}"/>
              </a:ext>
            </a:extLst>
          </p:cNvPr>
          <p:cNvSpPr/>
          <p:nvPr/>
        </p:nvSpPr>
        <p:spPr>
          <a:xfrm flipV="1">
            <a:off x="9132433" y="3612948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5" name="Flowchart: Process 554">
            <a:extLst>
              <a:ext uri="{FF2B5EF4-FFF2-40B4-BE49-F238E27FC236}">
                <a16:creationId xmlns:a16="http://schemas.microsoft.com/office/drawing/2014/main" id="{B32A881E-B1F4-4972-658B-5CC6434FF98F}"/>
              </a:ext>
            </a:extLst>
          </p:cNvPr>
          <p:cNvSpPr/>
          <p:nvPr/>
        </p:nvSpPr>
        <p:spPr>
          <a:xfrm flipV="1">
            <a:off x="9427125" y="3746094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6" name="Straight Connector 555">
            <a:extLst>
              <a:ext uri="{FF2B5EF4-FFF2-40B4-BE49-F238E27FC236}">
                <a16:creationId xmlns:a16="http://schemas.microsoft.com/office/drawing/2014/main" id="{8AD9B9A6-BE6A-31C0-E0E4-2B15D6EACF88}"/>
              </a:ext>
            </a:extLst>
          </p:cNvPr>
          <p:cNvCxnSpPr>
            <a:cxnSpLocks/>
          </p:cNvCxnSpPr>
          <p:nvPr/>
        </p:nvCxnSpPr>
        <p:spPr>
          <a:xfrm>
            <a:off x="7143111" y="5075220"/>
            <a:ext cx="2584062" cy="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1" name="Flowchart: Process 560">
            <a:extLst>
              <a:ext uri="{FF2B5EF4-FFF2-40B4-BE49-F238E27FC236}">
                <a16:creationId xmlns:a16="http://schemas.microsoft.com/office/drawing/2014/main" id="{072EC1CE-F25C-2133-A65E-F905A132B265}"/>
              </a:ext>
            </a:extLst>
          </p:cNvPr>
          <p:cNvSpPr/>
          <p:nvPr/>
        </p:nvSpPr>
        <p:spPr>
          <a:xfrm flipV="1">
            <a:off x="10469095" y="3591534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7" name="Flowchart: Process 566">
            <a:extLst>
              <a:ext uri="{FF2B5EF4-FFF2-40B4-BE49-F238E27FC236}">
                <a16:creationId xmlns:a16="http://schemas.microsoft.com/office/drawing/2014/main" id="{00E95C3C-5AF8-692D-B227-75A1C96F2C06}"/>
              </a:ext>
            </a:extLst>
          </p:cNvPr>
          <p:cNvSpPr/>
          <p:nvPr/>
        </p:nvSpPr>
        <p:spPr>
          <a:xfrm flipV="1">
            <a:off x="10731542" y="3741719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9" name="Flowchart: Process 568">
            <a:extLst>
              <a:ext uri="{FF2B5EF4-FFF2-40B4-BE49-F238E27FC236}">
                <a16:creationId xmlns:a16="http://schemas.microsoft.com/office/drawing/2014/main" id="{1F080C7A-3D2C-B4D6-53AE-7B7B1CF6CEF7}"/>
              </a:ext>
            </a:extLst>
          </p:cNvPr>
          <p:cNvSpPr/>
          <p:nvPr/>
        </p:nvSpPr>
        <p:spPr>
          <a:xfrm flipV="1">
            <a:off x="11106062" y="3571539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2" name="Flowchart: Process 571">
            <a:extLst>
              <a:ext uri="{FF2B5EF4-FFF2-40B4-BE49-F238E27FC236}">
                <a16:creationId xmlns:a16="http://schemas.microsoft.com/office/drawing/2014/main" id="{35BCE779-6182-2719-0EB0-AEE317B62DCB}"/>
              </a:ext>
            </a:extLst>
          </p:cNvPr>
          <p:cNvSpPr/>
          <p:nvPr/>
        </p:nvSpPr>
        <p:spPr>
          <a:xfrm flipV="1">
            <a:off x="11352902" y="3734786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5" name="Flowchart: Process 574">
            <a:extLst>
              <a:ext uri="{FF2B5EF4-FFF2-40B4-BE49-F238E27FC236}">
                <a16:creationId xmlns:a16="http://schemas.microsoft.com/office/drawing/2014/main" id="{42FDC463-737A-61B3-6D09-EDDBDEAF8C86}"/>
              </a:ext>
            </a:extLst>
          </p:cNvPr>
          <p:cNvSpPr/>
          <p:nvPr/>
        </p:nvSpPr>
        <p:spPr>
          <a:xfrm flipV="1">
            <a:off x="11735747" y="3571306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Flowchart: Process 130">
            <a:extLst>
              <a:ext uri="{FF2B5EF4-FFF2-40B4-BE49-F238E27FC236}">
                <a16:creationId xmlns:a16="http://schemas.microsoft.com/office/drawing/2014/main" id="{0740C7B7-BE49-8701-D592-E6C15859359F}"/>
              </a:ext>
            </a:extLst>
          </p:cNvPr>
          <p:cNvSpPr/>
          <p:nvPr/>
        </p:nvSpPr>
        <p:spPr>
          <a:xfrm flipV="1">
            <a:off x="11959052" y="3734425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Flowchart: Process 145">
            <a:extLst>
              <a:ext uri="{FF2B5EF4-FFF2-40B4-BE49-F238E27FC236}">
                <a16:creationId xmlns:a16="http://schemas.microsoft.com/office/drawing/2014/main" id="{F3FB032F-6991-1C75-87AE-A9AD7A37D0AE}"/>
              </a:ext>
            </a:extLst>
          </p:cNvPr>
          <p:cNvSpPr/>
          <p:nvPr/>
        </p:nvSpPr>
        <p:spPr>
          <a:xfrm flipV="1">
            <a:off x="12314029" y="3591534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Flowchart: Process 149">
            <a:extLst>
              <a:ext uri="{FF2B5EF4-FFF2-40B4-BE49-F238E27FC236}">
                <a16:creationId xmlns:a16="http://schemas.microsoft.com/office/drawing/2014/main" id="{EA6D0A9B-EBA7-76AC-16A4-1E801D1AACE3}"/>
              </a:ext>
            </a:extLst>
          </p:cNvPr>
          <p:cNvSpPr/>
          <p:nvPr/>
        </p:nvSpPr>
        <p:spPr>
          <a:xfrm flipV="1">
            <a:off x="12562576" y="3747663"/>
            <a:ext cx="231208" cy="1336733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6DF520F0-B708-4B97-14FF-A10A580FB5DC}"/>
              </a:ext>
            </a:extLst>
          </p:cNvPr>
          <p:cNvCxnSpPr>
            <a:cxnSpLocks/>
          </p:cNvCxnSpPr>
          <p:nvPr/>
        </p:nvCxnSpPr>
        <p:spPr>
          <a:xfrm>
            <a:off x="10339629" y="5053812"/>
            <a:ext cx="2584062" cy="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C3B9EC2-014C-0688-E430-18A735F5E5E7}"/>
              </a:ext>
            </a:extLst>
          </p:cNvPr>
          <p:cNvGrpSpPr/>
          <p:nvPr/>
        </p:nvGrpSpPr>
        <p:grpSpPr>
          <a:xfrm>
            <a:off x="10522200" y="5128230"/>
            <a:ext cx="239760" cy="119520"/>
            <a:chOff x="10522200" y="5128230"/>
            <a:chExt cx="239760" cy="11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423BBA5-8DBE-2FB0-43B2-0EE94643371D}"/>
                    </a:ext>
                  </a:extLst>
                </p14:cNvPr>
                <p14:cNvContentPartPr/>
                <p14:nvPr/>
              </p14:nvContentPartPr>
              <p14:xfrm>
                <a:off x="10541280" y="5128230"/>
                <a:ext cx="64800" cy="4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423BBA5-8DBE-2FB0-43B2-0EE9464337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32280" y="5119230"/>
                  <a:ext cx="824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998DBB9-9AD6-AE23-06B9-F61BFC8973EE}"/>
                    </a:ext>
                  </a:extLst>
                </p14:cNvPr>
                <p14:cNvContentPartPr/>
                <p14:nvPr/>
              </p14:nvContentPartPr>
              <p14:xfrm>
                <a:off x="10522200" y="5150910"/>
                <a:ext cx="62280" cy="93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998DBB9-9AD6-AE23-06B9-F61BFC8973E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13560" y="5142270"/>
                  <a:ext cx="79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BA57284-22AC-912C-196E-E049304954C1}"/>
                    </a:ext>
                  </a:extLst>
                </p14:cNvPr>
                <p14:cNvContentPartPr/>
                <p14:nvPr/>
              </p14:nvContentPartPr>
              <p14:xfrm>
                <a:off x="10617240" y="5175750"/>
                <a:ext cx="144720" cy="72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BA57284-22AC-912C-196E-E049304954C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608600" y="5167110"/>
                  <a:ext cx="16236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AEE82EE3-49E1-E2CA-668E-3675E17ECEB5}"/>
              </a:ext>
            </a:extLst>
          </p:cNvPr>
          <p:cNvGrpSpPr/>
          <p:nvPr/>
        </p:nvGrpSpPr>
        <p:grpSpPr>
          <a:xfrm>
            <a:off x="11182080" y="5139030"/>
            <a:ext cx="181440" cy="86760"/>
            <a:chOff x="11182080" y="5139030"/>
            <a:chExt cx="181440" cy="8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4897B10-1FB6-14A2-AE2E-935B1125C59C}"/>
                    </a:ext>
                  </a:extLst>
                </p14:cNvPr>
                <p14:cNvContentPartPr/>
                <p14:nvPr/>
              </p14:nvContentPartPr>
              <p14:xfrm>
                <a:off x="11189640" y="5139030"/>
                <a:ext cx="87840" cy="7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4897B10-1FB6-14A2-AE2E-935B1125C59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181000" y="5130390"/>
                  <a:ext cx="105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7F08903-12D1-30C9-C7F4-7F2E1BC6AAAC}"/>
                    </a:ext>
                  </a:extLst>
                </p14:cNvPr>
                <p14:cNvContentPartPr/>
                <p14:nvPr/>
              </p14:nvContentPartPr>
              <p14:xfrm>
                <a:off x="11189640" y="5150910"/>
                <a:ext cx="14400" cy="644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7F08903-12D1-30C9-C7F4-7F2E1BC6AAA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181000" y="5142270"/>
                  <a:ext cx="32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BB12BEE-38EB-01EE-35AB-4A9D1E25845C}"/>
                    </a:ext>
                  </a:extLst>
                </p14:cNvPr>
                <p14:cNvContentPartPr/>
                <p14:nvPr/>
              </p14:nvContentPartPr>
              <p14:xfrm>
                <a:off x="11182080" y="5181870"/>
                <a:ext cx="38880" cy="15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BB12BEE-38EB-01EE-35AB-4A9D1E25845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73440" y="5173230"/>
                  <a:ext cx="56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FCF03C0-59B8-4435-4CE6-32615B4F897C}"/>
                    </a:ext>
                  </a:extLst>
                </p14:cNvPr>
                <p14:cNvContentPartPr/>
                <p14:nvPr/>
              </p14:nvContentPartPr>
              <p14:xfrm>
                <a:off x="11230680" y="5181150"/>
                <a:ext cx="48240" cy="446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FCF03C0-59B8-4435-4CE6-32615B4F897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222040" y="5172150"/>
                  <a:ext cx="65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D6591C7-9495-12A7-7A3E-352309571993}"/>
                    </a:ext>
                  </a:extLst>
                </p14:cNvPr>
                <p14:cNvContentPartPr/>
                <p14:nvPr/>
              </p14:nvContentPartPr>
              <p14:xfrm>
                <a:off x="11296560" y="5162430"/>
                <a:ext cx="66960" cy="489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D6591C7-9495-12A7-7A3E-35230957199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287560" y="5153430"/>
                  <a:ext cx="8460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87DF5501-9B3B-31F4-A33C-1F1F5A880411}"/>
              </a:ext>
            </a:extLst>
          </p:cNvPr>
          <p:cNvGrpSpPr/>
          <p:nvPr/>
        </p:nvGrpSpPr>
        <p:grpSpPr>
          <a:xfrm>
            <a:off x="11814600" y="5131830"/>
            <a:ext cx="241560" cy="74520"/>
            <a:chOff x="11814600" y="5131830"/>
            <a:chExt cx="241560" cy="7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68FB086-5BE3-8212-1CB7-378684A076ED}"/>
                    </a:ext>
                  </a:extLst>
                </p14:cNvPr>
                <p14:cNvContentPartPr/>
                <p14:nvPr/>
              </p14:nvContentPartPr>
              <p14:xfrm>
                <a:off x="11814600" y="5158470"/>
                <a:ext cx="8280" cy="446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68FB086-5BE3-8212-1CB7-378684A076E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805960" y="5149830"/>
                  <a:ext cx="25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B49A51F8-E69E-3FDF-C907-EB986A4F63F6}"/>
                    </a:ext>
                  </a:extLst>
                </p14:cNvPr>
                <p14:cNvContentPartPr/>
                <p14:nvPr/>
              </p14:nvContentPartPr>
              <p14:xfrm>
                <a:off x="11814600" y="5154510"/>
                <a:ext cx="23760" cy="4320"/>
              </p14:xfrm>
            </p:contentPart>
          </mc:Choice>
          <mc:Fallback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B49A51F8-E69E-3FDF-C907-EB986A4F63F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805960" y="5145870"/>
                  <a:ext cx="414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3E194639-58F2-7815-9473-B6FC5969F8DC}"/>
                    </a:ext>
                  </a:extLst>
                </p14:cNvPr>
                <p14:cNvContentPartPr/>
                <p14:nvPr/>
              </p14:nvContentPartPr>
              <p14:xfrm>
                <a:off x="11843400" y="5131830"/>
                <a:ext cx="24840" cy="3960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3E194639-58F2-7815-9473-B6FC5969F8D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834760" y="5123190"/>
                  <a:ext cx="42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F6C4162B-5EFF-9253-8BB1-D6C96E522A9E}"/>
                    </a:ext>
                  </a:extLst>
                </p14:cNvPr>
                <p14:cNvContentPartPr/>
                <p14:nvPr/>
              </p14:nvContentPartPr>
              <p14:xfrm>
                <a:off x="11871840" y="5139390"/>
                <a:ext cx="25200" cy="64080"/>
              </p14:xfrm>
            </p:contentPart>
          </mc:Choice>
          <mc:Fallback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F6C4162B-5EFF-9253-8BB1-D6C96E522A9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862840" y="5130750"/>
                  <a:ext cx="42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66FDB100-DBB7-CDBF-B5BE-5F176789041B}"/>
                    </a:ext>
                  </a:extLst>
                </p14:cNvPr>
                <p14:cNvContentPartPr/>
                <p14:nvPr/>
              </p14:nvContentPartPr>
              <p14:xfrm>
                <a:off x="11928000" y="5138670"/>
                <a:ext cx="128160" cy="67680"/>
              </p14:xfrm>
            </p:contentPart>
          </mc:Choice>
          <mc:Fallback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66FDB100-DBB7-CDBF-B5BE-5F176789041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919360" y="5130030"/>
                  <a:ext cx="14580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6" name="Group 595">
            <a:extLst>
              <a:ext uri="{FF2B5EF4-FFF2-40B4-BE49-F238E27FC236}">
                <a16:creationId xmlns:a16="http://schemas.microsoft.com/office/drawing/2014/main" id="{65E9A23B-0F12-DED5-3254-E0E3B82B3AA2}"/>
              </a:ext>
            </a:extLst>
          </p:cNvPr>
          <p:cNvGrpSpPr/>
          <p:nvPr/>
        </p:nvGrpSpPr>
        <p:grpSpPr>
          <a:xfrm>
            <a:off x="12371520" y="5109150"/>
            <a:ext cx="235800" cy="156240"/>
            <a:chOff x="12371520" y="5109150"/>
            <a:chExt cx="235800" cy="15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2F58C2EB-8A2A-F918-9633-FDDCA55C1F68}"/>
                    </a:ext>
                  </a:extLst>
                </p14:cNvPr>
                <p14:cNvContentPartPr/>
                <p14:nvPr/>
              </p14:nvContentPartPr>
              <p14:xfrm>
                <a:off x="12371520" y="5135790"/>
                <a:ext cx="41760" cy="84960"/>
              </p14:xfrm>
            </p:contentPart>
          </mc:Choice>
          <mc:Fallback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2F58C2EB-8A2A-F918-9633-FDDCA55C1F6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362520" y="5126790"/>
                  <a:ext cx="59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5DA3AF24-08AA-7D1F-008B-8DA8AAAECE0C}"/>
                    </a:ext>
                  </a:extLst>
                </p14:cNvPr>
                <p14:cNvContentPartPr/>
                <p14:nvPr/>
              </p14:nvContentPartPr>
              <p14:xfrm>
                <a:off x="12412920" y="5154150"/>
                <a:ext cx="36720" cy="63000"/>
              </p14:xfrm>
            </p:contentPart>
          </mc:Choice>
          <mc:Fallback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5DA3AF24-08AA-7D1F-008B-8DA8AAAECE0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2403920" y="5145150"/>
                  <a:ext cx="54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5C4F1653-4A55-58AA-0194-A49DF7D3306A}"/>
                    </a:ext>
                  </a:extLst>
                </p14:cNvPr>
                <p14:cNvContentPartPr/>
                <p14:nvPr/>
              </p14:nvContentPartPr>
              <p14:xfrm>
                <a:off x="12382320" y="5190510"/>
                <a:ext cx="68400" cy="10080"/>
              </p14:xfrm>
            </p:contentPart>
          </mc:Choice>
          <mc:Fallback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5C4F1653-4A55-58AA-0194-A49DF7D3306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373320" y="5181870"/>
                  <a:ext cx="860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2CED0745-7363-1312-2A7F-5111B0CC4F14}"/>
                    </a:ext>
                  </a:extLst>
                </p14:cNvPr>
                <p14:cNvContentPartPr/>
                <p14:nvPr/>
              </p14:nvContentPartPr>
              <p14:xfrm>
                <a:off x="12466200" y="5185110"/>
                <a:ext cx="15840" cy="80280"/>
              </p14:xfrm>
            </p:contentPart>
          </mc:Choice>
          <mc:Fallback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2CED0745-7363-1312-2A7F-5111B0CC4F1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457200" y="5176470"/>
                  <a:ext cx="33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762D0C75-2AE2-142A-34FC-55D9FD90AA89}"/>
                    </a:ext>
                  </a:extLst>
                </p14:cNvPr>
                <p14:cNvContentPartPr/>
                <p14:nvPr/>
              </p14:nvContentPartPr>
              <p14:xfrm>
                <a:off x="12469800" y="5155590"/>
                <a:ext cx="44280" cy="49320"/>
              </p14:xfrm>
            </p:contentPart>
          </mc:Choice>
          <mc:Fallback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762D0C75-2AE2-142A-34FC-55D9FD90AA8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461160" y="5146590"/>
                  <a:ext cx="61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4FC0FDA7-DB90-857F-971D-C30EB2AEB234}"/>
                    </a:ext>
                  </a:extLst>
                </p14:cNvPr>
                <p14:cNvContentPartPr/>
                <p14:nvPr/>
              </p14:nvContentPartPr>
              <p14:xfrm>
                <a:off x="12546120" y="5151630"/>
                <a:ext cx="36000" cy="35280"/>
              </p14:xfrm>
            </p:contentPart>
          </mc:Choice>
          <mc:Fallback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4FC0FDA7-DB90-857F-971D-C30EB2AEB23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2537480" y="5142630"/>
                  <a:ext cx="53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C5242E1B-8A82-FDF6-048D-27DE3931462B}"/>
                    </a:ext>
                  </a:extLst>
                </p14:cNvPr>
                <p14:cNvContentPartPr/>
                <p14:nvPr/>
              </p14:nvContentPartPr>
              <p14:xfrm>
                <a:off x="12606960" y="5169990"/>
                <a:ext cx="360" cy="25560"/>
              </p14:xfrm>
            </p:contentPart>
          </mc:Choice>
          <mc:Fallback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C5242E1B-8A82-FDF6-048D-27DE3931462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2598320" y="5160990"/>
                  <a:ext cx="18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0A4A6654-9CB6-02E0-46B6-309E7D7E33EB}"/>
                    </a:ext>
                  </a:extLst>
                </p14:cNvPr>
                <p14:cNvContentPartPr/>
                <p14:nvPr/>
              </p14:nvContentPartPr>
              <p14:xfrm>
                <a:off x="12588240" y="5109150"/>
                <a:ext cx="360" cy="1080"/>
              </p14:xfrm>
            </p:contentPart>
          </mc:Choice>
          <mc:Fallback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0A4A6654-9CB6-02E0-46B6-309E7D7E33E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2579240" y="5100150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1" name="Group 610">
            <a:extLst>
              <a:ext uri="{FF2B5EF4-FFF2-40B4-BE49-F238E27FC236}">
                <a16:creationId xmlns:a16="http://schemas.microsoft.com/office/drawing/2014/main" id="{03C88478-4453-1232-5011-C3D3C69B89E2}"/>
              </a:ext>
            </a:extLst>
          </p:cNvPr>
          <p:cNvGrpSpPr/>
          <p:nvPr/>
        </p:nvGrpSpPr>
        <p:grpSpPr>
          <a:xfrm>
            <a:off x="10720920" y="3760230"/>
            <a:ext cx="236880" cy="420120"/>
            <a:chOff x="10720920" y="3760230"/>
            <a:chExt cx="23688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D8602C95-778C-7FB0-E1CD-40D2AF9C8C85}"/>
                    </a:ext>
                  </a:extLst>
                </p14:cNvPr>
                <p14:cNvContentPartPr/>
                <p14:nvPr/>
              </p14:nvContentPartPr>
              <p14:xfrm>
                <a:off x="10749000" y="3760230"/>
                <a:ext cx="56160" cy="53280"/>
              </p14:xfrm>
            </p:contentPart>
          </mc:Choice>
          <mc:Fallback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D8602C95-778C-7FB0-E1CD-40D2AF9C8C8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40360" y="3751590"/>
                  <a:ext cx="73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D17A57FE-A739-5061-2DE4-1E7D746CD5CE}"/>
                    </a:ext>
                  </a:extLst>
                </p14:cNvPr>
                <p14:cNvContentPartPr/>
                <p14:nvPr/>
              </p14:nvContentPartPr>
              <p14:xfrm>
                <a:off x="10741800" y="3771750"/>
                <a:ext cx="134640" cy="114840"/>
              </p14:xfrm>
            </p:contentPart>
          </mc:Choice>
          <mc:Fallback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D17A57FE-A739-5061-2DE4-1E7D746CD5C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732800" y="3762750"/>
                  <a:ext cx="152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56A4CFFA-CAAE-B464-A67E-D8321C480538}"/>
                    </a:ext>
                  </a:extLst>
                </p14:cNvPr>
                <p14:cNvContentPartPr/>
                <p14:nvPr/>
              </p14:nvContentPartPr>
              <p14:xfrm>
                <a:off x="10733160" y="3867150"/>
                <a:ext cx="201960" cy="108720"/>
              </p14:xfrm>
            </p:contentPart>
          </mc:Choice>
          <mc:Fallback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56A4CFFA-CAAE-B464-A67E-D8321C48053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24160" y="3858150"/>
                  <a:ext cx="2196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0C342543-DF57-693C-6F16-B6F577B6242E}"/>
                    </a:ext>
                  </a:extLst>
                </p14:cNvPr>
                <p14:cNvContentPartPr/>
                <p14:nvPr/>
              </p14:nvContentPartPr>
              <p14:xfrm>
                <a:off x="10720920" y="3947070"/>
                <a:ext cx="236880" cy="118800"/>
              </p14:xfrm>
            </p:contentPart>
          </mc:Choice>
          <mc:Fallback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0C342543-DF57-693C-6F16-B6F577B6242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711920" y="3938070"/>
                  <a:ext cx="254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1A7772B3-A2FC-B29E-CF49-E31BD1B197D4}"/>
                    </a:ext>
                  </a:extLst>
                </p14:cNvPr>
                <p14:cNvContentPartPr/>
                <p14:nvPr/>
              </p14:nvContentPartPr>
              <p14:xfrm>
                <a:off x="10778880" y="4057590"/>
                <a:ext cx="157320" cy="122760"/>
              </p14:xfrm>
            </p:contentPart>
          </mc:Choice>
          <mc:Fallback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1A7772B3-A2FC-B29E-CF49-E31BD1B197D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769880" y="4048590"/>
                  <a:ext cx="1749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C714E7F2-4885-6FC7-EF92-72C47BC9FBD4}"/>
              </a:ext>
            </a:extLst>
          </p:cNvPr>
          <p:cNvGrpSpPr/>
          <p:nvPr/>
        </p:nvGrpSpPr>
        <p:grpSpPr>
          <a:xfrm>
            <a:off x="10740360" y="4216350"/>
            <a:ext cx="279360" cy="828360"/>
            <a:chOff x="10740360" y="4216350"/>
            <a:chExt cx="279360" cy="82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5E44D9F1-B914-9366-39A1-B3600BF46EF4}"/>
                    </a:ext>
                  </a:extLst>
                </p14:cNvPr>
                <p14:cNvContentPartPr/>
                <p14:nvPr/>
              </p14:nvContentPartPr>
              <p14:xfrm>
                <a:off x="10747920" y="4216350"/>
                <a:ext cx="172440" cy="104400"/>
              </p14:xfrm>
            </p:contentPart>
          </mc:Choice>
          <mc:Fallback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5E44D9F1-B914-9366-39A1-B3600BF46EF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738920" y="4207710"/>
                  <a:ext cx="190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E68F961B-540E-C850-7573-724F5351F662}"/>
                    </a:ext>
                  </a:extLst>
                </p14:cNvPr>
                <p14:cNvContentPartPr/>
                <p14:nvPr/>
              </p14:nvContentPartPr>
              <p14:xfrm>
                <a:off x="10740360" y="4347390"/>
                <a:ext cx="208800" cy="49680"/>
              </p14:xfrm>
            </p:contentPart>
          </mc:Choice>
          <mc:Fallback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E68F961B-540E-C850-7573-724F5351F66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731360" y="4338390"/>
                  <a:ext cx="226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A638B38B-FA73-6E41-080F-6E64C4551C66}"/>
                    </a:ext>
                  </a:extLst>
                </p14:cNvPr>
                <p14:cNvContentPartPr/>
                <p14:nvPr/>
              </p14:nvContentPartPr>
              <p14:xfrm>
                <a:off x="10759440" y="4422270"/>
                <a:ext cx="248760" cy="111600"/>
              </p14:xfrm>
            </p:contentPart>
          </mc:Choice>
          <mc:Fallback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A638B38B-FA73-6E41-080F-6E64C4551C6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50440" y="4413630"/>
                  <a:ext cx="2664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F15568FF-FFA5-E7C8-4245-206E068C98AA}"/>
                    </a:ext>
                  </a:extLst>
                </p14:cNvPr>
                <p14:cNvContentPartPr/>
                <p14:nvPr/>
              </p14:nvContentPartPr>
              <p14:xfrm>
                <a:off x="10773840" y="4559790"/>
                <a:ext cx="201240" cy="88560"/>
              </p14:xfrm>
            </p:contentPart>
          </mc:Choice>
          <mc:Fallback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F15568FF-FFA5-E7C8-4245-206E068C98A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64840" y="4550790"/>
                  <a:ext cx="2188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DD3EE0D2-A5CB-B280-6007-D5C4D57D411F}"/>
                    </a:ext>
                  </a:extLst>
                </p14:cNvPr>
                <p14:cNvContentPartPr/>
                <p14:nvPr/>
              </p14:nvContentPartPr>
              <p14:xfrm>
                <a:off x="10767000" y="4650870"/>
                <a:ext cx="165600" cy="88920"/>
              </p14:xfrm>
            </p:contentPart>
          </mc:Choice>
          <mc:Fallback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DD3EE0D2-A5CB-B280-6007-D5C4D57D411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758000" y="4641870"/>
                  <a:ext cx="1832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5768468A-78E7-7C7B-877F-0630FD9A8325}"/>
                    </a:ext>
                  </a:extLst>
                </p14:cNvPr>
                <p14:cNvContentPartPr/>
                <p14:nvPr/>
              </p14:nvContentPartPr>
              <p14:xfrm>
                <a:off x="10774560" y="4756710"/>
                <a:ext cx="134640" cy="82080"/>
              </p14:xfrm>
            </p:contentPart>
          </mc:Choice>
          <mc:Fallback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5768468A-78E7-7C7B-877F-0630FD9A832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765560" y="4747710"/>
                  <a:ext cx="152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C7F9624-5FFB-56E0-E88E-9ED6BEA9C4F9}"/>
                    </a:ext>
                  </a:extLst>
                </p14:cNvPr>
                <p14:cNvContentPartPr/>
                <p14:nvPr/>
              </p14:nvContentPartPr>
              <p14:xfrm>
                <a:off x="10759440" y="4820070"/>
                <a:ext cx="260280" cy="1216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C7F9624-5FFB-56E0-E88E-9ED6BEA9C4F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750440" y="4811070"/>
                  <a:ext cx="277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5BD4D2B-2811-DFD7-086C-782ADA5AAE42}"/>
                    </a:ext>
                  </a:extLst>
                </p14:cNvPr>
                <p14:cNvContentPartPr/>
                <p14:nvPr/>
              </p14:nvContentPartPr>
              <p14:xfrm>
                <a:off x="10774560" y="4968750"/>
                <a:ext cx="132480" cy="75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5BD4D2B-2811-DFD7-086C-782ADA5AAE4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765560" y="4959750"/>
                  <a:ext cx="15012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9132117D-FAC6-5F56-68AB-DA734E3F9375}"/>
                  </a:ext>
                </a:extLst>
              </p14:cNvPr>
              <p14:cNvContentPartPr/>
              <p14:nvPr/>
            </p14:nvContentPartPr>
            <p14:xfrm>
              <a:off x="11349840" y="3768870"/>
              <a:ext cx="140400" cy="4212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9132117D-FAC6-5F56-68AB-DA734E3F937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340840" y="3759870"/>
                <a:ext cx="1580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B00C3DB8-C9C6-55B5-90A4-A2FC3CDDB046}"/>
                  </a:ext>
                </a:extLst>
              </p14:cNvPr>
              <p14:cNvContentPartPr/>
              <p14:nvPr/>
            </p14:nvContentPartPr>
            <p14:xfrm>
              <a:off x="11349840" y="3784710"/>
              <a:ext cx="182160" cy="10944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B00C3DB8-C9C6-55B5-90A4-A2FC3CDDB04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1340840" y="3775710"/>
                <a:ext cx="199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CD01B29E-492B-715D-9AE9-BE7D79E9243E}"/>
                  </a:ext>
                </a:extLst>
              </p14:cNvPr>
              <p14:cNvContentPartPr/>
              <p14:nvPr/>
            </p14:nvContentPartPr>
            <p14:xfrm>
              <a:off x="11391600" y="3906390"/>
              <a:ext cx="183960" cy="6552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CD01B29E-492B-715D-9AE9-BE7D79E9243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1382960" y="3897390"/>
                <a:ext cx="201600" cy="8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1" name="Group 720">
            <a:extLst>
              <a:ext uri="{FF2B5EF4-FFF2-40B4-BE49-F238E27FC236}">
                <a16:creationId xmlns:a16="http://schemas.microsoft.com/office/drawing/2014/main" id="{A843CE70-F10A-04B2-141A-11D99A9D2DB9}"/>
              </a:ext>
            </a:extLst>
          </p:cNvPr>
          <p:cNvGrpSpPr/>
          <p:nvPr/>
        </p:nvGrpSpPr>
        <p:grpSpPr>
          <a:xfrm>
            <a:off x="11345880" y="3992430"/>
            <a:ext cx="271800" cy="1025640"/>
            <a:chOff x="11345880" y="3992430"/>
            <a:chExt cx="271800" cy="10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2A7A520-6156-EFBC-31F2-6A84E822E015}"/>
                    </a:ext>
                  </a:extLst>
                </p14:cNvPr>
                <p14:cNvContentPartPr/>
                <p14:nvPr/>
              </p14:nvContentPartPr>
              <p14:xfrm>
                <a:off x="11364960" y="3992430"/>
                <a:ext cx="180720" cy="615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2A7A520-6156-EFBC-31F2-6A84E822E01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356320" y="3983430"/>
                  <a:ext cx="198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2CBF20D-4B2B-33B4-8825-FB75741C4087}"/>
                    </a:ext>
                  </a:extLst>
                </p14:cNvPr>
                <p14:cNvContentPartPr/>
                <p14:nvPr/>
              </p14:nvContentPartPr>
              <p14:xfrm>
                <a:off x="11376480" y="4076670"/>
                <a:ext cx="187200" cy="727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2CBF20D-4B2B-33B4-8825-FB75741C408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367480" y="4068030"/>
                  <a:ext cx="204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0EA041F-CF3C-42A2-BCF1-013BF0166A11}"/>
                    </a:ext>
                  </a:extLst>
                </p14:cNvPr>
                <p14:cNvContentPartPr/>
                <p14:nvPr/>
              </p14:nvContentPartPr>
              <p14:xfrm>
                <a:off x="11349840" y="4171710"/>
                <a:ext cx="262800" cy="882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0EA041F-CF3C-42A2-BCF1-013BF0166A1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340840" y="4162710"/>
                  <a:ext cx="280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B4FB225-DE6D-132A-B25E-C703CCEE4C89}"/>
                    </a:ext>
                  </a:extLst>
                </p14:cNvPr>
                <p14:cNvContentPartPr/>
                <p14:nvPr/>
              </p14:nvContentPartPr>
              <p14:xfrm>
                <a:off x="11364960" y="4262790"/>
                <a:ext cx="185040" cy="885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B4FB225-DE6D-132A-B25E-C703CCEE4C8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356320" y="4254150"/>
                  <a:ext cx="202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E3172CAC-53D6-1C5E-80CB-A2FB61318077}"/>
                    </a:ext>
                  </a:extLst>
                </p14:cNvPr>
                <p14:cNvContentPartPr/>
                <p14:nvPr/>
              </p14:nvContentPartPr>
              <p14:xfrm>
                <a:off x="11380440" y="4353510"/>
                <a:ext cx="165600" cy="1008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E3172CAC-53D6-1C5E-80CB-A2FB6131807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371440" y="4344510"/>
                  <a:ext cx="1832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5F5FDA2-A0DE-54AE-B271-74FD1162308B}"/>
                    </a:ext>
                  </a:extLst>
                </p14:cNvPr>
                <p14:cNvContentPartPr/>
                <p14:nvPr/>
              </p14:nvContentPartPr>
              <p14:xfrm>
                <a:off x="11388000" y="4446750"/>
                <a:ext cx="229680" cy="1101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5F5FDA2-A0DE-54AE-B271-74FD1162308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379000" y="4438110"/>
                  <a:ext cx="247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EA6E894A-A60C-B0D4-640B-A758A66D78B1}"/>
                    </a:ext>
                  </a:extLst>
                </p14:cNvPr>
                <p14:cNvContentPartPr/>
                <p14:nvPr/>
              </p14:nvContentPartPr>
              <p14:xfrm>
                <a:off x="11388000" y="4558350"/>
                <a:ext cx="167760" cy="97560"/>
              </p14:xfrm>
            </p:contentPart>
          </mc:Choice>
          <mc:Fallback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EA6E894A-A60C-B0D4-640B-A758A66D78B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379000" y="4549710"/>
                  <a:ext cx="1854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68887E7C-51AD-7C46-F7EA-EF462EEB0963}"/>
                    </a:ext>
                  </a:extLst>
                </p14:cNvPr>
                <p14:cNvContentPartPr/>
                <p14:nvPr/>
              </p14:nvContentPartPr>
              <p14:xfrm>
                <a:off x="11345880" y="4662390"/>
                <a:ext cx="210960" cy="96480"/>
              </p14:xfrm>
            </p:contentPart>
          </mc:Choice>
          <mc:Fallback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68887E7C-51AD-7C46-F7EA-EF462EEB096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337240" y="4653750"/>
                  <a:ext cx="2286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4E725253-A665-AB02-612A-4A991276CC58}"/>
                    </a:ext>
                  </a:extLst>
                </p14:cNvPr>
                <p14:cNvContentPartPr/>
                <p14:nvPr/>
              </p14:nvContentPartPr>
              <p14:xfrm>
                <a:off x="11380440" y="4773270"/>
                <a:ext cx="131400" cy="69480"/>
              </p14:xfrm>
            </p:contentPart>
          </mc:Choice>
          <mc:Fallback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4E725253-A665-AB02-612A-4A991276CC5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371440" y="4764270"/>
                  <a:ext cx="149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6D8B35A9-5685-D0A4-8311-44E9D5C47BC7}"/>
                    </a:ext>
                  </a:extLst>
                </p14:cNvPr>
                <p14:cNvContentPartPr/>
                <p14:nvPr/>
              </p14:nvContentPartPr>
              <p14:xfrm>
                <a:off x="11433720" y="4830870"/>
                <a:ext cx="138600" cy="95760"/>
              </p14:xfrm>
            </p:contentPart>
          </mc:Choice>
          <mc:Fallback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6D8B35A9-5685-D0A4-8311-44E9D5C47BC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424720" y="4822230"/>
                  <a:ext cx="156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A35085A0-2D55-1FCD-CE2F-059406F0E9DC}"/>
                    </a:ext>
                  </a:extLst>
                </p14:cNvPr>
                <p14:cNvContentPartPr/>
                <p14:nvPr/>
              </p14:nvContentPartPr>
              <p14:xfrm>
                <a:off x="11349840" y="4869390"/>
                <a:ext cx="131400" cy="95040"/>
              </p14:xfrm>
            </p:contentPart>
          </mc:Choice>
          <mc:Fallback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A35085A0-2D55-1FCD-CE2F-059406F0E9D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340840" y="4860750"/>
                  <a:ext cx="149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29D53A71-409E-D466-9837-7398C909F0B9}"/>
                    </a:ext>
                  </a:extLst>
                </p14:cNvPr>
                <p14:cNvContentPartPr/>
                <p14:nvPr/>
              </p14:nvContentPartPr>
              <p14:xfrm>
                <a:off x="11357400" y="4903950"/>
                <a:ext cx="221040" cy="114120"/>
              </p14:xfrm>
            </p:contentPart>
          </mc:Choice>
          <mc:Fallback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29D53A71-409E-D466-9837-7398C909F0B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348760" y="4894950"/>
                  <a:ext cx="23868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746" name="Ink 745">
                <a:extLst>
                  <a:ext uri="{FF2B5EF4-FFF2-40B4-BE49-F238E27FC236}">
                    <a16:creationId xmlns:a16="http://schemas.microsoft.com/office/drawing/2014/main" id="{434153AB-BCF4-B8DD-8B9E-3A07EE4961C7}"/>
                  </a:ext>
                </a:extLst>
              </p14:cNvPr>
              <p14:cNvContentPartPr/>
              <p14:nvPr/>
            </p14:nvContentPartPr>
            <p14:xfrm>
              <a:off x="10337880" y="3598230"/>
              <a:ext cx="159120" cy="43560"/>
            </p14:xfrm>
          </p:contentPart>
        </mc:Choice>
        <mc:Fallback>
          <p:pic>
            <p:nvPicPr>
              <p:cNvPr id="746" name="Ink 745">
                <a:extLst>
                  <a:ext uri="{FF2B5EF4-FFF2-40B4-BE49-F238E27FC236}">
                    <a16:creationId xmlns:a16="http://schemas.microsoft.com/office/drawing/2014/main" id="{434153AB-BCF4-B8DD-8B9E-3A07EE4961C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328880" y="3589590"/>
                <a:ext cx="17676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Group 334">
            <a:extLst>
              <a:ext uri="{FF2B5EF4-FFF2-40B4-BE49-F238E27FC236}">
                <a16:creationId xmlns:a16="http://schemas.microsoft.com/office/drawing/2014/main" id="{BC0D046E-9D48-07BD-C046-247BC758040B}"/>
              </a:ext>
            </a:extLst>
          </p:cNvPr>
          <p:cNvGrpSpPr/>
          <p:nvPr/>
        </p:nvGrpSpPr>
        <p:grpSpPr>
          <a:xfrm>
            <a:off x="10124400" y="3331710"/>
            <a:ext cx="408240" cy="266040"/>
            <a:chOff x="10124400" y="3331710"/>
            <a:chExt cx="40824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C8AD7B79-D25A-3C5F-7EF4-278D0BCBE119}"/>
                    </a:ext>
                  </a:extLst>
                </p14:cNvPr>
                <p14:cNvContentPartPr/>
                <p14:nvPr/>
              </p14:nvContentPartPr>
              <p14:xfrm>
                <a:off x="10124400" y="3514590"/>
                <a:ext cx="46800" cy="54720"/>
              </p14:xfrm>
            </p:contentPart>
          </mc:Choice>
          <mc:Fallback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C8AD7B79-D25A-3C5F-7EF4-278D0BCBE11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115760" y="3505590"/>
                  <a:ext cx="644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0" name="Ink 759">
                  <a:extLst>
                    <a:ext uri="{FF2B5EF4-FFF2-40B4-BE49-F238E27FC236}">
                      <a16:creationId xmlns:a16="http://schemas.microsoft.com/office/drawing/2014/main" id="{49CD14E5-6F51-9AD5-856C-F9BA593E8CE7}"/>
                    </a:ext>
                  </a:extLst>
                </p14:cNvPr>
                <p14:cNvContentPartPr/>
                <p14:nvPr/>
              </p14:nvContentPartPr>
              <p14:xfrm>
                <a:off x="10189920" y="3500550"/>
                <a:ext cx="25920" cy="46080"/>
              </p14:xfrm>
            </p:contentPart>
          </mc:Choice>
          <mc:Fallback>
            <p:pic>
              <p:nvPicPr>
                <p:cNvPr id="760" name="Ink 759">
                  <a:extLst>
                    <a:ext uri="{FF2B5EF4-FFF2-40B4-BE49-F238E27FC236}">
                      <a16:creationId xmlns:a16="http://schemas.microsoft.com/office/drawing/2014/main" id="{49CD14E5-6F51-9AD5-856C-F9BA593E8CE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180920" y="3491910"/>
                  <a:ext cx="43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52C98D8F-18F9-6F2C-C57E-8FA814D12DAC}"/>
                    </a:ext>
                  </a:extLst>
                </p14:cNvPr>
                <p14:cNvContentPartPr/>
                <p14:nvPr/>
              </p14:nvContentPartPr>
              <p14:xfrm>
                <a:off x="10231680" y="3479670"/>
                <a:ext cx="63000" cy="118080"/>
              </p14:xfrm>
            </p:contentPart>
          </mc:Choice>
          <mc:Fallback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52C98D8F-18F9-6F2C-C57E-8FA814D12DA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222680" y="3471030"/>
                  <a:ext cx="80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942B4695-876B-2EA6-8F86-2036371A8442}"/>
                    </a:ext>
                  </a:extLst>
                </p14:cNvPr>
                <p14:cNvContentPartPr/>
                <p14:nvPr/>
              </p14:nvContentPartPr>
              <p14:xfrm>
                <a:off x="10257600" y="3453390"/>
                <a:ext cx="30600" cy="42840"/>
              </p14:xfrm>
            </p:contentPart>
          </mc:Choice>
          <mc:Fallback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942B4695-876B-2EA6-8F86-2036371A844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248600" y="3444750"/>
                  <a:ext cx="48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7C622BE2-4FF3-1956-C127-3FC95F1338AE}"/>
                    </a:ext>
                  </a:extLst>
                </p14:cNvPr>
                <p14:cNvContentPartPr/>
                <p14:nvPr/>
              </p14:nvContentPartPr>
              <p14:xfrm>
                <a:off x="10309440" y="3428910"/>
                <a:ext cx="52920" cy="45360"/>
              </p14:xfrm>
            </p:contentPart>
          </mc:Choice>
          <mc:Fallback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7C622BE2-4FF3-1956-C127-3FC95F1338A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300800" y="3419910"/>
                  <a:ext cx="70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3A87689E-C643-A30F-963B-D485ADD44DB5}"/>
                    </a:ext>
                  </a:extLst>
                </p14:cNvPr>
                <p14:cNvContentPartPr/>
                <p14:nvPr/>
              </p14:nvContentPartPr>
              <p14:xfrm>
                <a:off x="10376400" y="3399030"/>
                <a:ext cx="27000" cy="40680"/>
              </p14:xfrm>
            </p:contentPart>
          </mc:Choice>
          <mc:Fallback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3A87689E-C643-A30F-963B-D485ADD44DB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367400" y="3390390"/>
                  <a:ext cx="44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91DF3DA5-B738-C7E3-EF1B-B6E8B5C912D5}"/>
                    </a:ext>
                  </a:extLst>
                </p14:cNvPr>
                <p14:cNvContentPartPr/>
                <p14:nvPr/>
              </p14:nvContentPartPr>
              <p14:xfrm>
                <a:off x="10423920" y="3398310"/>
                <a:ext cx="6120" cy="26280"/>
              </p14:xfrm>
            </p:contentPart>
          </mc:Choice>
          <mc:Fallback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91DF3DA5-B738-C7E3-EF1B-B6E8B5C912D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415280" y="3389670"/>
                  <a:ext cx="23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0D05AA4C-5417-548F-746E-86224155A119}"/>
                    </a:ext>
                  </a:extLst>
                </p14:cNvPr>
                <p14:cNvContentPartPr/>
                <p14:nvPr/>
              </p14:nvContentPartPr>
              <p14:xfrm>
                <a:off x="10412400" y="3367710"/>
                <a:ext cx="360" cy="3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0D05AA4C-5417-548F-746E-86224155A11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403760" y="33590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0F1FB48-0DEB-8A17-9ABF-851465D63F85}"/>
                    </a:ext>
                  </a:extLst>
                </p14:cNvPr>
                <p14:cNvContentPartPr/>
                <p14:nvPr/>
              </p14:nvContentPartPr>
              <p14:xfrm>
                <a:off x="10439400" y="3337470"/>
                <a:ext cx="36000" cy="558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0F1FB48-0DEB-8A17-9ABF-851465D63F8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30400" y="3328470"/>
                  <a:ext cx="536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C527638-6FC2-3A99-992D-C210475ED990}"/>
                    </a:ext>
                  </a:extLst>
                </p14:cNvPr>
                <p14:cNvContentPartPr/>
                <p14:nvPr/>
              </p14:nvContentPartPr>
              <p14:xfrm>
                <a:off x="10448760" y="3343230"/>
                <a:ext cx="12960" cy="21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C527638-6FC2-3A99-992D-C210475ED99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439760" y="3334230"/>
                  <a:ext cx="306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2BDF1F0-5B24-AEAD-B110-3E8BBFDA52D2}"/>
                    </a:ext>
                  </a:extLst>
                </p14:cNvPr>
                <p14:cNvContentPartPr/>
                <p14:nvPr/>
              </p14:nvContentPartPr>
              <p14:xfrm>
                <a:off x="10488720" y="3346830"/>
                <a:ext cx="18000" cy="3096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2BDF1F0-5B24-AEAD-B110-3E8BBFDA52D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480080" y="3338190"/>
                  <a:ext cx="35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E5A8B5B-0C94-E3E8-E468-767425B06A5C}"/>
                    </a:ext>
                  </a:extLst>
                </p14:cNvPr>
                <p14:cNvContentPartPr/>
                <p14:nvPr/>
              </p14:nvContentPartPr>
              <p14:xfrm>
                <a:off x="10507440" y="3331710"/>
                <a:ext cx="25200" cy="9324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E5A8B5B-0C94-E3E8-E468-767425B06A5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498800" y="3322710"/>
                  <a:ext cx="4284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42727DD2-6D95-54EC-0974-5BF258886144}"/>
                  </a:ext>
                </a:extLst>
              </p14:cNvPr>
              <p14:cNvContentPartPr/>
              <p14:nvPr/>
            </p14:nvContentPartPr>
            <p14:xfrm>
              <a:off x="10812360" y="3669030"/>
              <a:ext cx="19800" cy="7164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42727DD2-6D95-54EC-0974-5BF258886144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803720" y="3660030"/>
                <a:ext cx="374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02D6AAD3-F9E1-8C93-4303-79BC220A6F1E}"/>
                  </a:ext>
                </a:extLst>
              </p14:cNvPr>
              <p14:cNvContentPartPr/>
              <p14:nvPr/>
            </p14:nvContentPartPr>
            <p14:xfrm>
              <a:off x="10791480" y="3669030"/>
              <a:ext cx="43920" cy="3096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02D6AAD3-F9E1-8C93-4303-79BC220A6F1E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782840" y="3660030"/>
                <a:ext cx="615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A790082E-A99E-4CA0-03BE-773678CE2DA3}"/>
                  </a:ext>
                </a:extLst>
              </p14:cNvPr>
              <p14:cNvContentPartPr/>
              <p14:nvPr/>
            </p14:nvContentPartPr>
            <p14:xfrm>
              <a:off x="10844760" y="3669390"/>
              <a:ext cx="40680" cy="3024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A790082E-A99E-4CA0-03BE-773678CE2DA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0835760" y="3660750"/>
                <a:ext cx="5832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00" name="Group 799">
            <a:extLst>
              <a:ext uri="{FF2B5EF4-FFF2-40B4-BE49-F238E27FC236}">
                <a16:creationId xmlns:a16="http://schemas.microsoft.com/office/drawing/2014/main" id="{866D95BE-8FFB-9EB8-7C67-531F4AD6F82F}"/>
              </a:ext>
            </a:extLst>
          </p:cNvPr>
          <p:cNvGrpSpPr/>
          <p:nvPr/>
        </p:nvGrpSpPr>
        <p:grpSpPr>
          <a:xfrm>
            <a:off x="10745760" y="3440430"/>
            <a:ext cx="579240" cy="173520"/>
            <a:chOff x="10745760" y="3440430"/>
            <a:chExt cx="579240" cy="17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C5FF2F69-05B6-AC4C-E0BB-035422D3909A}"/>
                    </a:ext>
                  </a:extLst>
                </p14:cNvPr>
                <p14:cNvContentPartPr/>
                <p14:nvPr/>
              </p14:nvContentPartPr>
              <p14:xfrm>
                <a:off x="10745760" y="3568230"/>
                <a:ext cx="36720" cy="457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C5FF2F69-05B6-AC4C-E0BB-035422D3909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737120" y="3559230"/>
                  <a:ext cx="543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C3B812F-32DC-3B52-8C50-71F3E100952F}"/>
                    </a:ext>
                  </a:extLst>
                </p14:cNvPr>
                <p14:cNvContentPartPr/>
                <p14:nvPr/>
              </p14:nvContentPartPr>
              <p14:xfrm>
                <a:off x="10801200" y="3520350"/>
                <a:ext cx="30960" cy="694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C3B812F-32DC-3B52-8C50-71F3E100952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792200" y="3511350"/>
                  <a:ext cx="486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08093E5A-E498-9117-E0C0-B2E0A0C744B3}"/>
                    </a:ext>
                  </a:extLst>
                </p14:cNvPr>
                <p14:cNvContentPartPr/>
                <p14:nvPr/>
              </p14:nvContentPartPr>
              <p14:xfrm>
                <a:off x="10818480" y="3548790"/>
                <a:ext cx="7200" cy="3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08093E5A-E498-9117-E0C0-B2E0A0C744B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809480" y="3540150"/>
                  <a:ext cx="24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A41C5C7C-4BB5-7F10-77BD-78074C1F2999}"/>
                    </a:ext>
                  </a:extLst>
                </p14:cNvPr>
                <p14:cNvContentPartPr/>
                <p14:nvPr/>
              </p14:nvContentPartPr>
              <p14:xfrm>
                <a:off x="10854480" y="3546990"/>
                <a:ext cx="3600" cy="298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A41C5C7C-4BB5-7F10-77BD-78074C1F299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845840" y="3537990"/>
                  <a:ext cx="21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4437AF5C-E141-BA11-CFFB-AEC361B3B94D}"/>
                    </a:ext>
                  </a:extLst>
                </p14:cNvPr>
                <p14:cNvContentPartPr/>
                <p14:nvPr/>
              </p14:nvContentPartPr>
              <p14:xfrm>
                <a:off x="10852680" y="3516390"/>
                <a:ext cx="360" cy="3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4437AF5C-E141-BA11-CFFB-AEC361B3B94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43680" y="35077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7034F14B-9B8A-4C2A-CC9A-66C6D752C08B}"/>
                    </a:ext>
                  </a:extLst>
                </p14:cNvPr>
                <p14:cNvContentPartPr/>
                <p14:nvPr/>
              </p14:nvContentPartPr>
              <p14:xfrm>
                <a:off x="10882920" y="3491190"/>
                <a:ext cx="32760" cy="6840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7034F14B-9B8A-4C2A-CC9A-66C6D752C08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874280" y="3482550"/>
                  <a:ext cx="50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25768A4D-5C71-CA6B-287F-8C29A40DF131}"/>
                    </a:ext>
                  </a:extLst>
                </p14:cNvPr>
                <p14:cNvContentPartPr/>
                <p14:nvPr/>
              </p14:nvContentPartPr>
              <p14:xfrm>
                <a:off x="10934400" y="3520350"/>
                <a:ext cx="2520" cy="154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25768A4D-5C71-CA6B-287F-8C29A40DF13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925760" y="3511350"/>
                  <a:ext cx="20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F84EC512-0F3D-8A46-D0BF-442E20E75DD7}"/>
                    </a:ext>
                  </a:extLst>
                </p14:cNvPr>
                <p14:cNvContentPartPr/>
                <p14:nvPr/>
              </p14:nvContentPartPr>
              <p14:xfrm>
                <a:off x="10928640" y="3491550"/>
                <a:ext cx="360" cy="36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F84EC512-0F3D-8A46-D0BF-442E20E75DD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920000" y="34829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221F3DE-00B0-CA77-1080-3506DD22739F}"/>
                    </a:ext>
                  </a:extLst>
                </p14:cNvPr>
                <p14:cNvContentPartPr/>
                <p14:nvPr/>
              </p14:nvContentPartPr>
              <p14:xfrm>
                <a:off x="10959240" y="3484710"/>
                <a:ext cx="51480" cy="518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221F3DE-00B0-CA77-1080-3506DD22739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950600" y="3476070"/>
                  <a:ext cx="691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C31FD42E-0F51-0297-9977-2B7089305AFC}"/>
                    </a:ext>
                  </a:extLst>
                </p14:cNvPr>
                <p14:cNvContentPartPr/>
                <p14:nvPr/>
              </p14:nvContentPartPr>
              <p14:xfrm>
                <a:off x="10978320" y="3501990"/>
                <a:ext cx="38520" cy="22680"/>
              </p14:xfrm>
            </p:contentPart>
          </mc:Choice>
          <mc:Fallback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C31FD42E-0F51-0297-9977-2B7089305AF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969680" y="3492990"/>
                  <a:ext cx="56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08C0A6F7-FB1F-0E15-928B-403E8EACE43B}"/>
                    </a:ext>
                  </a:extLst>
                </p14:cNvPr>
                <p14:cNvContentPartPr/>
                <p14:nvPr/>
              </p14:nvContentPartPr>
              <p14:xfrm>
                <a:off x="11044920" y="3449430"/>
                <a:ext cx="80280" cy="63000"/>
              </p14:xfrm>
            </p:contentPart>
          </mc:Choice>
          <mc:Fallback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08C0A6F7-FB1F-0E15-928B-403E8EACE43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035920" y="3440430"/>
                  <a:ext cx="97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49FC43E2-6566-B1F9-2D98-F735FC07012B}"/>
                    </a:ext>
                  </a:extLst>
                </p14:cNvPr>
                <p14:cNvContentPartPr/>
                <p14:nvPr/>
              </p14:nvContentPartPr>
              <p14:xfrm>
                <a:off x="11090640" y="3462750"/>
                <a:ext cx="28440" cy="8280"/>
              </p14:xfrm>
            </p:contentPart>
          </mc:Choice>
          <mc:Fallback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49FC43E2-6566-B1F9-2D98-F735FC07012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082000" y="3454110"/>
                  <a:ext cx="46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AB887083-C59B-8074-3E42-7CF9C01AA357}"/>
                    </a:ext>
                  </a:extLst>
                </p14:cNvPr>
                <p14:cNvContentPartPr/>
                <p14:nvPr/>
              </p14:nvContentPartPr>
              <p14:xfrm>
                <a:off x="11151840" y="3478230"/>
                <a:ext cx="3960" cy="23040"/>
              </p14:xfrm>
            </p:contentPart>
          </mc:Choice>
          <mc:Fallback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AB887083-C59B-8074-3E42-7CF9C01AA35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142840" y="3469590"/>
                  <a:ext cx="21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F7D2944D-95FE-EB1A-2292-FC32B2691DDA}"/>
                    </a:ext>
                  </a:extLst>
                </p14:cNvPr>
                <p14:cNvContentPartPr/>
                <p14:nvPr/>
              </p14:nvContentPartPr>
              <p14:xfrm>
                <a:off x="11151840" y="3440430"/>
                <a:ext cx="3600" cy="5400"/>
              </p14:xfrm>
            </p:contentPart>
          </mc:Choice>
          <mc:Fallback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F7D2944D-95FE-EB1A-2292-FC32B2691DD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142840" y="3431430"/>
                  <a:ext cx="21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794" name="Ink 793">
                  <a:extLst>
                    <a:ext uri="{FF2B5EF4-FFF2-40B4-BE49-F238E27FC236}">
                      <a16:creationId xmlns:a16="http://schemas.microsoft.com/office/drawing/2014/main" id="{AA187154-758E-2D0E-A8D3-62217916CC18}"/>
                    </a:ext>
                  </a:extLst>
                </p14:cNvPr>
                <p14:cNvContentPartPr/>
                <p14:nvPr/>
              </p14:nvContentPartPr>
              <p14:xfrm>
                <a:off x="11195400" y="3445110"/>
                <a:ext cx="32040" cy="39600"/>
              </p14:xfrm>
            </p:contentPart>
          </mc:Choice>
          <mc:Fallback>
            <p:pic>
              <p:nvPicPr>
                <p:cNvPr id="794" name="Ink 793">
                  <a:extLst>
                    <a:ext uri="{FF2B5EF4-FFF2-40B4-BE49-F238E27FC236}">
                      <a16:creationId xmlns:a16="http://schemas.microsoft.com/office/drawing/2014/main" id="{AA187154-758E-2D0E-A8D3-62217916CC1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186760" y="3436110"/>
                  <a:ext cx="49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798" name="Ink 797">
                  <a:extLst>
                    <a:ext uri="{FF2B5EF4-FFF2-40B4-BE49-F238E27FC236}">
                      <a16:creationId xmlns:a16="http://schemas.microsoft.com/office/drawing/2014/main" id="{0D24D53C-9C32-E980-9435-EC5881C2260A}"/>
                    </a:ext>
                  </a:extLst>
                </p14:cNvPr>
                <p14:cNvContentPartPr/>
                <p14:nvPr/>
              </p14:nvContentPartPr>
              <p14:xfrm>
                <a:off x="11256960" y="3449790"/>
                <a:ext cx="68040" cy="43200"/>
              </p14:xfrm>
            </p:contentPart>
          </mc:Choice>
          <mc:Fallback>
            <p:pic>
              <p:nvPicPr>
                <p:cNvPr id="798" name="Ink 797">
                  <a:extLst>
                    <a:ext uri="{FF2B5EF4-FFF2-40B4-BE49-F238E27FC236}">
                      <a16:creationId xmlns:a16="http://schemas.microsoft.com/office/drawing/2014/main" id="{0D24D53C-9C32-E980-9435-EC5881C2260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248320" y="3440790"/>
                  <a:ext cx="8568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801" name="Ink 800">
                <a:extLst>
                  <a:ext uri="{FF2B5EF4-FFF2-40B4-BE49-F238E27FC236}">
                    <a16:creationId xmlns:a16="http://schemas.microsoft.com/office/drawing/2014/main" id="{50899FFD-8F0E-6C8B-286A-F8760E206E25}"/>
                  </a:ext>
                </a:extLst>
              </p14:cNvPr>
              <p14:cNvContentPartPr/>
              <p14:nvPr/>
            </p14:nvContentPartPr>
            <p14:xfrm>
              <a:off x="2280158" y="3808025"/>
              <a:ext cx="360" cy="360"/>
            </p14:xfrm>
          </p:contentPart>
        </mc:Choice>
        <mc:Fallback>
          <p:pic>
            <p:nvPicPr>
              <p:cNvPr id="801" name="Ink 800">
                <a:extLst>
                  <a:ext uri="{FF2B5EF4-FFF2-40B4-BE49-F238E27FC236}">
                    <a16:creationId xmlns:a16="http://schemas.microsoft.com/office/drawing/2014/main" id="{50899FFD-8F0E-6C8B-286A-F8760E206E25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271158" y="37990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823" name="Ink 822">
                <a:extLst>
                  <a:ext uri="{FF2B5EF4-FFF2-40B4-BE49-F238E27FC236}">
                    <a16:creationId xmlns:a16="http://schemas.microsoft.com/office/drawing/2014/main" id="{3392EB40-093D-0649-492F-1FBCEE1618A8}"/>
                  </a:ext>
                </a:extLst>
              </p14:cNvPr>
              <p14:cNvContentPartPr/>
              <p14:nvPr/>
            </p14:nvContentPartPr>
            <p14:xfrm>
              <a:off x="1120880" y="6068320"/>
              <a:ext cx="2352600" cy="1119960"/>
            </p14:xfrm>
          </p:contentPart>
        </mc:Choice>
        <mc:Fallback>
          <p:pic>
            <p:nvPicPr>
              <p:cNvPr id="823" name="Ink 822">
                <a:extLst>
                  <a:ext uri="{FF2B5EF4-FFF2-40B4-BE49-F238E27FC236}">
                    <a16:creationId xmlns:a16="http://schemas.microsoft.com/office/drawing/2014/main" id="{3392EB40-093D-0649-492F-1FBCEE1618A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111880" y="6059320"/>
                <a:ext cx="2370240" cy="11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4" name="Group 823">
            <a:extLst>
              <a:ext uri="{FF2B5EF4-FFF2-40B4-BE49-F238E27FC236}">
                <a16:creationId xmlns:a16="http://schemas.microsoft.com/office/drawing/2014/main" id="{8F342DCF-0B24-64A3-0E83-26058A022F7D}"/>
              </a:ext>
            </a:extLst>
          </p:cNvPr>
          <p:cNvGrpSpPr/>
          <p:nvPr/>
        </p:nvGrpSpPr>
        <p:grpSpPr>
          <a:xfrm>
            <a:off x="594920" y="5903440"/>
            <a:ext cx="2768400" cy="1644480"/>
            <a:chOff x="578880" y="3550680"/>
            <a:chExt cx="2768400" cy="164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25" name="Ink 824">
                  <a:extLst>
                    <a:ext uri="{FF2B5EF4-FFF2-40B4-BE49-F238E27FC236}">
                      <a16:creationId xmlns:a16="http://schemas.microsoft.com/office/drawing/2014/main" id="{5DB037A4-D922-2CE1-48DB-01BC9947500B}"/>
                    </a:ext>
                  </a:extLst>
                </p14:cNvPr>
                <p14:cNvContentPartPr/>
                <p14:nvPr/>
              </p14:nvContentPartPr>
              <p14:xfrm>
                <a:off x="819000" y="3550680"/>
                <a:ext cx="57600" cy="1644480"/>
              </p14:xfrm>
            </p:contentPart>
          </mc:Choice>
          <mc:Fallback>
            <p:pic>
              <p:nvPicPr>
                <p:cNvPr id="825" name="Ink 824">
                  <a:extLst>
                    <a:ext uri="{FF2B5EF4-FFF2-40B4-BE49-F238E27FC236}">
                      <a16:creationId xmlns:a16="http://schemas.microsoft.com/office/drawing/2014/main" id="{5DB037A4-D922-2CE1-48DB-01BC9947500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0056" y="3541678"/>
                  <a:ext cx="75130" cy="16621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826" name="Ink 825">
                  <a:extLst>
                    <a:ext uri="{FF2B5EF4-FFF2-40B4-BE49-F238E27FC236}">
                      <a16:creationId xmlns:a16="http://schemas.microsoft.com/office/drawing/2014/main" id="{A120C6B6-896A-2FA5-D9F0-D867537CB3A4}"/>
                    </a:ext>
                  </a:extLst>
                </p14:cNvPr>
                <p14:cNvContentPartPr/>
                <p14:nvPr/>
              </p14:nvContentPartPr>
              <p14:xfrm>
                <a:off x="578880" y="5039640"/>
                <a:ext cx="2768400" cy="31680"/>
              </p14:xfrm>
            </p:contentPart>
          </mc:Choice>
          <mc:Fallback>
            <p:pic>
              <p:nvPicPr>
                <p:cNvPr id="826" name="Ink 825">
                  <a:extLst>
                    <a:ext uri="{FF2B5EF4-FFF2-40B4-BE49-F238E27FC236}">
                      <a16:creationId xmlns:a16="http://schemas.microsoft.com/office/drawing/2014/main" id="{A120C6B6-896A-2FA5-D9F0-D867537CB3A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9879" y="5030537"/>
                  <a:ext cx="2786042" cy="495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827" name="Ink 826">
                  <a:extLst>
                    <a:ext uri="{FF2B5EF4-FFF2-40B4-BE49-F238E27FC236}">
                      <a16:creationId xmlns:a16="http://schemas.microsoft.com/office/drawing/2014/main" id="{A3B05B6D-0C2C-0764-D2A0-63087F2DCF7E}"/>
                    </a:ext>
                  </a:extLst>
                </p14:cNvPr>
                <p14:cNvContentPartPr/>
                <p14:nvPr/>
              </p14:nvContentPartPr>
              <p14:xfrm>
                <a:off x="1059120" y="5085720"/>
                <a:ext cx="83880" cy="12240"/>
              </p14:xfrm>
            </p:contentPart>
          </mc:Choice>
          <mc:Fallback>
            <p:pic>
              <p:nvPicPr>
                <p:cNvPr id="827" name="Ink 826">
                  <a:extLst>
                    <a:ext uri="{FF2B5EF4-FFF2-40B4-BE49-F238E27FC236}">
                      <a16:creationId xmlns:a16="http://schemas.microsoft.com/office/drawing/2014/main" id="{A3B05B6D-0C2C-0764-D2A0-63087F2DCF7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0120" y="5076720"/>
                  <a:ext cx="101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28" name="Ink 827">
                  <a:extLst>
                    <a:ext uri="{FF2B5EF4-FFF2-40B4-BE49-F238E27FC236}">
                      <a16:creationId xmlns:a16="http://schemas.microsoft.com/office/drawing/2014/main" id="{BD17501A-B0DC-E580-3B4E-1CFE657BBDF0}"/>
                    </a:ext>
                  </a:extLst>
                </p14:cNvPr>
                <p14:cNvContentPartPr/>
                <p14:nvPr/>
              </p14:nvContentPartPr>
              <p14:xfrm>
                <a:off x="1035360" y="5105160"/>
                <a:ext cx="84240" cy="84960"/>
              </p14:xfrm>
            </p:contentPart>
          </mc:Choice>
          <mc:Fallback>
            <p:pic>
              <p:nvPicPr>
                <p:cNvPr id="828" name="Ink 827">
                  <a:extLst>
                    <a:ext uri="{FF2B5EF4-FFF2-40B4-BE49-F238E27FC236}">
                      <a16:creationId xmlns:a16="http://schemas.microsoft.com/office/drawing/2014/main" id="{BD17501A-B0DC-E580-3B4E-1CFE657BBDF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26360" y="5096160"/>
                  <a:ext cx="101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29" name="Ink 828">
                  <a:extLst>
                    <a:ext uri="{FF2B5EF4-FFF2-40B4-BE49-F238E27FC236}">
                      <a16:creationId xmlns:a16="http://schemas.microsoft.com/office/drawing/2014/main" id="{7E0513C3-42EA-366C-8BB2-46C45BB17AD6}"/>
                    </a:ext>
                  </a:extLst>
                </p14:cNvPr>
                <p14:cNvContentPartPr/>
                <p14:nvPr/>
              </p14:nvContentPartPr>
              <p14:xfrm>
                <a:off x="1298880" y="5105160"/>
                <a:ext cx="3240" cy="58680"/>
              </p14:xfrm>
            </p:contentPart>
          </mc:Choice>
          <mc:Fallback>
            <p:pic>
              <p:nvPicPr>
                <p:cNvPr id="829" name="Ink 828">
                  <a:extLst>
                    <a:ext uri="{FF2B5EF4-FFF2-40B4-BE49-F238E27FC236}">
                      <a16:creationId xmlns:a16="http://schemas.microsoft.com/office/drawing/2014/main" id="{7E0513C3-42EA-366C-8BB2-46C45BB17AD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289880" y="5096160"/>
                  <a:ext cx="20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30" name="Ink 829">
                  <a:extLst>
                    <a:ext uri="{FF2B5EF4-FFF2-40B4-BE49-F238E27FC236}">
                      <a16:creationId xmlns:a16="http://schemas.microsoft.com/office/drawing/2014/main" id="{578C6646-82B6-9C54-248C-053AE340903D}"/>
                    </a:ext>
                  </a:extLst>
                </p14:cNvPr>
                <p14:cNvContentPartPr/>
                <p14:nvPr/>
              </p14:nvContentPartPr>
              <p14:xfrm>
                <a:off x="1291320" y="5078880"/>
                <a:ext cx="56880" cy="19080"/>
              </p14:xfrm>
            </p:contentPart>
          </mc:Choice>
          <mc:Fallback>
            <p:pic>
              <p:nvPicPr>
                <p:cNvPr id="830" name="Ink 829">
                  <a:extLst>
                    <a:ext uri="{FF2B5EF4-FFF2-40B4-BE49-F238E27FC236}">
                      <a16:creationId xmlns:a16="http://schemas.microsoft.com/office/drawing/2014/main" id="{578C6646-82B6-9C54-248C-053AE34090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282320" y="5069880"/>
                  <a:ext cx="7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31" name="Ink 830">
                  <a:extLst>
                    <a:ext uri="{FF2B5EF4-FFF2-40B4-BE49-F238E27FC236}">
                      <a16:creationId xmlns:a16="http://schemas.microsoft.com/office/drawing/2014/main" id="{B4EFE9B8-03D2-B1F3-5459-C21EA3CB133A}"/>
                    </a:ext>
                  </a:extLst>
                </p14:cNvPr>
                <p14:cNvContentPartPr/>
                <p14:nvPr/>
              </p14:nvContentPartPr>
              <p14:xfrm>
                <a:off x="1306800" y="5129640"/>
                <a:ext cx="44280" cy="10440"/>
              </p14:xfrm>
            </p:contentPart>
          </mc:Choice>
          <mc:Fallback>
            <p:pic>
              <p:nvPicPr>
                <p:cNvPr id="831" name="Ink 830">
                  <a:extLst>
                    <a:ext uri="{FF2B5EF4-FFF2-40B4-BE49-F238E27FC236}">
                      <a16:creationId xmlns:a16="http://schemas.microsoft.com/office/drawing/2014/main" id="{B4EFE9B8-03D2-B1F3-5459-C21EA3CB133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297800" y="5120640"/>
                  <a:ext cx="6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F399BF1D-B955-B6D5-9666-4FB233BBDFF7}"/>
                    </a:ext>
                  </a:extLst>
                </p14:cNvPr>
                <p14:cNvContentPartPr/>
                <p14:nvPr/>
              </p14:nvContentPartPr>
              <p14:xfrm>
                <a:off x="1523520" y="5097600"/>
                <a:ext cx="8280" cy="4932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F399BF1D-B955-B6D5-9666-4FB233BBDFF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14895" y="5088534"/>
                  <a:ext cx="25185" cy="67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AA5DD3C-942E-2193-425C-8481447F864F}"/>
                    </a:ext>
                  </a:extLst>
                </p14:cNvPr>
                <p14:cNvContentPartPr/>
                <p14:nvPr/>
              </p14:nvContentPartPr>
              <p14:xfrm>
                <a:off x="1523880" y="5109120"/>
                <a:ext cx="77760" cy="3492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AA5DD3C-942E-2193-425C-8481447F864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514880" y="5100212"/>
                  <a:ext cx="95400" cy="523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75A8C19-3A0E-159E-DE56-C2F590C0773E}"/>
                    </a:ext>
                  </a:extLst>
                </p14:cNvPr>
                <p14:cNvContentPartPr/>
                <p14:nvPr/>
              </p14:nvContentPartPr>
              <p14:xfrm>
                <a:off x="1595160" y="5090040"/>
                <a:ext cx="43560" cy="532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75A8C19-3A0E-159E-DE56-C2F590C0773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86160" y="5081040"/>
                  <a:ext cx="61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C90F708E-2FA9-F20F-EFF3-F0215715BD27}"/>
                    </a:ext>
                  </a:extLst>
                </p14:cNvPr>
                <p14:cNvContentPartPr/>
                <p14:nvPr/>
              </p14:nvContentPartPr>
              <p14:xfrm>
                <a:off x="1640520" y="5109120"/>
                <a:ext cx="1800" cy="6084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C90F708E-2FA9-F20F-EFF3-F0215715BD2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31520" y="5100120"/>
                  <a:ext cx="19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B84E85AB-919C-B201-60B6-B5D302529F5A}"/>
                    </a:ext>
                  </a:extLst>
                </p14:cNvPr>
                <p14:cNvContentPartPr/>
                <p14:nvPr/>
              </p14:nvContentPartPr>
              <p14:xfrm>
                <a:off x="1787760" y="5105160"/>
                <a:ext cx="29880" cy="4932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B84E85AB-919C-B201-60B6-B5D302529F5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78650" y="5096160"/>
                  <a:ext cx="47735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A89F20A-9BFA-D083-2D9F-2EDD500A7E4B}"/>
                    </a:ext>
                  </a:extLst>
                </p14:cNvPr>
                <p14:cNvContentPartPr/>
                <p14:nvPr/>
              </p14:nvContentPartPr>
              <p14:xfrm>
                <a:off x="1813320" y="5109120"/>
                <a:ext cx="54720" cy="6084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A89F20A-9BFA-D083-2D9F-2EDD500A7E4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804260" y="5100173"/>
                  <a:ext cx="72477" cy="783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B5AEEB8-F41E-3B1D-35A2-B0662E41EE73}"/>
                    </a:ext>
                  </a:extLst>
                </p14:cNvPr>
                <p14:cNvContentPartPr/>
                <p14:nvPr/>
              </p14:nvContentPartPr>
              <p14:xfrm>
                <a:off x="1798200" y="5149080"/>
                <a:ext cx="37080" cy="972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B5AEEB8-F41E-3B1D-35A2-B0662E41EE7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789287" y="5140080"/>
                  <a:ext cx="5455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B6064BF4-3A36-C530-4694-A532FD13E326}"/>
                    </a:ext>
                  </a:extLst>
                </p14:cNvPr>
                <p14:cNvContentPartPr/>
                <p14:nvPr/>
              </p14:nvContentPartPr>
              <p14:xfrm>
                <a:off x="2183040" y="3628800"/>
                <a:ext cx="61560" cy="594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B6064BF4-3A36-C530-4694-A532FD13E32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74040" y="3619854"/>
                  <a:ext cx="79200" cy="76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43106A45-9D99-1A90-011E-6AE6F70BD538}"/>
                    </a:ext>
                  </a:extLst>
                </p14:cNvPr>
                <p14:cNvContentPartPr/>
                <p14:nvPr/>
              </p14:nvContentPartPr>
              <p14:xfrm>
                <a:off x="2262960" y="3610440"/>
                <a:ext cx="53280" cy="824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43106A45-9D99-1A90-011E-6AE6F70BD53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53960" y="3601440"/>
                  <a:ext cx="70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C1A9A4FE-758A-442C-759B-B70A991AED6F}"/>
                    </a:ext>
                  </a:extLst>
                </p14:cNvPr>
                <p14:cNvContentPartPr/>
                <p14:nvPr/>
              </p14:nvContentPartPr>
              <p14:xfrm>
                <a:off x="2361960" y="3603960"/>
                <a:ext cx="16560" cy="288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C1A9A4FE-758A-442C-759B-B70A991AED6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52760" y="3593674"/>
                  <a:ext cx="34592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5278F2FE-6064-420A-DBB8-C81EFC74B5FF}"/>
                    </a:ext>
                  </a:extLst>
                </p14:cNvPr>
                <p14:cNvContentPartPr/>
                <p14:nvPr/>
              </p14:nvContentPartPr>
              <p14:xfrm>
                <a:off x="2355840" y="3615480"/>
                <a:ext cx="30960" cy="6264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5278F2FE-6064-420A-DBB8-C81EFC74B5F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346734" y="3606480"/>
                  <a:ext cx="48808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D9AAE2A-D230-C3DF-D38F-A4428394FA24}"/>
                    </a:ext>
                  </a:extLst>
                </p14:cNvPr>
                <p14:cNvContentPartPr/>
                <p14:nvPr/>
              </p14:nvContentPartPr>
              <p14:xfrm>
                <a:off x="2437560" y="3600360"/>
                <a:ext cx="27720" cy="6228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D9AAE2A-D230-C3DF-D38F-A4428394FA2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28442" y="3591412"/>
                  <a:ext cx="45592" cy="79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D96DF8BC-9427-E14C-F13C-A998D1A85D46}"/>
                    </a:ext>
                  </a:extLst>
                </p14:cNvPr>
                <p14:cNvContentPartPr/>
                <p14:nvPr/>
              </p14:nvContentPartPr>
              <p14:xfrm>
                <a:off x="2788920" y="3665160"/>
                <a:ext cx="47520" cy="10728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D96DF8BC-9427-E14C-F13C-A998D1A85D4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79920" y="3656130"/>
                  <a:ext cx="65160" cy="1249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D287110D-0E37-77B8-DA30-0F8AFC9D733D}"/>
                    </a:ext>
                  </a:extLst>
                </p14:cNvPr>
                <p14:cNvContentPartPr/>
                <p14:nvPr/>
              </p14:nvContentPartPr>
              <p14:xfrm>
                <a:off x="2788920" y="3700080"/>
                <a:ext cx="57240" cy="4140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D287110D-0E37-77B8-DA30-0F8AFC9D733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779920" y="3691080"/>
                  <a:ext cx="7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D23AFC3E-BB19-31FF-B049-C3BF79DAA980}"/>
                    </a:ext>
                  </a:extLst>
                </p14:cNvPr>
                <p14:cNvContentPartPr/>
                <p14:nvPr/>
              </p14:nvContentPartPr>
              <p14:xfrm>
                <a:off x="2869560" y="3653640"/>
                <a:ext cx="11520" cy="6804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D23AFC3E-BB19-31FF-B049-C3BF79DAA98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60560" y="3644640"/>
                  <a:ext cx="29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2F42A6C7-8A32-651E-8103-42D78684CC23}"/>
                    </a:ext>
                  </a:extLst>
                </p14:cNvPr>
                <p14:cNvContentPartPr/>
                <p14:nvPr/>
              </p14:nvContentPartPr>
              <p14:xfrm>
                <a:off x="2914560" y="3648240"/>
                <a:ext cx="38880" cy="910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2F42A6C7-8A32-651E-8103-42D78684CC2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905560" y="3639240"/>
                  <a:ext cx="56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029FA082-E055-3E80-F372-73CB97767D25}"/>
                    </a:ext>
                  </a:extLst>
                </p14:cNvPr>
                <p14:cNvContentPartPr/>
                <p14:nvPr/>
              </p14:nvContentPartPr>
              <p14:xfrm>
                <a:off x="2914560" y="3684600"/>
                <a:ext cx="51840" cy="2268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029FA082-E055-3E80-F372-73CB97767D2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05622" y="3675741"/>
                  <a:ext cx="69358" cy="40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18A904C3-255A-C598-D297-C3A26FF4D454}"/>
                    </a:ext>
                  </a:extLst>
                </p14:cNvPr>
                <p14:cNvContentPartPr/>
                <p14:nvPr/>
              </p14:nvContentPartPr>
              <p14:xfrm>
                <a:off x="2985840" y="3623400"/>
                <a:ext cx="33480" cy="4212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18A904C3-255A-C598-D297-C3A26FF4D45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76840" y="3614400"/>
                  <a:ext cx="51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F56A9C7A-F07D-54B9-AD52-BE92C561A83F}"/>
                    </a:ext>
                  </a:extLst>
                </p14:cNvPr>
                <p14:cNvContentPartPr/>
                <p14:nvPr/>
              </p14:nvContentPartPr>
              <p14:xfrm>
                <a:off x="3004920" y="3647160"/>
                <a:ext cx="40320" cy="6120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F56A9C7A-F07D-54B9-AD52-BE92C561A83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995920" y="3638160"/>
                  <a:ext cx="57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3044E7B8-BE76-AF61-0CC6-C7A31FD20662}"/>
                    </a:ext>
                  </a:extLst>
                </p14:cNvPr>
                <p14:cNvContentPartPr/>
                <p14:nvPr/>
              </p14:nvContentPartPr>
              <p14:xfrm>
                <a:off x="2011680" y="5169336"/>
                <a:ext cx="360" cy="3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3044E7B8-BE76-AF61-0CC6-C7A31FD2066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00268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27F48337-0766-6E0A-E5DF-99EF98635B96}"/>
                    </a:ext>
                  </a:extLst>
                </p14:cNvPr>
                <p14:cNvContentPartPr/>
                <p14:nvPr/>
              </p14:nvContentPartPr>
              <p14:xfrm>
                <a:off x="2121120" y="5163216"/>
                <a:ext cx="360" cy="36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27F48337-0766-6E0A-E5DF-99EF98635B9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11212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8835AEC9-AB70-4AB2-9C18-B0337D60BF02}"/>
                    </a:ext>
                  </a:extLst>
                </p14:cNvPr>
                <p14:cNvContentPartPr/>
                <p14:nvPr/>
              </p14:nvContentPartPr>
              <p14:xfrm>
                <a:off x="2255400" y="5169336"/>
                <a:ext cx="360" cy="36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8835AEC9-AB70-4AB2-9C18-B0337D60BF0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246400" y="516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55C1E73A-7A43-AEF3-8251-F5649BE54552}"/>
                    </a:ext>
                  </a:extLst>
                </p14:cNvPr>
                <p14:cNvContentPartPr/>
                <p14:nvPr/>
              </p14:nvContentPartPr>
              <p14:xfrm>
                <a:off x="2455560" y="5181576"/>
                <a:ext cx="1440" cy="36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55C1E73A-7A43-AEF3-8251-F5649BE5455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446560" y="5172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0EE745FE-28E0-90C0-0CD8-2D66EAF86699}"/>
                    </a:ext>
                  </a:extLst>
                </p14:cNvPr>
                <p14:cNvContentPartPr/>
                <p14:nvPr/>
              </p14:nvContentPartPr>
              <p14:xfrm>
                <a:off x="2596680" y="5168256"/>
                <a:ext cx="1440" cy="144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0EE745FE-28E0-90C0-0CD8-2D66EAF8669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584680" y="5159256"/>
                  <a:ext cx="24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E8E237E3-204B-49C6-B8F8-34CB9FD20C91}"/>
                    </a:ext>
                  </a:extLst>
                </p14:cNvPr>
                <p14:cNvContentPartPr/>
                <p14:nvPr/>
              </p14:nvContentPartPr>
              <p14:xfrm>
                <a:off x="2779560" y="5163216"/>
                <a:ext cx="360" cy="36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E8E237E3-204B-49C6-B8F8-34CB9FD20C9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770560" y="5154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12F5C3A7-F539-AB00-4FA2-A9ADDA657E03}"/>
              </a:ext>
            </a:extLst>
          </p:cNvPr>
          <p:cNvCxnSpPr>
            <a:cxnSpLocks/>
          </p:cNvCxnSpPr>
          <p:nvPr/>
        </p:nvCxnSpPr>
        <p:spPr>
          <a:xfrm>
            <a:off x="4599495" y="6068749"/>
            <a:ext cx="0" cy="14479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Flowchart: Process 414">
            <a:extLst>
              <a:ext uri="{FF2B5EF4-FFF2-40B4-BE49-F238E27FC236}">
                <a16:creationId xmlns:a16="http://schemas.microsoft.com/office/drawing/2014/main" id="{C5F937B8-BED6-F11D-3CE4-772DF0A768A8}"/>
              </a:ext>
            </a:extLst>
          </p:cNvPr>
          <p:cNvSpPr/>
          <p:nvPr/>
        </p:nvSpPr>
        <p:spPr>
          <a:xfrm rot="5400000" flipV="1">
            <a:off x="5216973" y="5549070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6" name="Flowchart: Process 415">
            <a:extLst>
              <a:ext uri="{FF2B5EF4-FFF2-40B4-BE49-F238E27FC236}">
                <a16:creationId xmlns:a16="http://schemas.microsoft.com/office/drawing/2014/main" id="{83933F4D-0B4B-1117-9284-7434EF4D9528}"/>
              </a:ext>
            </a:extLst>
          </p:cNvPr>
          <p:cNvSpPr/>
          <p:nvPr/>
        </p:nvSpPr>
        <p:spPr>
          <a:xfrm rot="5400000" flipV="1">
            <a:off x="5094110" y="6025892"/>
            <a:ext cx="231210" cy="1220440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7" name="Flowchart: Process 416">
            <a:extLst>
              <a:ext uri="{FF2B5EF4-FFF2-40B4-BE49-F238E27FC236}">
                <a16:creationId xmlns:a16="http://schemas.microsoft.com/office/drawing/2014/main" id="{7F79E729-5E2A-BB13-779D-A0ECC7916325}"/>
              </a:ext>
            </a:extLst>
          </p:cNvPr>
          <p:cNvSpPr/>
          <p:nvPr/>
        </p:nvSpPr>
        <p:spPr>
          <a:xfrm rot="5400000" flipV="1">
            <a:off x="5024985" y="6428260"/>
            <a:ext cx="231210" cy="110613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8" name="Flowchart: Process 417">
            <a:extLst>
              <a:ext uri="{FF2B5EF4-FFF2-40B4-BE49-F238E27FC236}">
                <a16:creationId xmlns:a16="http://schemas.microsoft.com/office/drawing/2014/main" id="{860FEBE0-B6C6-D1C0-9F5B-018ECA2E2A14}"/>
              </a:ext>
            </a:extLst>
          </p:cNvPr>
          <p:cNvSpPr/>
          <p:nvPr/>
        </p:nvSpPr>
        <p:spPr>
          <a:xfrm rot="5400000" flipV="1">
            <a:off x="4945768" y="6833558"/>
            <a:ext cx="249284" cy="96577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A2CB95B1-0029-6D8C-E054-8CE3BD4E5179}"/>
              </a:ext>
            </a:extLst>
          </p:cNvPr>
          <p:cNvSpPr txBox="1"/>
          <p:nvPr/>
        </p:nvSpPr>
        <p:spPr>
          <a:xfrm rot="16200000">
            <a:off x="3359954" y="6462721"/>
            <a:ext cx="97975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DEPARTMENTS</a:t>
            </a:r>
            <a:endParaRPr dirty="0"/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D9AD3139-E050-472D-4115-A115A569452A}"/>
              </a:ext>
            </a:extLst>
          </p:cNvPr>
          <p:cNvSpPr txBox="1"/>
          <p:nvPr/>
        </p:nvSpPr>
        <p:spPr>
          <a:xfrm>
            <a:off x="4397278" y="7528560"/>
            <a:ext cx="159821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SHOTAGE UNITS COUNT</a:t>
            </a:r>
            <a:endParaRPr dirty="0"/>
          </a:p>
        </p:txBody>
      </p: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75225778-81DB-BCAA-E9FC-792D238D6D84}"/>
              </a:ext>
            </a:extLst>
          </p:cNvPr>
          <p:cNvCxnSpPr>
            <a:cxnSpLocks/>
          </p:cNvCxnSpPr>
          <p:nvPr/>
        </p:nvCxnSpPr>
        <p:spPr>
          <a:xfrm>
            <a:off x="7885936" y="6003150"/>
            <a:ext cx="0" cy="14479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Flowchart: Process 444">
            <a:extLst>
              <a:ext uri="{FF2B5EF4-FFF2-40B4-BE49-F238E27FC236}">
                <a16:creationId xmlns:a16="http://schemas.microsoft.com/office/drawing/2014/main" id="{3467FC24-D353-B604-8680-2950AA71E89A}"/>
              </a:ext>
            </a:extLst>
          </p:cNvPr>
          <p:cNvSpPr/>
          <p:nvPr/>
        </p:nvSpPr>
        <p:spPr>
          <a:xfrm rot="5400000" flipV="1">
            <a:off x="8503414" y="5483471"/>
            <a:ext cx="231208" cy="1490107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6" name="Flowchart: Process 445">
            <a:extLst>
              <a:ext uri="{FF2B5EF4-FFF2-40B4-BE49-F238E27FC236}">
                <a16:creationId xmlns:a16="http://schemas.microsoft.com/office/drawing/2014/main" id="{EE643A82-CBD7-6A9B-E7C9-33923CDE1FA0}"/>
              </a:ext>
            </a:extLst>
          </p:cNvPr>
          <p:cNvSpPr/>
          <p:nvPr/>
        </p:nvSpPr>
        <p:spPr>
          <a:xfrm rot="5400000" flipV="1">
            <a:off x="8380551" y="5960293"/>
            <a:ext cx="231210" cy="1220440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7" name="Flowchart: Process 446">
            <a:extLst>
              <a:ext uri="{FF2B5EF4-FFF2-40B4-BE49-F238E27FC236}">
                <a16:creationId xmlns:a16="http://schemas.microsoft.com/office/drawing/2014/main" id="{AB890DA6-4FFD-2998-A5D3-A986B5A5B05B}"/>
              </a:ext>
            </a:extLst>
          </p:cNvPr>
          <p:cNvSpPr/>
          <p:nvPr/>
        </p:nvSpPr>
        <p:spPr>
          <a:xfrm rot="5400000" flipV="1">
            <a:off x="8311426" y="6362661"/>
            <a:ext cx="231210" cy="110613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2" name="Flowchart: Process 831">
            <a:extLst>
              <a:ext uri="{FF2B5EF4-FFF2-40B4-BE49-F238E27FC236}">
                <a16:creationId xmlns:a16="http://schemas.microsoft.com/office/drawing/2014/main" id="{673FFC3C-8C7D-FED7-EDD5-5417F6A0BB41}"/>
              </a:ext>
            </a:extLst>
          </p:cNvPr>
          <p:cNvSpPr/>
          <p:nvPr/>
        </p:nvSpPr>
        <p:spPr>
          <a:xfrm rot="5400000" flipV="1">
            <a:off x="8232209" y="6767959"/>
            <a:ext cx="249284" cy="965774"/>
          </a:xfrm>
          <a:prstGeom prst="flowChartProcess">
            <a:avLst/>
          </a:prstGeom>
          <a:solidFill>
            <a:srgbClr val="0F2D52">
              <a:alpha val="80000"/>
            </a:srgbClr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33" name="Straight Connector 832">
            <a:extLst>
              <a:ext uri="{FF2B5EF4-FFF2-40B4-BE49-F238E27FC236}">
                <a16:creationId xmlns:a16="http://schemas.microsoft.com/office/drawing/2014/main" id="{DC710AD6-4CE0-3262-BF93-3CD838BB36C1}"/>
              </a:ext>
            </a:extLst>
          </p:cNvPr>
          <p:cNvCxnSpPr>
            <a:cxnSpLocks/>
          </p:cNvCxnSpPr>
          <p:nvPr/>
        </p:nvCxnSpPr>
        <p:spPr>
          <a:xfrm>
            <a:off x="10253649" y="7517676"/>
            <a:ext cx="2584062" cy="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833">
            <a:extLst>
              <a:ext uri="{FF2B5EF4-FFF2-40B4-BE49-F238E27FC236}">
                <a16:creationId xmlns:a16="http://schemas.microsoft.com/office/drawing/2014/main" id="{278DA310-79EB-28D8-85EB-7BA34F508448}"/>
              </a:ext>
            </a:extLst>
          </p:cNvPr>
          <p:cNvCxnSpPr>
            <a:cxnSpLocks/>
          </p:cNvCxnSpPr>
          <p:nvPr/>
        </p:nvCxnSpPr>
        <p:spPr>
          <a:xfrm>
            <a:off x="10453060" y="5953668"/>
            <a:ext cx="0" cy="17581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5" name="Flowchart: Connector 834">
            <a:extLst>
              <a:ext uri="{FF2B5EF4-FFF2-40B4-BE49-F238E27FC236}">
                <a16:creationId xmlns:a16="http://schemas.microsoft.com/office/drawing/2014/main" id="{EC13E8A7-873E-6BF8-6E40-6E7028C30473}"/>
              </a:ext>
            </a:extLst>
          </p:cNvPr>
          <p:cNvSpPr/>
          <p:nvPr/>
        </p:nvSpPr>
        <p:spPr>
          <a:xfrm>
            <a:off x="10761916" y="6206396"/>
            <a:ext cx="623549" cy="605020"/>
          </a:xfrm>
          <a:prstGeom prst="flowChartConnector">
            <a:avLst/>
          </a:prstGeom>
          <a:solidFill>
            <a:srgbClr val="DCE6F2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6" name="Flowchart: Connector 835">
            <a:extLst>
              <a:ext uri="{FF2B5EF4-FFF2-40B4-BE49-F238E27FC236}">
                <a16:creationId xmlns:a16="http://schemas.microsoft.com/office/drawing/2014/main" id="{915D524D-B213-59DF-6020-59B56DCF6B3E}"/>
              </a:ext>
            </a:extLst>
          </p:cNvPr>
          <p:cNvSpPr/>
          <p:nvPr/>
        </p:nvSpPr>
        <p:spPr>
          <a:xfrm>
            <a:off x="11543749" y="6214832"/>
            <a:ext cx="439221" cy="428500"/>
          </a:xfrm>
          <a:prstGeom prst="flowChartConnector">
            <a:avLst/>
          </a:prstGeom>
          <a:solidFill>
            <a:srgbClr val="DCE6F2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7" name="Flowchart: Connector 836">
            <a:extLst>
              <a:ext uri="{FF2B5EF4-FFF2-40B4-BE49-F238E27FC236}">
                <a16:creationId xmlns:a16="http://schemas.microsoft.com/office/drawing/2014/main" id="{96530675-6424-021B-9BCF-EB3F254D8D11}"/>
              </a:ext>
            </a:extLst>
          </p:cNvPr>
          <p:cNvSpPr/>
          <p:nvPr/>
        </p:nvSpPr>
        <p:spPr>
          <a:xfrm>
            <a:off x="11303818" y="6763412"/>
            <a:ext cx="355967" cy="360844"/>
          </a:xfrm>
          <a:prstGeom prst="flowChartConnector">
            <a:avLst/>
          </a:prstGeom>
          <a:solidFill>
            <a:srgbClr val="DCE6F2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8" name="Flowchart: Connector 837">
            <a:extLst>
              <a:ext uri="{FF2B5EF4-FFF2-40B4-BE49-F238E27FC236}">
                <a16:creationId xmlns:a16="http://schemas.microsoft.com/office/drawing/2014/main" id="{FD3AAF9F-84B6-24D5-B755-27A9287BC93C}"/>
              </a:ext>
            </a:extLst>
          </p:cNvPr>
          <p:cNvSpPr/>
          <p:nvPr/>
        </p:nvSpPr>
        <p:spPr>
          <a:xfrm>
            <a:off x="12050945" y="6753132"/>
            <a:ext cx="629640" cy="601564"/>
          </a:xfrm>
          <a:prstGeom prst="flowChartConnector">
            <a:avLst/>
          </a:prstGeom>
          <a:solidFill>
            <a:srgbClr val="DCE6F2"/>
          </a:solidFill>
          <a:ln>
            <a:noFill/>
          </a:ln>
          <a:effectLst>
            <a:outerShdw sx="1000" sy="1000" rotWithShape="0">
              <a:schemeClr val="bg1">
                <a:lumMod val="85000"/>
                <a:alpha val="5000"/>
              </a:schemeClr>
            </a:outerShdw>
            <a:reflection stA="45000" endPos="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0" name="TextBox 839">
            <a:extLst>
              <a:ext uri="{FF2B5EF4-FFF2-40B4-BE49-F238E27FC236}">
                <a16:creationId xmlns:a16="http://schemas.microsoft.com/office/drawing/2014/main" id="{9508B7C1-8FA0-2CED-1D61-4DFA6E8A3B9F}"/>
              </a:ext>
            </a:extLst>
          </p:cNvPr>
          <p:cNvSpPr txBox="1"/>
          <p:nvPr/>
        </p:nvSpPr>
        <p:spPr>
          <a:xfrm>
            <a:off x="11125200" y="7565917"/>
            <a:ext cx="118424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DEPARTMENTS</a:t>
            </a:r>
            <a:endParaRPr dirty="0"/>
          </a:p>
        </p:txBody>
      </p:sp>
      <p:sp>
        <p:nvSpPr>
          <p:cNvPr id="842" name="TextBox 841">
            <a:extLst>
              <a:ext uri="{FF2B5EF4-FFF2-40B4-BE49-F238E27FC236}">
                <a16:creationId xmlns:a16="http://schemas.microsoft.com/office/drawing/2014/main" id="{BAC92E5B-D837-F5F1-730D-127193D7A730}"/>
              </a:ext>
            </a:extLst>
          </p:cNvPr>
          <p:cNvSpPr txBox="1"/>
          <p:nvPr/>
        </p:nvSpPr>
        <p:spPr>
          <a:xfrm rot="16200000">
            <a:off x="9580664" y="6416719"/>
            <a:ext cx="1184241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B4887"/>
                </a:solidFill>
                <a:latin typeface="Aptos"/>
              </a:defRPr>
            </a:pPr>
            <a:r>
              <a:rPr lang="en-IN" dirty="0"/>
              <a:t>RESOURCE TYPE</a:t>
            </a:r>
            <a:endParaRPr dirty="0"/>
          </a:p>
        </p:txBody>
      </p: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12D55071-4953-D45C-9B27-85CCE895B417}"/>
              </a:ext>
            </a:extLst>
          </p:cNvPr>
          <p:cNvGrpSpPr/>
          <p:nvPr/>
        </p:nvGrpSpPr>
        <p:grpSpPr>
          <a:xfrm>
            <a:off x="12152925" y="6222480"/>
            <a:ext cx="788375" cy="586080"/>
            <a:chOff x="12152925" y="6222480"/>
            <a:chExt cx="788375" cy="58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878" name="Ink 877">
                  <a:extLst>
                    <a:ext uri="{FF2B5EF4-FFF2-40B4-BE49-F238E27FC236}">
                      <a16:creationId xmlns:a16="http://schemas.microsoft.com/office/drawing/2014/main" id="{3B2845C6-8AEC-1272-7447-C49176C4BC73}"/>
                    </a:ext>
                  </a:extLst>
                </p14:cNvPr>
                <p14:cNvContentPartPr/>
                <p14:nvPr/>
              </p14:nvContentPartPr>
              <p14:xfrm>
                <a:off x="12383685" y="6605520"/>
                <a:ext cx="3960" cy="203040"/>
              </p14:xfrm>
            </p:contentPart>
          </mc:Choice>
          <mc:Fallback>
            <p:pic>
              <p:nvPicPr>
                <p:cNvPr id="878" name="Ink 877">
                  <a:extLst>
                    <a:ext uri="{FF2B5EF4-FFF2-40B4-BE49-F238E27FC236}">
                      <a16:creationId xmlns:a16="http://schemas.microsoft.com/office/drawing/2014/main" id="{3B2845C6-8AEC-1272-7447-C49176C4BC7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2374685" y="6596880"/>
                  <a:ext cx="216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879" name="Ink 878">
                  <a:extLst>
                    <a:ext uri="{FF2B5EF4-FFF2-40B4-BE49-F238E27FC236}">
                      <a16:creationId xmlns:a16="http://schemas.microsoft.com/office/drawing/2014/main" id="{2CED4370-615B-8FD9-48A2-195F48488507}"/>
                    </a:ext>
                  </a:extLst>
                </p14:cNvPr>
                <p14:cNvContentPartPr/>
                <p14:nvPr/>
              </p14:nvContentPartPr>
              <p14:xfrm>
                <a:off x="12341205" y="6610200"/>
                <a:ext cx="48960" cy="80640"/>
              </p14:xfrm>
            </p:contentPart>
          </mc:Choice>
          <mc:Fallback>
            <p:pic>
              <p:nvPicPr>
                <p:cNvPr id="879" name="Ink 878">
                  <a:extLst>
                    <a:ext uri="{FF2B5EF4-FFF2-40B4-BE49-F238E27FC236}">
                      <a16:creationId xmlns:a16="http://schemas.microsoft.com/office/drawing/2014/main" id="{2CED4370-615B-8FD9-48A2-195F4848850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2332205" y="6601200"/>
                  <a:ext cx="66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881" name="Ink 880">
                  <a:extLst>
                    <a:ext uri="{FF2B5EF4-FFF2-40B4-BE49-F238E27FC236}">
                      <a16:creationId xmlns:a16="http://schemas.microsoft.com/office/drawing/2014/main" id="{1C3CFAC2-11F4-EA34-48A1-36D9F26B6CF7}"/>
                    </a:ext>
                  </a:extLst>
                </p14:cNvPr>
                <p14:cNvContentPartPr/>
                <p14:nvPr/>
              </p14:nvContentPartPr>
              <p14:xfrm>
                <a:off x="12380445" y="6614160"/>
                <a:ext cx="52920" cy="72720"/>
              </p14:xfrm>
            </p:contentPart>
          </mc:Choice>
          <mc:Fallback>
            <p:pic>
              <p:nvPicPr>
                <p:cNvPr id="881" name="Ink 880">
                  <a:extLst>
                    <a:ext uri="{FF2B5EF4-FFF2-40B4-BE49-F238E27FC236}">
                      <a16:creationId xmlns:a16="http://schemas.microsoft.com/office/drawing/2014/main" id="{1C3CFAC2-11F4-EA34-48A1-36D9F26B6CF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2371445" y="6605160"/>
                  <a:ext cx="705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883" name="Ink 882">
                  <a:extLst>
                    <a:ext uri="{FF2B5EF4-FFF2-40B4-BE49-F238E27FC236}">
                      <a16:creationId xmlns:a16="http://schemas.microsoft.com/office/drawing/2014/main" id="{FC1905E6-A9D4-85D2-3B8A-C652FD9309BD}"/>
                    </a:ext>
                  </a:extLst>
                </p14:cNvPr>
                <p14:cNvContentPartPr/>
                <p14:nvPr/>
              </p14:nvContentPartPr>
              <p14:xfrm>
                <a:off x="12152925" y="6367920"/>
                <a:ext cx="39960" cy="61200"/>
              </p14:xfrm>
            </p:contentPart>
          </mc:Choice>
          <mc:Fallback>
            <p:pic>
              <p:nvPicPr>
                <p:cNvPr id="883" name="Ink 882">
                  <a:extLst>
                    <a:ext uri="{FF2B5EF4-FFF2-40B4-BE49-F238E27FC236}">
                      <a16:creationId xmlns:a16="http://schemas.microsoft.com/office/drawing/2014/main" id="{FC1905E6-A9D4-85D2-3B8A-C652FD9309B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2144285" y="6359280"/>
                  <a:ext cx="57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884" name="Ink 883">
                  <a:extLst>
                    <a:ext uri="{FF2B5EF4-FFF2-40B4-BE49-F238E27FC236}">
                      <a16:creationId xmlns:a16="http://schemas.microsoft.com/office/drawing/2014/main" id="{E9A24277-6554-0063-F921-B1D60B3C66A4}"/>
                    </a:ext>
                  </a:extLst>
                </p14:cNvPr>
                <p14:cNvContentPartPr/>
                <p14:nvPr/>
              </p14:nvContentPartPr>
              <p14:xfrm>
                <a:off x="12210885" y="6362160"/>
                <a:ext cx="50400" cy="60120"/>
              </p14:xfrm>
            </p:contentPart>
          </mc:Choice>
          <mc:Fallback>
            <p:pic>
              <p:nvPicPr>
                <p:cNvPr id="884" name="Ink 883">
                  <a:extLst>
                    <a:ext uri="{FF2B5EF4-FFF2-40B4-BE49-F238E27FC236}">
                      <a16:creationId xmlns:a16="http://schemas.microsoft.com/office/drawing/2014/main" id="{E9A24277-6554-0063-F921-B1D60B3C66A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2201885" y="6353520"/>
                  <a:ext cx="68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886" name="Ink 885">
                  <a:extLst>
                    <a:ext uri="{FF2B5EF4-FFF2-40B4-BE49-F238E27FC236}">
                      <a16:creationId xmlns:a16="http://schemas.microsoft.com/office/drawing/2014/main" id="{AA98E2BA-F0C0-A9D9-D9DB-2F047853BEE1}"/>
                    </a:ext>
                  </a:extLst>
                </p14:cNvPr>
                <p14:cNvContentPartPr/>
                <p14:nvPr/>
              </p14:nvContentPartPr>
              <p14:xfrm>
                <a:off x="12294045" y="6332640"/>
                <a:ext cx="38520" cy="66600"/>
              </p14:xfrm>
            </p:contentPart>
          </mc:Choice>
          <mc:Fallback>
            <p:pic>
              <p:nvPicPr>
                <p:cNvPr id="886" name="Ink 885">
                  <a:extLst>
                    <a:ext uri="{FF2B5EF4-FFF2-40B4-BE49-F238E27FC236}">
                      <a16:creationId xmlns:a16="http://schemas.microsoft.com/office/drawing/2014/main" id="{AA98E2BA-F0C0-A9D9-D9DB-2F047853BEE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2285405" y="6323640"/>
                  <a:ext cx="561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888" name="Ink 887">
                  <a:extLst>
                    <a:ext uri="{FF2B5EF4-FFF2-40B4-BE49-F238E27FC236}">
                      <a16:creationId xmlns:a16="http://schemas.microsoft.com/office/drawing/2014/main" id="{9D0A750F-3ACE-EB6F-C66C-F7D72F2750A9}"/>
                    </a:ext>
                  </a:extLst>
                </p14:cNvPr>
                <p14:cNvContentPartPr/>
                <p14:nvPr/>
              </p14:nvContentPartPr>
              <p14:xfrm>
                <a:off x="12342285" y="6309240"/>
                <a:ext cx="42480" cy="94320"/>
              </p14:xfrm>
            </p:contentPart>
          </mc:Choice>
          <mc:Fallback>
            <p:pic>
              <p:nvPicPr>
                <p:cNvPr id="888" name="Ink 887">
                  <a:extLst>
                    <a:ext uri="{FF2B5EF4-FFF2-40B4-BE49-F238E27FC236}">
                      <a16:creationId xmlns:a16="http://schemas.microsoft.com/office/drawing/2014/main" id="{9D0A750F-3ACE-EB6F-C66C-F7D72F2750A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2333645" y="6300240"/>
                  <a:ext cx="60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889" name="Ink 888">
                  <a:extLst>
                    <a:ext uri="{FF2B5EF4-FFF2-40B4-BE49-F238E27FC236}">
                      <a16:creationId xmlns:a16="http://schemas.microsoft.com/office/drawing/2014/main" id="{3530B27C-0CBA-7B69-6463-F7DDF73C6323}"/>
                    </a:ext>
                  </a:extLst>
                </p14:cNvPr>
                <p14:cNvContentPartPr/>
                <p14:nvPr/>
              </p14:nvContentPartPr>
              <p14:xfrm>
                <a:off x="12349845" y="6334800"/>
                <a:ext cx="11880" cy="1440"/>
              </p14:xfrm>
            </p:contentPart>
          </mc:Choice>
          <mc:Fallback>
            <p:pic>
              <p:nvPicPr>
                <p:cNvPr id="889" name="Ink 888">
                  <a:extLst>
                    <a:ext uri="{FF2B5EF4-FFF2-40B4-BE49-F238E27FC236}">
                      <a16:creationId xmlns:a16="http://schemas.microsoft.com/office/drawing/2014/main" id="{3530B27C-0CBA-7B69-6463-F7DDF73C632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2341205" y="6325800"/>
                  <a:ext cx="29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891" name="Ink 890">
                  <a:extLst>
                    <a:ext uri="{FF2B5EF4-FFF2-40B4-BE49-F238E27FC236}">
                      <a16:creationId xmlns:a16="http://schemas.microsoft.com/office/drawing/2014/main" id="{33CBF40D-FD24-3657-B1EF-904885D84E55}"/>
                    </a:ext>
                  </a:extLst>
                </p14:cNvPr>
                <p14:cNvContentPartPr/>
                <p14:nvPr/>
              </p14:nvContentPartPr>
              <p14:xfrm>
                <a:off x="12443445" y="6314640"/>
                <a:ext cx="48960" cy="52920"/>
              </p14:xfrm>
            </p:contentPart>
          </mc:Choice>
          <mc:Fallback>
            <p:pic>
              <p:nvPicPr>
                <p:cNvPr id="891" name="Ink 890">
                  <a:extLst>
                    <a:ext uri="{FF2B5EF4-FFF2-40B4-BE49-F238E27FC236}">
                      <a16:creationId xmlns:a16="http://schemas.microsoft.com/office/drawing/2014/main" id="{33CBF40D-FD24-3657-B1EF-904885D84E5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2434445" y="6305640"/>
                  <a:ext cx="66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893" name="Ink 892">
                  <a:extLst>
                    <a:ext uri="{FF2B5EF4-FFF2-40B4-BE49-F238E27FC236}">
                      <a16:creationId xmlns:a16="http://schemas.microsoft.com/office/drawing/2014/main" id="{A6347906-4C42-2A15-8C9B-EF7F060C747D}"/>
                    </a:ext>
                  </a:extLst>
                </p14:cNvPr>
                <p14:cNvContentPartPr/>
                <p14:nvPr/>
              </p14:nvContentPartPr>
              <p14:xfrm>
                <a:off x="12538845" y="6297720"/>
                <a:ext cx="29520" cy="69840"/>
              </p14:xfrm>
            </p:contentPart>
          </mc:Choice>
          <mc:Fallback>
            <p:pic>
              <p:nvPicPr>
                <p:cNvPr id="893" name="Ink 892">
                  <a:extLst>
                    <a:ext uri="{FF2B5EF4-FFF2-40B4-BE49-F238E27FC236}">
                      <a16:creationId xmlns:a16="http://schemas.microsoft.com/office/drawing/2014/main" id="{A6347906-4C42-2A15-8C9B-EF7F060C747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2530205" y="6289080"/>
                  <a:ext cx="471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895" name="Ink 894">
                  <a:extLst>
                    <a:ext uri="{FF2B5EF4-FFF2-40B4-BE49-F238E27FC236}">
                      <a16:creationId xmlns:a16="http://schemas.microsoft.com/office/drawing/2014/main" id="{85608CFA-EDB8-FB1C-C74B-D5E11A60D40F}"/>
                    </a:ext>
                  </a:extLst>
                </p14:cNvPr>
                <p14:cNvContentPartPr/>
                <p14:nvPr/>
              </p14:nvContentPartPr>
              <p14:xfrm>
                <a:off x="12588525" y="6283680"/>
                <a:ext cx="64080" cy="69840"/>
              </p14:xfrm>
            </p:contentPart>
          </mc:Choice>
          <mc:Fallback>
            <p:pic>
              <p:nvPicPr>
                <p:cNvPr id="895" name="Ink 894">
                  <a:extLst>
                    <a:ext uri="{FF2B5EF4-FFF2-40B4-BE49-F238E27FC236}">
                      <a16:creationId xmlns:a16="http://schemas.microsoft.com/office/drawing/2014/main" id="{85608CFA-EDB8-FB1C-C74B-D5E11A60D40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2579525" y="6275040"/>
                  <a:ext cx="81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896" name="Ink 895">
                  <a:extLst>
                    <a:ext uri="{FF2B5EF4-FFF2-40B4-BE49-F238E27FC236}">
                      <a16:creationId xmlns:a16="http://schemas.microsoft.com/office/drawing/2014/main" id="{5A74D8E6-BF01-B0B7-8FCB-16FA4D3EAB0E}"/>
                    </a:ext>
                  </a:extLst>
                </p14:cNvPr>
                <p14:cNvContentPartPr/>
                <p14:nvPr/>
              </p14:nvContentPartPr>
              <p14:xfrm>
                <a:off x="12664845" y="6222480"/>
                <a:ext cx="39240" cy="109800"/>
              </p14:xfrm>
            </p:contentPart>
          </mc:Choice>
          <mc:Fallback>
            <p:pic>
              <p:nvPicPr>
                <p:cNvPr id="896" name="Ink 895">
                  <a:extLst>
                    <a:ext uri="{FF2B5EF4-FFF2-40B4-BE49-F238E27FC236}">
                      <a16:creationId xmlns:a16="http://schemas.microsoft.com/office/drawing/2014/main" id="{5A74D8E6-BF01-B0B7-8FCB-16FA4D3EAB0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656205" y="6213480"/>
                  <a:ext cx="568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898" name="Ink 897">
                  <a:extLst>
                    <a:ext uri="{FF2B5EF4-FFF2-40B4-BE49-F238E27FC236}">
                      <a16:creationId xmlns:a16="http://schemas.microsoft.com/office/drawing/2014/main" id="{2A746FD2-5755-602B-280A-525DD8136074}"/>
                    </a:ext>
                  </a:extLst>
                </p14:cNvPr>
                <p14:cNvContentPartPr/>
                <p14:nvPr/>
              </p14:nvContentPartPr>
              <p14:xfrm>
                <a:off x="12205125" y="6524520"/>
                <a:ext cx="2520" cy="43200"/>
              </p14:xfrm>
            </p:contentPart>
          </mc:Choice>
          <mc:Fallback>
            <p:pic>
              <p:nvPicPr>
                <p:cNvPr id="898" name="Ink 897">
                  <a:extLst>
                    <a:ext uri="{FF2B5EF4-FFF2-40B4-BE49-F238E27FC236}">
                      <a16:creationId xmlns:a16="http://schemas.microsoft.com/office/drawing/2014/main" id="{2A746FD2-5755-602B-280A-525DD813607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2196485" y="6515520"/>
                  <a:ext cx="201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899" name="Ink 898">
                  <a:extLst>
                    <a:ext uri="{FF2B5EF4-FFF2-40B4-BE49-F238E27FC236}">
                      <a16:creationId xmlns:a16="http://schemas.microsoft.com/office/drawing/2014/main" id="{4D3EDEB5-341D-1131-4BD0-09BB4EA4DE0A}"/>
                    </a:ext>
                  </a:extLst>
                </p14:cNvPr>
                <p14:cNvContentPartPr/>
                <p14:nvPr/>
              </p14:nvContentPartPr>
              <p14:xfrm>
                <a:off x="12209085" y="6488160"/>
                <a:ext cx="6480" cy="32760"/>
              </p14:xfrm>
            </p:contentPart>
          </mc:Choice>
          <mc:Fallback>
            <p:pic>
              <p:nvPicPr>
                <p:cNvPr id="899" name="Ink 898">
                  <a:extLst>
                    <a:ext uri="{FF2B5EF4-FFF2-40B4-BE49-F238E27FC236}">
                      <a16:creationId xmlns:a16="http://schemas.microsoft.com/office/drawing/2014/main" id="{4D3EDEB5-341D-1131-4BD0-09BB4EA4DE0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2200085" y="6479520"/>
                  <a:ext cx="24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902" name="Ink 901">
                  <a:extLst>
                    <a:ext uri="{FF2B5EF4-FFF2-40B4-BE49-F238E27FC236}">
                      <a16:creationId xmlns:a16="http://schemas.microsoft.com/office/drawing/2014/main" id="{38F31102-F28D-FAB4-0CFB-C129CD9462C5}"/>
                    </a:ext>
                  </a:extLst>
                </p14:cNvPr>
                <p14:cNvContentPartPr/>
                <p14:nvPr/>
              </p14:nvContentPartPr>
              <p14:xfrm>
                <a:off x="12214125" y="6475560"/>
                <a:ext cx="38880" cy="45000"/>
              </p14:xfrm>
            </p:contentPart>
          </mc:Choice>
          <mc:Fallback>
            <p:pic>
              <p:nvPicPr>
                <p:cNvPr id="902" name="Ink 901">
                  <a:extLst>
                    <a:ext uri="{FF2B5EF4-FFF2-40B4-BE49-F238E27FC236}">
                      <a16:creationId xmlns:a16="http://schemas.microsoft.com/office/drawing/2014/main" id="{38F31102-F28D-FAB4-0CFB-C129CD9462C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2205125" y="6466920"/>
                  <a:ext cx="56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903" name="Ink 902">
                  <a:extLst>
                    <a:ext uri="{FF2B5EF4-FFF2-40B4-BE49-F238E27FC236}">
                      <a16:creationId xmlns:a16="http://schemas.microsoft.com/office/drawing/2014/main" id="{470E00D8-21C2-8F2E-6792-25D9B9876CA5}"/>
                    </a:ext>
                  </a:extLst>
                </p14:cNvPr>
                <p14:cNvContentPartPr/>
                <p14:nvPr/>
              </p14:nvContentPartPr>
              <p14:xfrm>
                <a:off x="12293325" y="6502200"/>
                <a:ext cx="26640" cy="52200"/>
              </p14:xfrm>
            </p:contentPart>
          </mc:Choice>
          <mc:Fallback>
            <p:pic>
              <p:nvPicPr>
                <p:cNvPr id="903" name="Ink 902">
                  <a:extLst>
                    <a:ext uri="{FF2B5EF4-FFF2-40B4-BE49-F238E27FC236}">
                      <a16:creationId xmlns:a16="http://schemas.microsoft.com/office/drawing/2014/main" id="{470E00D8-21C2-8F2E-6792-25D9B9876CA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2284325" y="6493560"/>
                  <a:ext cx="442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905" name="Ink 904">
                  <a:extLst>
                    <a:ext uri="{FF2B5EF4-FFF2-40B4-BE49-F238E27FC236}">
                      <a16:creationId xmlns:a16="http://schemas.microsoft.com/office/drawing/2014/main" id="{E2B95803-F9BD-88A1-BF09-F4A6913A8D6E}"/>
                    </a:ext>
                  </a:extLst>
                </p14:cNvPr>
                <p14:cNvContentPartPr/>
                <p14:nvPr/>
              </p14:nvContentPartPr>
              <p14:xfrm>
                <a:off x="12332925" y="6499680"/>
                <a:ext cx="15120" cy="44280"/>
              </p14:xfrm>
            </p:contentPart>
          </mc:Choice>
          <mc:Fallback>
            <p:pic>
              <p:nvPicPr>
                <p:cNvPr id="905" name="Ink 904">
                  <a:extLst>
                    <a:ext uri="{FF2B5EF4-FFF2-40B4-BE49-F238E27FC236}">
                      <a16:creationId xmlns:a16="http://schemas.microsoft.com/office/drawing/2014/main" id="{E2B95803-F9BD-88A1-BF09-F4A6913A8D6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2323925" y="6490680"/>
                  <a:ext cx="32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906" name="Ink 905">
                  <a:extLst>
                    <a:ext uri="{FF2B5EF4-FFF2-40B4-BE49-F238E27FC236}">
                      <a16:creationId xmlns:a16="http://schemas.microsoft.com/office/drawing/2014/main" id="{D528844D-71F5-1217-C5D8-8FD229B679CF}"/>
                    </a:ext>
                  </a:extLst>
                </p14:cNvPr>
                <p14:cNvContentPartPr/>
                <p14:nvPr/>
              </p14:nvContentPartPr>
              <p14:xfrm>
                <a:off x="12348045" y="6488160"/>
                <a:ext cx="3960" cy="19800"/>
              </p14:xfrm>
            </p:contentPart>
          </mc:Choice>
          <mc:Fallback>
            <p:pic>
              <p:nvPicPr>
                <p:cNvPr id="906" name="Ink 905">
                  <a:extLst>
                    <a:ext uri="{FF2B5EF4-FFF2-40B4-BE49-F238E27FC236}">
                      <a16:creationId xmlns:a16="http://schemas.microsoft.com/office/drawing/2014/main" id="{D528844D-71F5-1217-C5D8-8FD229B679C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2339045" y="6479160"/>
                  <a:ext cx="21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911" name="Ink 910">
                  <a:extLst>
                    <a:ext uri="{FF2B5EF4-FFF2-40B4-BE49-F238E27FC236}">
                      <a16:creationId xmlns:a16="http://schemas.microsoft.com/office/drawing/2014/main" id="{91F58DC1-75AB-F7B3-6111-5CE23507F814}"/>
                    </a:ext>
                  </a:extLst>
                </p14:cNvPr>
                <p14:cNvContentPartPr/>
                <p14:nvPr/>
              </p14:nvContentPartPr>
              <p14:xfrm>
                <a:off x="12418605" y="6463320"/>
                <a:ext cx="14760" cy="56160"/>
              </p14:xfrm>
            </p:contentPart>
          </mc:Choice>
          <mc:Fallback>
            <p:pic>
              <p:nvPicPr>
                <p:cNvPr id="911" name="Ink 910">
                  <a:extLst>
                    <a:ext uri="{FF2B5EF4-FFF2-40B4-BE49-F238E27FC236}">
                      <a16:creationId xmlns:a16="http://schemas.microsoft.com/office/drawing/2014/main" id="{91F58DC1-75AB-F7B3-6111-5CE23507F81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2409605" y="6454680"/>
                  <a:ext cx="32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913" name="Ink 912">
                  <a:extLst>
                    <a:ext uri="{FF2B5EF4-FFF2-40B4-BE49-F238E27FC236}">
                      <a16:creationId xmlns:a16="http://schemas.microsoft.com/office/drawing/2014/main" id="{4378C75C-5BE4-713E-38EF-C665C20A4538}"/>
                    </a:ext>
                  </a:extLst>
                </p14:cNvPr>
                <p14:cNvContentPartPr/>
                <p14:nvPr/>
              </p14:nvContentPartPr>
              <p14:xfrm>
                <a:off x="12424365" y="6446040"/>
                <a:ext cx="52560" cy="48960"/>
              </p14:xfrm>
            </p:contentPart>
          </mc:Choice>
          <mc:Fallback>
            <p:pic>
              <p:nvPicPr>
                <p:cNvPr id="913" name="Ink 912">
                  <a:extLst>
                    <a:ext uri="{FF2B5EF4-FFF2-40B4-BE49-F238E27FC236}">
                      <a16:creationId xmlns:a16="http://schemas.microsoft.com/office/drawing/2014/main" id="{4378C75C-5BE4-713E-38EF-C665C20A453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2415365" y="6437040"/>
                  <a:ext cx="702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914" name="Ink 913">
                  <a:extLst>
                    <a:ext uri="{FF2B5EF4-FFF2-40B4-BE49-F238E27FC236}">
                      <a16:creationId xmlns:a16="http://schemas.microsoft.com/office/drawing/2014/main" id="{C98D70A2-B9CE-79D7-DC34-CFFC5D5C1FFF}"/>
                    </a:ext>
                  </a:extLst>
                </p14:cNvPr>
                <p14:cNvContentPartPr/>
                <p14:nvPr/>
              </p14:nvContentPartPr>
              <p14:xfrm>
                <a:off x="12525165" y="6454320"/>
                <a:ext cx="34560" cy="43920"/>
              </p14:xfrm>
            </p:contentPart>
          </mc:Choice>
          <mc:Fallback>
            <p:pic>
              <p:nvPicPr>
                <p:cNvPr id="914" name="Ink 913">
                  <a:extLst>
                    <a:ext uri="{FF2B5EF4-FFF2-40B4-BE49-F238E27FC236}">
                      <a16:creationId xmlns:a16="http://schemas.microsoft.com/office/drawing/2014/main" id="{C98D70A2-B9CE-79D7-DC34-CFFC5D5C1FF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2516525" y="6445680"/>
                  <a:ext cx="52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916" name="Ink 915">
                  <a:extLst>
                    <a:ext uri="{FF2B5EF4-FFF2-40B4-BE49-F238E27FC236}">
                      <a16:creationId xmlns:a16="http://schemas.microsoft.com/office/drawing/2014/main" id="{9BEDAC11-29B6-0334-F98C-9436975DBB59}"/>
                    </a:ext>
                  </a:extLst>
                </p14:cNvPr>
                <p14:cNvContentPartPr/>
                <p14:nvPr/>
              </p14:nvContentPartPr>
              <p14:xfrm>
                <a:off x="12569445" y="6429120"/>
                <a:ext cx="41040" cy="53640"/>
              </p14:xfrm>
            </p:contentPart>
          </mc:Choice>
          <mc:Fallback>
            <p:pic>
              <p:nvPicPr>
                <p:cNvPr id="916" name="Ink 915">
                  <a:extLst>
                    <a:ext uri="{FF2B5EF4-FFF2-40B4-BE49-F238E27FC236}">
                      <a16:creationId xmlns:a16="http://schemas.microsoft.com/office/drawing/2014/main" id="{9BEDAC11-29B6-0334-F98C-9436975DBB5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2560805" y="6420480"/>
                  <a:ext cx="58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917" name="Ink 916">
                  <a:extLst>
                    <a:ext uri="{FF2B5EF4-FFF2-40B4-BE49-F238E27FC236}">
                      <a16:creationId xmlns:a16="http://schemas.microsoft.com/office/drawing/2014/main" id="{E81A07D7-AF9F-C600-DFEA-0C9080B68CAE}"/>
                    </a:ext>
                  </a:extLst>
                </p14:cNvPr>
                <p14:cNvContentPartPr/>
                <p14:nvPr/>
              </p14:nvContentPartPr>
              <p14:xfrm>
                <a:off x="12634605" y="6414720"/>
                <a:ext cx="59040" cy="47880"/>
              </p14:xfrm>
            </p:contentPart>
          </mc:Choice>
          <mc:Fallback>
            <p:pic>
              <p:nvPicPr>
                <p:cNvPr id="917" name="Ink 916">
                  <a:extLst>
                    <a:ext uri="{FF2B5EF4-FFF2-40B4-BE49-F238E27FC236}">
                      <a16:creationId xmlns:a16="http://schemas.microsoft.com/office/drawing/2014/main" id="{E81A07D7-AF9F-C600-DFEA-0C9080B68CA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2625965" y="6405720"/>
                  <a:ext cx="766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920" name="Ink 919">
                  <a:extLst>
                    <a:ext uri="{FF2B5EF4-FFF2-40B4-BE49-F238E27FC236}">
                      <a16:creationId xmlns:a16="http://schemas.microsoft.com/office/drawing/2014/main" id="{9E9A48BE-1124-A95B-CAA2-45D2E246AA4D}"/>
                    </a:ext>
                  </a:extLst>
                </p14:cNvPr>
                <p14:cNvContentPartPr/>
                <p14:nvPr/>
              </p14:nvContentPartPr>
              <p14:xfrm>
                <a:off x="12717380" y="6393620"/>
                <a:ext cx="52200" cy="61560"/>
              </p14:xfrm>
            </p:contentPart>
          </mc:Choice>
          <mc:Fallback>
            <p:pic>
              <p:nvPicPr>
                <p:cNvPr id="920" name="Ink 919">
                  <a:extLst>
                    <a:ext uri="{FF2B5EF4-FFF2-40B4-BE49-F238E27FC236}">
                      <a16:creationId xmlns:a16="http://schemas.microsoft.com/office/drawing/2014/main" id="{9E9A48BE-1124-A95B-CAA2-45D2E246AA4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2708740" y="6384620"/>
                  <a:ext cx="69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922" name="Ink 921">
                  <a:extLst>
                    <a:ext uri="{FF2B5EF4-FFF2-40B4-BE49-F238E27FC236}">
                      <a16:creationId xmlns:a16="http://schemas.microsoft.com/office/drawing/2014/main" id="{2EC9EB7D-34B0-7727-6183-B19BA1739C58}"/>
                    </a:ext>
                  </a:extLst>
                </p14:cNvPr>
                <p14:cNvContentPartPr/>
                <p14:nvPr/>
              </p14:nvContentPartPr>
              <p14:xfrm>
                <a:off x="12798740" y="6370220"/>
                <a:ext cx="5040" cy="70920"/>
              </p14:xfrm>
            </p:contentPart>
          </mc:Choice>
          <mc:Fallback>
            <p:pic>
              <p:nvPicPr>
                <p:cNvPr id="922" name="Ink 921">
                  <a:extLst>
                    <a:ext uri="{FF2B5EF4-FFF2-40B4-BE49-F238E27FC236}">
                      <a16:creationId xmlns:a16="http://schemas.microsoft.com/office/drawing/2014/main" id="{2EC9EB7D-34B0-7727-6183-B19BA1739C5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2790100" y="6361220"/>
                  <a:ext cx="22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924" name="Ink 923">
                  <a:extLst>
                    <a:ext uri="{FF2B5EF4-FFF2-40B4-BE49-F238E27FC236}">
                      <a16:creationId xmlns:a16="http://schemas.microsoft.com/office/drawing/2014/main" id="{81012233-D983-7014-E3F1-BCA21CE0A1F5}"/>
                    </a:ext>
                  </a:extLst>
                </p14:cNvPr>
                <p14:cNvContentPartPr/>
                <p14:nvPr/>
              </p14:nvContentPartPr>
              <p14:xfrm>
                <a:off x="12819260" y="6376700"/>
                <a:ext cx="40680" cy="37080"/>
              </p14:xfrm>
            </p:contentPart>
          </mc:Choice>
          <mc:Fallback>
            <p:pic>
              <p:nvPicPr>
                <p:cNvPr id="924" name="Ink 923">
                  <a:extLst>
                    <a:ext uri="{FF2B5EF4-FFF2-40B4-BE49-F238E27FC236}">
                      <a16:creationId xmlns:a16="http://schemas.microsoft.com/office/drawing/2014/main" id="{81012233-D983-7014-E3F1-BCA21CE0A1F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2810260" y="6367700"/>
                  <a:ext cx="58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75A80EF1-5170-77A0-C595-760D37061CD2}"/>
                    </a:ext>
                  </a:extLst>
                </p14:cNvPr>
                <p14:cNvContentPartPr/>
                <p14:nvPr/>
              </p14:nvContentPartPr>
              <p14:xfrm>
                <a:off x="12884060" y="6350780"/>
                <a:ext cx="57240" cy="64080"/>
              </p14:xfrm>
            </p:contentPart>
          </mc:Choice>
          <mc:Fallback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75A80EF1-5170-77A0-C595-760D37061CD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2875420" y="6341780"/>
                  <a:ext cx="748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928" name="Ink 927">
                  <a:extLst>
                    <a:ext uri="{FF2B5EF4-FFF2-40B4-BE49-F238E27FC236}">
                      <a16:creationId xmlns:a16="http://schemas.microsoft.com/office/drawing/2014/main" id="{EE520DA6-9466-501B-9539-84BEE866F3F8}"/>
                    </a:ext>
                  </a:extLst>
                </p14:cNvPr>
                <p14:cNvContentPartPr/>
                <p14:nvPr/>
              </p14:nvContentPartPr>
              <p14:xfrm>
                <a:off x="12588140" y="6553100"/>
                <a:ext cx="66240" cy="72360"/>
              </p14:xfrm>
            </p:contentPart>
          </mc:Choice>
          <mc:Fallback>
            <p:pic>
              <p:nvPicPr>
                <p:cNvPr id="928" name="Ink 927">
                  <a:extLst>
                    <a:ext uri="{FF2B5EF4-FFF2-40B4-BE49-F238E27FC236}">
                      <a16:creationId xmlns:a16="http://schemas.microsoft.com/office/drawing/2014/main" id="{EE520DA6-9466-501B-9539-84BEE866F3F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2579140" y="6544100"/>
                  <a:ext cx="83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929" name="Ink 928">
                  <a:extLst>
                    <a:ext uri="{FF2B5EF4-FFF2-40B4-BE49-F238E27FC236}">
                      <a16:creationId xmlns:a16="http://schemas.microsoft.com/office/drawing/2014/main" id="{D9C134FD-4E7B-9685-3A6E-3A94002C5C0F}"/>
                    </a:ext>
                  </a:extLst>
                </p14:cNvPr>
                <p14:cNvContentPartPr/>
                <p14:nvPr/>
              </p14:nvContentPartPr>
              <p14:xfrm>
                <a:off x="12585620" y="6580100"/>
                <a:ext cx="57960" cy="21600"/>
              </p14:xfrm>
            </p:contentPart>
          </mc:Choice>
          <mc:Fallback>
            <p:pic>
              <p:nvPicPr>
                <p:cNvPr id="929" name="Ink 928">
                  <a:extLst>
                    <a:ext uri="{FF2B5EF4-FFF2-40B4-BE49-F238E27FC236}">
                      <a16:creationId xmlns:a16="http://schemas.microsoft.com/office/drawing/2014/main" id="{D9C134FD-4E7B-9685-3A6E-3A94002C5C0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2576620" y="6571100"/>
                  <a:ext cx="75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930" name="Ink 929">
                  <a:extLst>
                    <a:ext uri="{FF2B5EF4-FFF2-40B4-BE49-F238E27FC236}">
                      <a16:creationId xmlns:a16="http://schemas.microsoft.com/office/drawing/2014/main" id="{CCE84F38-407B-3C16-638B-0641D4C10DA5}"/>
                    </a:ext>
                  </a:extLst>
                </p14:cNvPr>
                <p14:cNvContentPartPr/>
                <p14:nvPr/>
              </p14:nvContentPartPr>
              <p14:xfrm>
                <a:off x="12666980" y="6578300"/>
                <a:ext cx="23400" cy="26640"/>
              </p14:xfrm>
            </p:contentPart>
          </mc:Choice>
          <mc:Fallback>
            <p:pic>
              <p:nvPicPr>
                <p:cNvPr id="930" name="Ink 929">
                  <a:extLst>
                    <a:ext uri="{FF2B5EF4-FFF2-40B4-BE49-F238E27FC236}">
                      <a16:creationId xmlns:a16="http://schemas.microsoft.com/office/drawing/2014/main" id="{CCE84F38-407B-3C16-638B-0641D4C10DA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2657980" y="6569660"/>
                  <a:ext cx="41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931" name="Ink 930">
                  <a:extLst>
                    <a:ext uri="{FF2B5EF4-FFF2-40B4-BE49-F238E27FC236}">
                      <a16:creationId xmlns:a16="http://schemas.microsoft.com/office/drawing/2014/main" id="{98EDC574-8DBF-DCD4-4C91-73CB33DEFB4A}"/>
                    </a:ext>
                  </a:extLst>
                </p14:cNvPr>
                <p14:cNvContentPartPr/>
                <p14:nvPr/>
              </p14:nvContentPartPr>
              <p14:xfrm>
                <a:off x="12696860" y="6550580"/>
                <a:ext cx="13680" cy="114120"/>
              </p14:xfrm>
            </p:contentPart>
          </mc:Choice>
          <mc:Fallback>
            <p:pic>
              <p:nvPicPr>
                <p:cNvPr id="931" name="Ink 930">
                  <a:extLst>
                    <a:ext uri="{FF2B5EF4-FFF2-40B4-BE49-F238E27FC236}">
                      <a16:creationId xmlns:a16="http://schemas.microsoft.com/office/drawing/2014/main" id="{98EDC574-8DBF-DCD4-4C91-73CB33DEFB4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2688220" y="6541580"/>
                  <a:ext cx="31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933" name="Ink 932">
                  <a:extLst>
                    <a:ext uri="{FF2B5EF4-FFF2-40B4-BE49-F238E27FC236}">
                      <a16:creationId xmlns:a16="http://schemas.microsoft.com/office/drawing/2014/main" id="{EA336255-77BD-D739-23F5-491D814E9661}"/>
                    </a:ext>
                  </a:extLst>
                </p14:cNvPr>
                <p14:cNvContentPartPr/>
                <p14:nvPr/>
              </p14:nvContentPartPr>
              <p14:xfrm>
                <a:off x="12755540" y="6548060"/>
                <a:ext cx="5760" cy="91440"/>
              </p14:xfrm>
            </p:contentPart>
          </mc:Choice>
          <mc:Fallback>
            <p:pic>
              <p:nvPicPr>
                <p:cNvPr id="933" name="Ink 932">
                  <a:extLst>
                    <a:ext uri="{FF2B5EF4-FFF2-40B4-BE49-F238E27FC236}">
                      <a16:creationId xmlns:a16="http://schemas.microsoft.com/office/drawing/2014/main" id="{EA336255-77BD-D739-23F5-491D814E966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2746540" y="6539060"/>
                  <a:ext cx="234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934" name="Ink 933">
                  <a:extLst>
                    <a:ext uri="{FF2B5EF4-FFF2-40B4-BE49-F238E27FC236}">
                      <a16:creationId xmlns:a16="http://schemas.microsoft.com/office/drawing/2014/main" id="{D89C46FA-04BF-B2D4-A5CF-057FB7A26982}"/>
                    </a:ext>
                  </a:extLst>
                </p14:cNvPr>
                <p14:cNvContentPartPr/>
                <p14:nvPr/>
              </p14:nvContentPartPr>
              <p14:xfrm>
                <a:off x="12766340" y="6523220"/>
                <a:ext cx="34560" cy="73440"/>
              </p14:xfrm>
            </p:contentPart>
          </mc:Choice>
          <mc:Fallback>
            <p:pic>
              <p:nvPicPr>
                <p:cNvPr id="934" name="Ink 933">
                  <a:extLst>
                    <a:ext uri="{FF2B5EF4-FFF2-40B4-BE49-F238E27FC236}">
                      <a16:creationId xmlns:a16="http://schemas.microsoft.com/office/drawing/2014/main" id="{D89C46FA-04BF-B2D4-A5CF-057FB7A2698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2757340" y="6514220"/>
                  <a:ext cx="52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935" name="Ink 934">
                  <a:extLst>
                    <a:ext uri="{FF2B5EF4-FFF2-40B4-BE49-F238E27FC236}">
                      <a16:creationId xmlns:a16="http://schemas.microsoft.com/office/drawing/2014/main" id="{5B02FFB5-B4FE-F7A9-E26B-6D7A3CA78901}"/>
                    </a:ext>
                  </a:extLst>
                </p14:cNvPr>
                <p14:cNvContentPartPr/>
                <p14:nvPr/>
              </p14:nvContentPartPr>
              <p14:xfrm>
                <a:off x="12830780" y="6495500"/>
                <a:ext cx="33480" cy="79920"/>
              </p14:xfrm>
            </p:contentPart>
          </mc:Choice>
          <mc:Fallback>
            <p:pic>
              <p:nvPicPr>
                <p:cNvPr id="935" name="Ink 934">
                  <a:extLst>
                    <a:ext uri="{FF2B5EF4-FFF2-40B4-BE49-F238E27FC236}">
                      <a16:creationId xmlns:a16="http://schemas.microsoft.com/office/drawing/2014/main" id="{5B02FFB5-B4FE-F7A9-E26B-6D7A3CA7890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2821780" y="6486500"/>
                  <a:ext cx="5112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937" name="Ink 936">
                <a:extLst>
                  <a:ext uri="{FF2B5EF4-FFF2-40B4-BE49-F238E27FC236}">
                    <a16:creationId xmlns:a16="http://schemas.microsoft.com/office/drawing/2014/main" id="{EAB05FEB-C557-6630-7FC7-8A666637630E}"/>
                  </a:ext>
                </a:extLst>
              </p14:cNvPr>
              <p14:cNvContentPartPr/>
              <p14:nvPr/>
            </p14:nvContentPartPr>
            <p14:xfrm>
              <a:off x="11947840" y="5745400"/>
              <a:ext cx="360" cy="360"/>
            </p14:xfrm>
          </p:contentPart>
        </mc:Choice>
        <mc:Fallback>
          <p:pic>
            <p:nvPicPr>
              <p:cNvPr id="937" name="Ink 936">
                <a:extLst>
                  <a:ext uri="{FF2B5EF4-FFF2-40B4-BE49-F238E27FC236}">
                    <a16:creationId xmlns:a16="http://schemas.microsoft.com/office/drawing/2014/main" id="{EAB05FEB-C557-6630-7FC7-8A666637630E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1939200" y="573640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335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4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F85EE-C470-CE10-12A9-205DDFB1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944ED0-2645-B47B-8D3E-F5320BD66EAC}"/>
              </a:ext>
            </a:extLst>
          </p:cNvPr>
          <p:cNvSpPr txBox="1"/>
          <p:nvPr/>
        </p:nvSpPr>
        <p:spPr>
          <a:xfrm>
            <a:off x="186783" y="104924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Resources Utilization Dashboard – Design Explanation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E18D9-A8B2-98DF-8092-808E03C35303}"/>
              </a:ext>
            </a:extLst>
          </p:cNvPr>
          <p:cNvSpPr txBox="1"/>
          <p:nvPr/>
        </p:nvSpPr>
        <p:spPr>
          <a:xfrm>
            <a:off x="186784" y="473999"/>
            <a:ext cx="7050358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highlight>
                  <a:srgbClr val="FFFF00"/>
                </a:highlight>
              </a:rPr>
              <a:t>1. KPI Cards</a:t>
            </a:r>
          </a:p>
          <a:p>
            <a:r>
              <a:rPr lang="en-IN" sz="1600" b="1" dirty="0"/>
              <a:t>1. Total Available Resource Units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total number of resource units available</a:t>
            </a:r>
            <a:r>
              <a:rPr lang="en-IN" sz="1600" dirty="0"/>
              <a:t> across hospitals and departments. </a:t>
            </a:r>
          </a:p>
          <a:p>
            <a:pPr lvl="0"/>
            <a:r>
              <a:rPr lang="en-IN" sz="1600" dirty="0"/>
              <a:t>I am comparing the current value with the </a:t>
            </a:r>
            <a:r>
              <a:rPr lang="en-IN" sz="1600" b="1" dirty="0"/>
              <a:t>previous year's value</a:t>
            </a:r>
            <a:r>
              <a:rPr lang="en-IN" sz="1600" dirty="0"/>
              <a:t> to understand the change in available resource capacity. </a:t>
            </a:r>
          </a:p>
          <a:p>
            <a:r>
              <a:rPr lang="en-IN" sz="1600" b="1" dirty="0"/>
              <a:t>2. Overall Utilization %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overall percentage of available resources that are currently being utilized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utilization percentage with the </a:t>
            </a:r>
            <a:r>
              <a:rPr lang="en-IN" sz="1600" b="1" dirty="0"/>
              <a:t>previous year's value</a:t>
            </a:r>
            <a:r>
              <a:rPr lang="en-IN" sz="1600" dirty="0"/>
              <a:t> to understand whether resource usage has increased or decreased. </a:t>
            </a:r>
          </a:p>
          <a:p>
            <a:r>
              <a:rPr lang="en-IN" sz="1600" b="1" dirty="0"/>
              <a:t>3. Shortage Units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number of resource units experiencing a shortage or capacity risk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using this KPI to identify areas where resource utilization is reaching or exceeding the defined capacity threshold. </a:t>
            </a:r>
          </a:p>
          <a:p>
            <a:r>
              <a:rPr lang="en-IN" sz="1600" b="1" dirty="0"/>
              <a:t>4. Average Equipment Downtime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average number of hours equipment remains unavailable due to maintenance or failure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downtime with the </a:t>
            </a:r>
            <a:r>
              <a:rPr lang="en-IN" sz="1600" b="1" dirty="0"/>
              <a:t>previous year's value</a:t>
            </a:r>
            <a:r>
              <a:rPr lang="en-IN" sz="1600" dirty="0"/>
              <a:t> to identify whether equipment availability is improving or deteriorating. </a:t>
            </a:r>
          </a:p>
          <a:p>
            <a:r>
              <a:rPr lang="en-IN" sz="1600" b="1" dirty="0"/>
              <a:t>5. Overtime Hours by Staff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total overtime hours recorded by clinical staff</a:t>
            </a:r>
            <a:r>
              <a:rPr lang="en-IN" sz="1600" dirty="0"/>
              <a:t>, such as nurses and doctors. </a:t>
            </a:r>
          </a:p>
          <a:p>
            <a:pPr lvl="0"/>
            <a:r>
              <a:rPr lang="en-IN" sz="1600" dirty="0"/>
              <a:t>I am comparing the current overtime hours with the </a:t>
            </a:r>
            <a:r>
              <a:rPr lang="en-IN" sz="1600" b="1" dirty="0"/>
              <a:t>previous year's value</a:t>
            </a:r>
            <a:r>
              <a:rPr lang="en-IN" sz="1600" dirty="0"/>
              <a:t> to identify departments where additional staffing may be required. </a:t>
            </a:r>
          </a:p>
          <a:p>
            <a:r>
              <a:rPr lang="en-IN" sz="1600" b="1" dirty="0"/>
              <a:t>6. Average Response Time by Equipment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average response time associated with the selected equipment/resources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comparing the current response time with the </a:t>
            </a:r>
            <a:r>
              <a:rPr lang="en-IN" sz="1600" b="1" dirty="0"/>
              <a:t>previous year's value</a:t>
            </a:r>
            <a:r>
              <a:rPr lang="en-IN" sz="1600" dirty="0"/>
              <a:t> to monitor changes in operational responsiveness.</a:t>
            </a:r>
          </a:p>
          <a:p>
            <a:pPr lvl="0"/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E07D6-6CA7-0090-94F0-7E14B82C8F5F}"/>
              </a:ext>
            </a:extLst>
          </p:cNvPr>
          <p:cNvSpPr txBox="1"/>
          <p:nvPr/>
        </p:nvSpPr>
        <p:spPr>
          <a:xfrm>
            <a:off x="7882984" y="590758"/>
            <a:ext cx="6477463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highlight>
                  <a:srgbClr val="FFFF00"/>
                </a:highlight>
              </a:rPr>
              <a:t>2. Additional Resource KPIs</a:t>
            </a:r>
          </a:p>
          <a:p>
            <a:r>
              <a:rPr lang="en-IN" sz="1600" b="1" dirty="0"/>
              <a:t>7. Resource Usage Hours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percentage of resource hours that are actually utilized compared with the available capacity hours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 am using this measure to understand how efficiently the available resource time is being used. </a:t>
            </a:r>
          </a:p>
          <a:p>
            <a:r>
              <a:rPr lang="en-IN" sz="1600" b="1" dirty="0"/>
              <a:t>8. Resource Headcount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number of available clinical staff</a:t>
            </a:r>
            <a:r>
              <a:rPr lang="en-IN" sz="1600" dirty="0"/>
              <a:t>, such as nurses and doctors. </a:t>
            </a:r>
          </a:p>
          <a:p>
            <a:pPr lvl="0"/>
            <a:r>
              <a:rPr lang="en-IN" sz="1600" dirty="0"/>
              <a:t>I am comparing the available staff with the remaining resource requirement to understand whether staffing capacity is sufficient. </a:t>
            </a:r>
          </a:p>
          <a:p>
            <a:r>
              <a:rPr lang="en-IN" sz="1600" b="1" dirty="0"/>
              <a:t>9. Overall Equipment Idle Hours</a:t>
            </a:r>
          </a:p>
          <a:p>
            <a:pPr lvl="0"/>
            <a:r>
              <a:rPr lang="en-IN" sz="1600" dirty="0"/>
              <a:t>Here I am calculating the </a:t>
            </a:r>
            <a:r>
              <a:rPr lang="en-IN" sz="1600" b="1" dirty="0"/>
              <a:t>total hours equipment remains available but unused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This helps me identify resources that may be </a:t>
            </a:r>
            <a:r>
              <a:rPr lang="en-IN" sz="1600" b="1" dirty="0"/>
              <a:t>underutilized</a:t>
            </a:r>
            <a:r>
              <a:rPr lang="en-IN" sz="1600" dirty="0"/>
              <a:t> and could potentially be allocated more efficiently. </a:t>
            </a:r>
          </a:p>
          <a:p>
            <a:r>
              <a:rPr lang="en-IN" sz="1600" b="1" dirty="0"/>
              <a:t>10. Staff on Duty</a:t>
            </a:r>
          </a:p>
          <a:p>
            <a:pPr lvl="0"/>
            <a:r>
              <a:rPr lang="en-IN" sz="1600" dirty="0"/>
              <a:t>Here I am showing the </a:t>
            </a:r>
            <a:r>
              <a:rPr lang="en-IN" sz="1600" b="1" dirty="0"/>
              <a:t>number of nurses and doctors currently on duty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This helps me compare staffing availability with the workload and resource demand across departments. </a:t>
            </a:r>
          </a:p>
          <a:p>
            <a:r>
              <a:rPr lang="en-IN" sz="1600" b="1" dirty="0"/>
              <a:t>11. Overall Equipment Idle Hours / Units in Use</a:t>
            </a:r>
          </a:p>
          <a:p>
            <a:pPr lvl="0"/>
            <a:r>
              <a:rPr lang="en-IN" sz="1600" dirty="0"/>
              <a:t>Here I am tracking the </a:t>
            </a:r>
            <a:r>
              <a:rPr lang="en-IN" sz="1600" b="1" dirty="0"/>
              <a:t>equipment hours that are idle and the number of resource units currently in use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This helps me understand the balance between </a:t>
            </a:r>
            <a:r>
              <a:rPr lang="en-IN" sz="1600" b="1" dirty="0"/>
              <a:t>resource availability, utilization, and unused capacity</a:t>
            </a:r>
            <a:r>
              <a:rPr lang="en-IN" sz="1600" dirty="0"/>
              <a:t>. </a:t>
            </a:r>
          </a:p>
          <a:p>
            <a:r>
              <a:rPr lang="en-IN" sz="1600" b="1" dirty="0"/>
              <a:t>12. Planned Capacity Next Month</a:t>
            </a:r>
          </a:p>
          <a:p>
            <a:pPr lvl="0"/>
            <a:r>
              <a:rPr lang="en-IN" sz="1600" dirty="0"/>
              <a:t>Here I am showing the </a:t>
            </a:r>
            <a:r>
              <a:rPr lang="en-IN" sz="1600" b="1" dirty="0"/>
              <a:t>planned or forecasted resource capacity for the following month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This helps me compare future capacity with current utilization and identify potential </a:t>
            </a:r>
            <a:r>
              <a:rPr lang="en-IN" sz="1600" b="1" dirty="0"/>
              <a:t>future resource requirements</a:t>
            </a:r>
            <a:r>
              <a:rPr lang="en-IN" sz="1600" dirty="0"/>
              <a:t>.</a:t>
            </a:r>
          </a:p>
          <a:p>
            <a:endParaRPr lang="en-IN" sz="1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1219F1-0660-6688-EDBB-B43048198652}"/>
              </a:ext>
            </a:extLst>
          </p:cNvPr>
          <p:cNvCxnSpPr>
            <a:cxnSpLocks/>
          </p:cNvCxnSpPr>
          <p:nvPr/>
        </p:nvCxnSpPr>
        <p:spPr>
          <a:xfrm>
            <a:off x="7605132" y="590758"/>
            <a:ext cx="83170" cy="739351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465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4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B4ED8F-10EC-F10C-D96D-BF39E317D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7D60BA-47FD-5C44-E744-3E9058B30905}"/>
              </a:ext>
            </a:extLst>
          </p:cNvPr>
          <p:cNvSpPr txBox="1"/>
          <p:nvPr/>
        </p:nvSpPr>
        <p:spPr>
          <a:xfrm>
            <a:off x="89443" y="104924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Resources Utilization Dashboard – Design Explanation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25671-2495-922B-A7C7-6145F79ECE71}"/>
              </a:ext>
            </a:extLst>
          </p:cNvPr>
          <p:cNvSpPr txBox="1"/>
          <p:nvPr/>
        </p:nvSpPr>
        <p:spPr>
          <a:xfrm>
            <a:off x="89442" y="473999"/>
            <a:ext cx="14540957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highlight>
                  <a:srgbClr val="FFFF00"/>
                </a:highlight>
              </a:rPr>
              <a:t>3. Resource Analysis Charts</a:t>
            </a:r>
          </a:p>
          <a:p>
            <a:r>
              <a:rPr lang="en-IN" sz="1600" b="1" dirty="0"/>
              <a:t>13. Resource Type Utilization</a:t>
            </a:r>
          </a:p>
          <a:p>
            <a:pPr lvl="0"/>
            <a:r>
              <a:rPr lang="en-IN" sz="1600" dirty="0"/>
              <a:t>Here I am comparing resource utilization across different </a:t>
            </a:r>
            <a:r>
              <a:rPr lang="en-IN" sz="1600" b="1" dirty="0"/>
              <a:t>resource types</a:t>
            </a:r>
            <a:r>
              <a:rPr lang="en-IN" sz="1600" dirty="0"/>
              <a:t>, such as Beds, Equipment, and Clinical Staff. </a:t>
            </a:r>
          </a:p>
          <a:p>
            <a:pPr lvl="0"/>
            <a:r>
              <a:rPr lang="en-IN" sz="1600" dirty="0"/>
              <a:t>This helps me identify which resource category has the </a:t>
            </a:r>
            <a:r>
              <a:rPr lang="en-IN" sz="1600" b="1" dirty="0"/>
              <a:t>highest or lowest utilization</a:t>
            </a:r>
            <a:r>
              <a:rPr lang="en-IN" sz="1600" dirty="0"/>
              <a:t>. </a:t>
            </a:r>
          </a:p>
          <a:p>
            <a:r>
              <a:rPr lang="en-IN" sz="1600" b="1" dirty="0"/>
              <a:t>14. Resource Condition by Units</a:t>
            </a:r>
          </a:p>
          <a:p>
            <a:pPr lvl="0"/>
            <a:r>
              <a:rPr lang="en-IN" sz="1600" dirty="0"/>
              <a:t>Here I am showing the number of resources according to their </a:t>
            </a:r>
            <a:r>
              <a:rPr lang="en-IN" sz="1600" b="1" dirty="0"/>
              <a:t>operational condition</a:t>
            </a:r>
            <a:r>
              <a:rPr lang="en-IN" sz="1600" dirty="0"/>
              <a:t>, such as New, Good, Fair, or Needs Replacement. </a:t>
            </a:r>
          </a:p>
          <a:p>
            <a:pPr lvl="0"/>
            <a:r>
              <a:rPr lang="en-IN" sz="1600" dirty="0"/>
              <a:t>This helps me identify the overall condition of resources and departments where </a:t>
            </a:r>
            <a:r>
              <a:rPr lang="en-IN" sz="1600" b="1" dirty="0"/>
              <a:t>replacement or maintenance may be required</a:t>
            </a:r>
            <a:r>
              <a:rPr lang="en-IN" sz="1600" dirty="0"/>
              <a:t>. </a:t>
            </a:r>
          </a:p>
          <a:p>
            <a:r>
              <a:rPr lang="en-IN" sz="1600" b="1" dirty="0"/>
              <a:t>15. Department Efficiency Score Ranking</a:t>
            </a:r>
          </a:p>
          <a:p>
            <a:pPr lvl="0"/>
            <a:r>
              <a:rPr lang="en-IN" sz="1600" dirty="0"/>
              <a:t>Here I am ranking departments based on their </a:t>
            </a:r>
            <a:r>
              <a:rPr lang="en-IN" sz="1600" b="1" dirty="0"/>
              <a:t>Department Efficiency Score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This allows me to compare departments and identify which departments are </a:t>
            </a:r>
            <a:r>
              <a:rPr lang="en-IN" sz="1600" b="1" dirty="0"/>
              <a:t>performing more efficiently in terms of resource and operational usage</a:t>
            </a:r>
            <a:r>
              <a:rPr lang="en-IN" sz="1600" dirty="0"/>
              <a:t>. </a:t>
            </a:r>
          </a:p>
          <a:p>
            <a:r>
              <a:rPr lang="en-IN" sz="1600" b="1" dirty="0"/>
              <a:t>16. Capacity vs Utilization</a:t>
            </a:r>
          </a:p>
          <a:p>
            <a:pPr lvl="0"/>
            <a:r>
              <a:rPr lang="en-IN" sz="1600" dirty="0"/>
              <a:t>Here I am comparing the </a:t>
            </a:r>
            <a:r>
              <a:rPr lang="en-IN" sz="1600" b="1" dirty="0"/>
              <a:t>total resource capacity with the actual resource utilization</a:t>
            </a:r>
            <a:r>
              <a:rPr lang="en-IN" sz="1600" dirty="0"/>
              <a:t> across different time periods. </a:t>
            </a:r>
          </a:p>
          <a:p>
            <a:pPr lvl="0"/>
            <a:r>
              <a:rPr lang="en-IN" sz="1600" dirty="0"/>
              <a:t>This helps me identify periods where resources are </a:t>
            </a:r>
            <a:r>
              <a:rPr lang="en-IN" sz="1600" b="1" dirty="0"/>
              <a:t>underutilized or operating close to their available capacity</a:t>
            </a:r>
            <a:r>
              <a:rPr lang="en-IN" sz="1600" dirty="0"/>
              <a:t>. </a:t>
            </a:r>
          </a:p>
          <a:p>
            <a:r>
              <a:rPr lang="en-IN" sz="1600" b="1" dirty="0"/>
              <a:t>17. Capacity vs Demand – Staff</a:t>
            </a:r>
          </a:p>
          <a:p>
            <a:pPr lvl="0"/>
            <a:r>
              <a:rPr lang="en-IN" sz="1600" dirty="0"/>
              <a:t>Here I am comparing </a:t>
            </a:r>
            <a:r>
              <a:rPr lang="en-IN" sz="1600" b="1" dirty="0"/>
              <a:t>available staff capacity with the demand for staff</a:t>
            </a:r>
            <a:r>
              <a:rPr lang="en-IN" sz="1600" dirty="0"/>
              <a:t> over time. </a:t>
            </a:r>
          </a:p>
          <a:p>
            <a:pPr lvl="0"/>
            <a:r>
              <a:rPr lang="en-IN" sz="1600" dirty="0"/>
              <a:t>This helps me identify periods where staffing capacity may not be sufficient to handle the required workload. </a:t>
            </a:r>
          </a:p>
          <a:p>
            <a:r>
              <a:rPr lang="en-IN" sz="1600" b="1" dirty="0"/>
              <a:t>18. Shortage Resource by Department</a:t>
            </a:r>
          </a:p>
          <a:p>
            <a:pPr lvl="0"/>
            <a:r>
              <a:rPr lang="en-IN" sz="1600" dirty="0"/>
              <a:t>Here I am showing the </a:t>
            </a:r>
            <a:r>
              <a:rPr lang="en-IN" sz="1600" b="1" dirty="0"/>
              <a:t>number of shortage resource units for each department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This helps me identify departments with the </a:t>
            </a:r>
            <a:r>
              <a:rPr lang="en-IN" sz="1600" b="1" dirty="0"/>
              <a:t>highest resource shortages</a:t>
            </a:r>
            <a:r>
              <a:rPr lang="en-IN" sz="1600" dirty="0"/>
              <a:t> so that resource allocation can be prioritized. </a:t>
            </a:r>
          </a:p>
          <a:p>
            <a:r>
              <a:rPr lang="en-IN" sz="1600" b="1" dirty="0"/>
              <a:t>19. Average Response Time by Resource Type</a:t>
            </a:r>
          </a:p>
          <a:p>
            <a:pPr lvl="0"/>
            <a:r>
              <a:rPr lang="en-IN" sz="1600" dirty="0"/>
              <a:t>Here I am comparing the </a:t>
            </a:r>
            <a:r>
              <a:rPr lang="en-IN" sz="1600" b="1" dirty="0"/>
              <a:t>average response time across different resource types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This helps me identify resources with </a:t>
            </a:r>
            <a:r>
              <a:rPr lang="en-IN" sz="1600" b="1" dirty="0"/>
              <a:t>higher response times</a:t>
            </a:r>
            <a:r>
              <a:rPr lang="en-IN" sz="1600" dirty="0"/>
              <a:t> and areas where operational responsiveness may need improvement. </a:t>
            </a:r>
          </a:p>
          <a:p>
            <a:r>
              <a:rPr lang="en-IN" sz="1600" b="1" dirty="0"/>
              <a:t>20. Cost Used by Resource Type and Department</a:t>
            </a:r>
          </a:p>
          <a:p>
            <a:pPr lvl="0"/>
            <a:r>
              <a:rPr lang="en-IN" sz="1600" dirty="0"/>
              <a:t>Here I am using a </a:t>
            </a:r>
            <a:r>
              <a:rPr lang="en-IN" sz="1600" b="1" dirty="0"/>
              <a:t>bubble chart to compare the cost associated with different resource types and departments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The bubble size represents the relative cost, helping me quickly identify </a:t>
            </a:r>
            <a:r>
              <a:rPr lang="en-IN" sz="1600" b="1" dirty="0"/>
              <a:t>departments or resource types with higher resource expenditure</a:t>
            </a:r>
            <a:r>
              <a:rPr lang="en-IN" sz="1600" dirty="0"/>
              <a:t>. </a:t>
            </a:r>
          </a:p>
          <a:p>
            <a:endParaRPr lang="en-IN" sz="1600" dirty="0"/>
          </a:p>
          <a:p>
            <a:r>
              <a:rPr lang="en-IN" sz="1600" b="1" dirty="0">
                <a:highlight>
                  <a:srgbClr val="FFFF00"/>
                </a:highlight>
              </a:rPr>
              <a:t>4. Overall Purpose</a:t>
            </a:r>
          </a:p>
          <a:p>
            <a:pPr lvl="0"/>
            <a:r>
              <a:rPr lang="en-IN" sz="1600" dirty="0"/>
              <a:t>Here I am designing the </a:t>
            </a:r>
            <a:r>
              <a:rPr lang="en-IN" sz="1600" b="1" dirty="0"/>
              <a:t>Resources Utilization Dashboard</a:t>
            </a:r>
            <a:r>
              <a:rPr lang="en-IN" sz="1600" dirty="0"/>
              <a:t> to monitor how efficiently hospital resources such as </a:t>
            </a:r>
            <a:r>
              <a:rPr lang="en-IN" sz="1600" b="1" dirty="0"/>
              <a:t>beds, equipment, and clinical staff</a:t>
            </a:r>
            <a:r>
              <a:rPr lang="en-IN" sz="1600" dirty="0"/>
              <a:t> are being utilized. </a:t>
            </a:r>
          </a:p>
          <a:p>
            <a:pPr lvl="0"/>
            <a:r>
              <a:rPr lang="en-IN" sz="1600" dirty="0"/>
              <a:t>The dashboard helps me identify </a:t>
            </a:r>
            <a:r>
              <a:rPr lang="en-IN" sz="1600" b="1" dirty="0"/>
              <a:t>resource shortages, underutilization, equipment downtime, staffing gaps, response-time issues, and resource-related costs</a:t>
            </a:r>
            <a:r>
              <a:rPr lang="en-IN" sz="1600" dirty="0"/>
              <a:t>, which can support better resource planning and allocation.</a:t>
            </a:r>
          </a:p>
          <a:p>
            <a:pPr lvl="0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2051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sx="1000" sy="1000" rotWithShape="0">
            <a:schemeClr val="bg1">
              <a:lumMod val="85000"/>
              <a:alpha val="5000"/>
            </a:schemeClr>
          </a:outerShdw>
          <a:reflection stA="45000" endPos="0" dist="508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4262</Words>
  <Application>Microsoft Office PowerPoint</Application>
  <PresentationFormat>Custom</PresentationFormat>
  <Paragraphs>503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Nandhu Ch</cp:lastModifiedBy>
  <cp:revision>8</cp:revision>
  <dcterms:created xsi:type="dcterms:W3CDTF">2013-01-27T09:14:16Z</dcterms:created>
  <dcterms:modified xsi:type="dcterms:W3CDTF">2026-09-11T16:51:43Z</dcterms:modified>
  <cp:category/>
</cp:coreProperties>
</file>