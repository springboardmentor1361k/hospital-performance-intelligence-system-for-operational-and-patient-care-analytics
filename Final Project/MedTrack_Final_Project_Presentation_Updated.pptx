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suhitha.paidi/viz/Departmentdashboard_17913770908060/CmpAdmissionsvsDischarges?publish=yes" TargetMode="External"/><Relationship Id="rId2" Type="http://schemas.openxmlformats.org/officeDocument/2006/relationships/hyperlink" Target="https://public.tableau.com/app/profile/suhitha.paidi/viz/Hospital_Overview_Dashboard3/HospitalOverview?publish=ye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ublic.tableau.com/app/profile/suhitha.paidi/viz/PatientflowdashboardMILESTONE3new/AverageStay?publish=ye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887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MedTrack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9933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AB7CA"/>
                </a:solidFill>
                <a:latin typeface="Aptos"/>
              </a:defRPr>
            </a:pPr>
            <a:r>
              <a:t>Healthcare 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FEBF5"/>
                </a:solidFill>
                <a:latin typeface="Aptos"/>
              </a:defRPr>
            </a:pPr>
            <a:r>
              <a:t>Hospital operations • Readmission analysis • Resource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DE0F0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Presented by: </a:t>
            </a:r>
            <a:r>
              <a:rPr lang="en-US" sz="2000" dirty="0">
                <a:solidFill>
                  <a:schemeClr val="bg1"/>
                </a:solidFill>
              </a:rPr>
              <a:t>Gandipalli Kavya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0" y="2286000"/>
            <a:ext cx="438912" cy="2011680"/>
          </a:xfrm>
          <a:prstGeom prst="round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0" y="1874519"/>
            <a:ext cx="438912" cy="2834640"/>
          </a:xfrm>
          <a:prstGeom prst="round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0" y="1463040"/>
            <a:ext cx="438912" cy="3657600"/>
          </a:xfrm>
          <a:prstGeom prst="roundRect">
            <a:avLst/>
          </a:prstGeom>
          <a:solidFill>
            <a:srgbClr val="40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607040" y="2011680"/>
            <a:ext cx="438912" cy="2560320"/>
          </a:xfrm>
          <a:prstGeom prst="roundRect">
            <a:avLst/>
          </a:prstGeom>
          <a:solidFill>
            <a:srgbClr val="29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Purpose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366AA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D3746"/>
                </a:solidFill>
                <a:latin typeface="Aptos"/>
              </a:defRPr>
            </a:pPr>
            <a:r>
              <a:t>Turn hospital data into clear insights that support operational monitoring and resource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999" y="1399032"/>
            <a:ext cx="2434959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581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Profile data and check missing values, duplicates, and data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17320"/>
            <a:ext cx="25146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581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Patient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Review admissions, discharges, and readmission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337560"/>
            <a:ext cx="25146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3502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Analyze bed utilization and department indicators.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337560"/>
            <a:ext cx="25146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79992" y="3502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Communicate findings through Tableau visuals.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947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A4C"/>
                </a:solidFill>
                <a:latin typeface="Aptos"/>
              </a:defRPr>
            </a:pPr>
            <a:r>
              <a:t>Workflow: Data → Cleaning → Analysis → KPIs → Dashboard →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2. Tools and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End-to-end analytics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36776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  <a:latin typeface="Aptos"/>
              </a:defRPr>
            </a:pPr>
            <a:r>
              <a:rPr dirty="0"/>
              <a:t>•  Collect healthcare CSV datasets.</a:t>
            </a:r>
          </a:p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  <a:latin typeface="Aptos"/>
              </a:defRPr>
            </a:pPr>
            <a:r>
              <a:rPr dirty="0"/>
              <a:t>•  Profile rows, columns, and data types.</a:t>
            </a:r>
          </a:p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  <a:latin typeface="Aptos"/>
              </a:defRPr>
            </a:pPr>
            <a:r>
              <a:rPr dirty="0"/>
              <a:t>•  Clean and standardize dates and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  <a:latin typeface="Aptos"/>
              </a:defRPr>
            </a:pPr>
            <a:r>
              <a:rPr dirty="0"/>
              <a:t>•  Analyze readmission and resource indicators.</a:t>
            </a:r>
          </a:p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  <a:latin typeface="Aptos"/>
              </a:defRPr>
            </a:pPr>
            <a:r>
              <a:rPr dirty="0"/>
              <a:t>•  Visualize key findings in Tableau.</a:t>
            </a:r>
          </a:p>
          <a:p>
            <a:pPr>
              <a:spcAft>
                <a:spcPts val="1200"/>
              </a:spcAft>
              <a:defRPr sz="2000">
                <a:solidFill>
                  <a:srgbClr val="2D3746"/>
                </a:solidFill>
                <a:latin typeface="Aptos"/>
              </a:defRPr>
            </a:pPr>
            <a:r>
              <a:rPr dirty="0"/>
              <a:t>•  Store milestone deliverables in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21224"/>
            <a:ext cx="4572000" cy="882397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5285231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5715000"/>
            <a:ext cx="41605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rPr dirty="0"/>
              <a:t>Python • pandas • Excel/CSV • Tableau •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221224"/>
            <a:ext cx="4572000" cy="882396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56832" y="5285231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rPr dirty="0"/>
              <a:t>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5715000"/>
            <a:ext cx="4160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rPr dirty="0"/>
              <a:t>Scripts • Reports • KPI sheets •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3. Milestone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Work completed across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rPr dirty="0" err="1"/>
              <a:t>MedTrack</a:t>
            </a:r>
            <a:r>
              <a:rPr dirty="0"/>
              <a:t>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899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96012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399032"/>
            <a:ext cx="10378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Milestone 1 — Dataset profiling and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Inspected dataset structure, reviewed missing values and duplicates, and standardized date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7899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423160"/>
            <a:ext cx="109728" cy="960120"/>
          </a:xfrm>
          <a:prstGeom prst="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587752"/>
            <a:ext cx="10378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Milestone 2 — Resource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Prepared Bed Utilization Rate and Department Efficiency Score analysis with supporting summary sheets.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07899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109728" cy="960120"/>
          </a:xfrm>
          <a:prstGeom prst="rect">
            <a:avLst/>
          </a:prstGeom>
          <a:solidFill>
            <a:srgbClr val="29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776472"/>
            <a:ext cx="10378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Milestone 3 — Tableau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206240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Created dashboard views to communicate resource utilization and department-level comparisons.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107899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109728" cy="96012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965192"/>
            <a:ext cx="10378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Milestone 4 — Data testing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394960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Prepared a Python testing script, testing summary CSV, and missing-details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4. Dataset Profiling and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Readmission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200400" cy="128016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9728" cy="128016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819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Dataset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10,000 rows</a:t>
            </a:r>
            <a:br/>
            <a:r>
              <a:t>26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00400" cy="128016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109728" cy="1280160"/>
          </a:xfrm>
          <a:prstGeom prst="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5819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Duplicate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01168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0 duplicate rows reported after cleaning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200400" cy="128016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109728" cy="1280160"/>
          </a:xfrm>
          <a:prstGeom prst="rect">
            <a:avLst/>
          </a:prstGeom>
          <a:solidFill>
            <a:srgbClr val="29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5819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Date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27889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Admission, check-in, and check-out converted to 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A4C"/>
                </a:solidFill>
                <a:latin typeface="Aptos"/>
              </a:defRPr>
            </a:pPr>
            <a:r>
              <a:t>Fields reviewed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11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Admission and discharge dates</a:t>
            </a:r>
          </a:p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Patient age and length of stay</a:t>
            </a:r>
          </a:p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Waiting time and bed availability</a:t>
            </a:r>
          </a:p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Ward, discharge status, and readmission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A4C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118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Missing-value review</a:t>
            </a:r>
          </a:p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Duplicate-row check</a:t>
            </a:r>
          </a:p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Data-type standardization</a:t>
            </a:r>
          </a:p>
          <a:p>
            <a:pPr>
              <a:spcAft>
                <a:spcPts val="1200"/>
              </a:spcAft>
              <a:defRPr sz="1600">
                <a:solidFill>
                  <a:srgbClr val="2D3746"/>
                </a:solidFill>
                <a:latin typeface="Aptos"/>
              </a:defRPr>
            </a:pPr>
            <a:r>
              <a:t>•  Category consistency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5. Readmission 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Descriptive counts from the profiled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004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109728" cy="132588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5819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Readmission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1168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4,142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004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109728" cy="1325880"/>
          </a:xfrm>
          <a:prstGeom prst="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5819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Readmission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01168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5,858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004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109728" cy="1325880"/>
          </a:xfrm>
          <a:prstGeom prst="rect">
            <a:avLst/>
          </a:prstGeom>
          <a:solidFill>
            <a:srgbClr val="29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1" y="15819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01168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10,000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A4C"/>
                </a:solidFill>
                <a:latin typeface="Aptos"/>
              </a:defRPr>
            </a:pPr>
            <a:r>
              <a:t>Other observed distributions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6"/>
                </a:solidFill>
                <a:latin typeface="Aptos"/>
              </a:defRPr>
            </a:pPr>
            <a:r>
              <a:t>•  Gender: 5,012 male and 4,988 female records.</a:t>
            </a:r>
          </a:p>
          <a:p>
            <a:pPr>
              <a:spcAft>
                <a:spcPts val="1200"/>
              </a:spcAft>
              <a:defRPr sz="1700">
                <a:solidFill>
                  <a:srgbClr val="2D3746"/>
                </a:solidFill>
                <a:latin typeface="Aptos"/>
              </a:defRPr>
            </a:pPr>
            <a:r>
              <a:t>•  Ward categories included Pediatrics, Emergency Department, ICU, Maternity, and Surgery.</a:t>
            </a:r>
          </a:p>
          <a:p>
            <a:pPr>
              <a:spcAft>
                <a:spcPts val="1200"/>
              </a:spcAft>
              <a:defRPr sz="1700">
                <a:solidFill>
                  <a:srgbClr val="2D3746"/>
                </a:solidFill>
                <a:latin typeface="Aptos"/>
              </a:defRPr>
            </a:pPr>
            <a:r>
              <a:t>•  Discharge categories included Recovered, Deceased, and Transferred.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382"/>
                </a:solidFill>
                <a:latin typeface="Aptos"/>
              </a:defRPr>
            </a:pPr>
            <a:r>
              <a:t>These are descriptive counts; they do not establish causes or clinical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6. Resource Utilization and Department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Key performance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0749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109728" cy="18288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627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Bed Utilization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5740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Tracks how much of the available bed capacity is in use; useful for monitoring capacity.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0749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109728" cy="1828800"/>
          </a:xfrm>
          <a:prstGeom prst="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627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Department Efficiency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A comparative indicator for reviewing department performance using selected project measures.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507492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109728" cy="1417320"/>
          </a:xfrm>
          <a:prstGeom prst="rect">
            <a:avLst/>
          </a:prstGeom>
          <a:solidFill>
            <a:srgbClr val="29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382219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2519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Helps review resource pressure and differences between departments.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507492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109728" cy="141732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82219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Visual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2519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KPI cards and charts make comparisons easier to understand.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274A"/>
                </a:solidFill>
                <a:latin typeface="Aptos Display"/>
              </a:rPr>
              <a:t>7. Tableau Dashboard — Resource Utilization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804672"/>
            <a:ext cx="544068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10-11 191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877824"/>
            <a:ext cx="5294376" cy="24323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9632" y="804672"/>
            <a:ext cx="544068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10-11 191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877824"/>
            <a:ext cx="5294376" cy="2432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3584448"/>
            <a:ext cx="544068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10-11 1912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657600"/>
            <a:ext cx="5294376" cy="24323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9632" y="3584448"/>
            <a:ext cx="544068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11 1911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657600"/>
            <a:ext cx="5294376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8. Data Testing and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Milestone 4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9728" cy="18288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81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Python test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member5_data_testing.py</a:t>
            </a:r>
            <a:br/>
            <a:br/>
            <a:r>
              <a:t>Runs the configured dataset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109728" cy="1828800"/>
          </a:xfrm>
          <a:prstGeom prst="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581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Testing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0116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member5_testing_summary.csv</a:t>
            </a:r>
            <a:br/>
            <a:br/>
            <a:r>
              <a:t>Summarizes test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109728" cy="1828800"/>
          </a:xfrm>
          <a:prstGeom prst="rect">
            <a:avLst/>
          </a:prstGeom>
          <a:solidFill>
            <a:srgbClr val="29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581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Missing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116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member5_missing_details.csv</a:t>
            </a:r>
            <a:br/>
            <a:br/>
            <a:r>
              <a:t>Lists missing-value details.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A4C"/>
                </a:solidFill>
                <a:latin typeface="Aptos"/>
              </a:defRPr>
            </a:pPr>
            <a:r>
              <a:t>Purpose of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6"/>
                </a:solidFill>
                <a:latin typeface="Aptos"/>
              </a:defRPr>
            </a:pPr>
            <a:r>
              <a:t>•  Make data-quality checks repeatable.</a:t>
            </a:r>
          </a:p>
          <a:p>
            <a:pPr>
              <a:spcAft>
                <a:spcPts val="1200"/>
              </a:spcAft>
              <a:defRPr sz="1800">
                <a:solidFill>
                  <a:srgbClr val="2D3746"/>
                </a:solidFill>
                <a:latin typeface="Aptos"/>
              </a:defRPr>
            </a:pPr>
            <a:r>
              <a:t>•  Document findings in shareable CSV reports.</a:t>
            </a:r>
          </a:p>
          <a:p>
            <a:pPr>
              <a:spcAft>
                <a:spcPts val="1200"/>
              </a:spcAft>
              <a:defRPr sz="1800">
                <a:solidFill>
                  <a:srgbClr val="2D3746"/>
                </a:solidFill>
                <a:latin typeface="Aptos"/>
              </a:defRPr>
            </a:pPr>
            <a:r>
              <a:t>•  Improve transparency before dashboard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A"/>
                </a:solidFill>
                <a:latin typeface="Aptos Display"/>
              </a:rPr>
              <a:t>Tableau Public — Dashboard Reference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109728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978"/>
                </a:solidFill>
              </a:rPr>
              <a:t>Team dashboard links referenced from the group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78992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589296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Hospital Overview Dashboard</a:t>
            </a:r>
          </a:p>
          <a:p>
            <a:r>
              <a:rPr sz="9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https://public.tableau.com/app/profile/suhitha.paidi/viz/Hospital_Overview_Dashboard3/HospitalOverview?publish=yes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39"/>
            <a:ext cx="1078992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07791"/>
            <a:ext cx="68291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latin typeface="Apto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Analytics Dashboard</a:t>
            </a:r>
          </a:p>
          <a:p>
            <a:r>
              <a:rPr sz="9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https://public.tableau.com/app/profile/suhitha.paidi/viz/Departmentdashboard_17913770908060/CmpAdmissionsvsDischarges?publish=yes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03320"/>
            <a:ext cx="1078992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4768" y="3764313"/>
            <a:ext cx="7556877" cy="93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latin typeface="Aptos"/>
              </a:rPr>
              <a:t>Resource Utilization Dashboar</a:t>
            </a:r>
            <a:r>
              <a:rPr lang="en-US" sz="1700" b="1" dirty="0">
                <a:latin typeface="Aptos"/>
              </a:rPr>
              <a:t>d</a:t>
            </a:r>
          </a:p>
          <a:p>
            <a:r>
              <a:rPr lang="en-US" sz="1100" dirty="0">
                <a:solidFill>
                  <a:srgbClr val="0070C0"/>
                </a:solidFill>
              </a:rPr>
              <a:t>https://public.tableau.com/app/profile/gandipalli.kavya/viz/MedTrack_Milestone3_Dashboard/Department-wiseResourceUsage</a:t>
            </a:r>
          </a:p>
          <a:p>
            <a:endParaRPr sz="1700" b="1" dirty="0">
              <a:solidFill>
                <a:srgbClr val="12274A"/>
              </a:solidFill>
              <a:latin typeface="Aptos"/>
            </a:endParaRPr>
          </a:p>
          <a:p>
            <a:r>
              <a:rPr sz="1000" i="1" dirty="0">
                <a:solidFill>
                  <a:srgbClr val="5A6978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1078992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645152"/>
            <a:ext cx="3280065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latin typeface="Aptos"/>
              </a:rPr>
              <a:t>Patient Flow Dashboard</a:t>
            </a:r>
            <a:endParaRPr lang="en-US" sz="1700" b="1" dirty="0">
              <a:latin typeface="Aptos"/>
            </a:endParaRPr>
          </a:p>
          <a:p>
            <a:r>
              <a:rPr lang="en-US" sz="1000" dirty="0">
                <a:hlinkClick r:id="rId4"/>
              </a:rPr>
              <a:t> Patient flow dashboard MILESTONE 3 new | Tableau Public</a:t>
            </a:r>
            <a:endParaRPr lang="en-US" sz="1000" dirty="0"/>
          </a:p>
          <a:p>
            <a:endParaRPr sz="1000" i="1" dirty="0">
              <a:solidFill>
                <a:srgbClr val="5A697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74A"/>
                </a:solidFill>
                <a:latin typeface="Aptos Display"/>
              </a:rPr>
              <a:t>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170992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74A"/>
                </a:solidFill>
              </a:rPr>
              <a:t>Suhitha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19088" y="170992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74A"/>
                </a:solidFill>
              </a:rPr>
              <a:t>Shika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67004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74A"/>
                </a:solidFill>
              </a:rPr>
              <a:t>Divya Sree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19088" y="267004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74A"/>
                </a:solidFill>
              </a:rPr>
              <a:t>Kavya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363016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74A"/>
                </a:solidFill>
              </a:rPr>
              <a:t>Jayanth Kumar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2044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63016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74A"/>
                </a:solidFill>
              </a:rPr>
              <a:t>Devansh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4663440" cy="65836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590288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74A"/>
                </a:solidFill>
              </a:rPr>
              <a:t>Shivam Rawat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737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rPr dirty="0"/>
              <a:t>9.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DE0F0"/>
                </a:solidFill>
                <a:latin typeface="Aptos"/>
              </a:defRPr>
            </a:pPr>
            <a:r>
              <a:t>Responsible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382"/>
                </a:solidFill>
                <a:latin typeface="Aptos"/>
              </a:defRPr>
            </a:pPr>
            <a:r>
              <a:t>MedTrack | Healthcare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109728" cy="18288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58191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11680"/>
            <a:ext cx="4617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The analysis is descriptive. Dataset patterns alone do not establish clinical causes or predict individual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292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7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109728" cy="1828800"/>
          </a:xfrm>
          <a:prstGeom prst="rect">
            <a:avLst/>
          </a:prstGeom>
          <a:solidFill>
            <a:srgbClr val="2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58191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11680"/>
            <a:ext cx="4617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6"/>
                </a:solidFill>
                <a:latin typeface="Aptos"/>
              </a:defRPr>
            </a:pPr>
            <a:r>
              <a:t>Validate KPI formulas, refresh data when available, and review definitions with project mentors.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83CA65-2A82-940D-024F-A079F1F33DEC}"/>
              </a:ext>
            </a:extLst>
          </p:cNvPr>
          <p:cNvSpPr txBox="1"/>
          <p:nvPr/>
        </p:nvSpPr>
        <p:spPr>
          <a:xfrm>
            <a:off x="1050854" y="3939278"/>
            <a:ext cx="839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Future Scope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24C0D-3D82-8057-D7F6-C44AEB7310CA}"/>
              </a:ext>
            </a:extLst>
          </p:cNvPr>
          <p:cNvSpPr txBox="1"/>
          <p:nvPr/>
        </p:nvSpPr>
        <p:spPr>
          <a:xfrm>
            <a:off x="777240" y="4444181"/>
            <a:ext cx="81209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Real-Time Data Integration:</a:t>
            </a:r>
            <a:r>
              <a:rPr lang="en-IN"/>
              <a:t> Connect the dashboards to live hospital data for continuous monitoring.</a:t>
            </a:r>
          </a:p>
          <a:p>
            <a:pPr lvl="0"/>
            <a:r>
              <a:rPr lang="en-IN" b="1"/>
              <a:t>Predictive Analytics:</a:t>
            </a:r>
            <a:r>
              <a:rPr lang="en-IN"/>
              <a:t> Use machine learning to predict patient readmissions and future hospital resource requirements.</a:t>
            </a:r>
          </a:p>
          <a:p>
            <a:pPr lvl="0"/>
            <a:r>
              <a:rPr lang="en-IN" b="1"/>
              <a:t>Advanced Resource Management:</a:t>
            </a:r>
            <a:r>
              <a:rPr lang="en-IN"/>
              <a:t> Improve bed allocation and resource utilization through data-driven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57400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FEBF5"/>
                </a:solidFill>
                <a:latin typeface="Aptos"/>
              </a:defRPr>
            </a:pPr>
            <a:r>
              <a:t>MedTrack combines data-quality checks, readmission profiling, hospital resource KPIs, and Tableau visualization in one analytics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069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B7C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CDE0F0"/>
                </a:solidFill>
                <a:latin typeface="Aptos"/>
              </a:defRPr>
            </a:pPr>
            <a:r>
              <a:t>MedTrack | Final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879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Gandipalli Kavya</dc:creator>
  <cp:keywords/>
  <dc:description>generated using python-pptx</dc:description>
  <cp:lastModifiedBy>Gandipalli Kavya</cp:lastModifiedBy>
  <cp:revision>4</cp:revision>
  <dcterms:created xsi:type="dcterms:W3CDTF">2013-01-27T09:14:16Z</dcterms:created>
  <dcterms:modified xsi:type="dcterms:W3CDTF">2026-10-12T13:31:46Z</dcterms:modified>
  <cp:category/>
</cp:coreProperties>
</file>