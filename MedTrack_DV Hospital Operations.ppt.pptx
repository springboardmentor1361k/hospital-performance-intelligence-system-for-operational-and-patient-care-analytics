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17" d="100"/>
          <a:sy n="117" d="100"/>
        </p:scale>
        <p:origin x="-354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427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06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1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460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85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724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91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044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43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26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71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8689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18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687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3156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640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569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490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suhitha.paidi/viz/resource_utilization_dashboard1/AverageUtilizationRate?publish=yes" TargetMode="External"/><Relationship Id="rId2" Type="http://schemas.openxmlformats.org/officeDocument/2006/relationships/hyperlink" Target="https://public.tableau.com/app/profile/suhitha.paidi/viz/Hospital_Overview_Dashboard3/HospitalOverview?publish=ye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D6B828-E87E-A3DF-F069-B44ABE698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5371" y="936172"/>
            <a:ext cx="7652658" cy="1240971"/>
          </a:xfrm>
        </p:spPr>
        <p:txBody>
          <a:bodyPr/>
          <a:lstStyle/>
          <a:p>
            <a:r>
              <a:rPr lang="en-US" sz="3200" dirty="0" err="1">
                <a:latin typeface="Algerian" panose="04020705040A02060702" pitchFamily="82" charset="0"/>
              </a:rPr>
              <a:t>MedTrack_DV</a:t>
            </a:r>
            <a:r>
              <a:rPr lang="en-US" sz="3200" dirty="0">
                <a:latin typeface="Algerian" panose="04020705040A02060702" pitchFamily="82" charset="0"/>
              </a:rPr>
              <a:t> (Hospital Operations &amp; Patient Analytics Dashboard)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C31D4CB-617C-9284-B405-D2F349C02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9285" y="2780576"/>
            <a:ext cx="6758441" cy="861420"/>
          </a:xfrm>
        </p:spPr>
        <p:txBody>
          <a:bodyPr/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</a:rPr>
              <a:t>Hospital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Algerian" panose="04020705040A02060702" pitchFamily="82" charset="0"/>
                <a:ea typeface="+mj-ea"/>
                <a:cs typeface="+mj-cs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</a:rPr>
              <a:t>Overview</a:t>
            </a:r>
            <a:endParaRPr lang="en-US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6178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75CCBD-A36A-2236-A43C-252EA3574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  <a:t>Problem Statement 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FFF1999-983E-3F18-595D-5C74C4B69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283" y="1331259"/>
            <a:ext cx="8946541" cy="4195481"/>
          </a:xfrm>
        </p:spPr>
        <p:txBody>
          <a:bodyPr>
            <a:normAutofit/>
          </a:bodyPr>
          <a:lstStyle/>
          <a:p>
            <a:r>
              <a:rPr lang="en-US" dirty="0"/>
              <a:t>This project aims to develop a comprehensive hospital operations and patient analytics dashboard suite for analyzing hospital performance, patient admissions, department efficiency, and healthcare resource utilization.</a:t>
            </a:r>
          </a:p>
          <a:p>
            <a:r>
              <a:rPr lang="en-US" dirty="0"/>
              <a:t>The final deliverable is a unified Tableau workbook consisting of four interconnected dashboards: </a:t>
            </a:r>
          </a:p>
          <a:p>
            <a:pPr>
              <a:buFont typeface="Courier New" pitchFamily="49" charset="0"/>
              <a:buChar char="o"/>
            </a:pPr>
            <a:r>
              <a:rPr lang="en-US" dirty="0"/>
              <a:t>Hospital Overview </a:t>
            </a:r>
          </a:p>
          <a:p>
            <a:pPr>
              <a:buFont typeface="Courier New" pitchFamily="49" charset="0"/>
              <a:buChar char="o"/>
            </a:pPr>
            <a:r>
              <a:rPr lang="en-US" dirty="0"/>
              <a:t>Patient Flow </a:t>
            </a:r>
          </a:p>
          <a:p>
            <a:pPr>
              <a:buFont typeface="Courier New" pitchFamily="49" charset="0"/>
              <a:buChar char="o"/>
            </a:pPr>
            <a:r>
              <a:rPr lang="en-US" dirty="0"/>
              <a:t>Department Analytics </a:t>
            </a:r>
          </a:p>
          <a:p>
            <a:pPr>
              <a:buFont typeface="Courier New" pitchFamily="49" charset="0"/>
              <a:buChar char="o"/>
            </a:pPr>
            <a:r>
              <a:rPr lang="en-US" dirty="0"/>
              <a:t>Resource Utilization</a:t>
            </a:r>
          </a:p>
        </p:txBody>
      </p:sp>
    </p:spTree>
    <p:extLst>
      <p:ext uri="{BB962C8B-B14F-4D97-AF65-F5344CB8AC3E}">
        <p14:creationId xmlns:p14="http://schemas.microsoft.com/office/powerpoint/2010/main" val="30154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12F476-597D-C08E-3905-0D7B9951E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  <a:t>Milestone 1:-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56BCD8E-452D-DDEA-89CA-D47A3FC93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8" y="1621971"/>
            <a:ext cx="9559996" cy="4626427"/>
          </a:xfrm>
        </p:spPr>
        <p:txBody>
          <a:bodyPr/>
          <a:lstStyle/>
          <a:p>
            <a:r>
              <a:rPr lang="en-US" dirty="0"/>
              <a:t>Datasets Used (HMIS, Hospital Beds, Readmission, Inpatient Discharges)</a:t>
            </a:r>
          </a:p>
          <a:p>
            <a:r>
              <a:rPr lang="en-US" dirty="0"/>
              <a:t>Data Profiling</a:t>
            </a:r>
          </a:p>
          <a:p>
            <a:r>
              <a:rPr lang="en-US" dirty="0"/>
              <a:t>Data Cleaning &amp; Standardization (IDs, Departments, Dates)</a:t>
            </a:r>
          </a:p>
          <a:p>
            <a:r>
              <a:rPr lang="en-US" dirty="0"/>
              <a:t>Missing Values &amp; Duplicate Handling</a:t>
            </a:r>
          </a:p>
          <a:p>
            <a:r>
              <a:rPr lang="en-US" dirty="0"/>
              <a:t>Final Tables (Hospital Overview, Patient Flow, Department Analytics, Resource Utilization)</a:t>
            </a:r>
          </a:p>
          <a:p>
            <a:r>
              <a:rPr lang="en-US" dirty="0"/>
              <a:t>Validation</a:t>
            </a:r>
          </a:p>
        </p:txBody>
      </p:sp>
    </p:spTree>
    <p:extLst>
      <p:ext uri="{BB962C8B-B14F-4D97-AF65-F5344CB8AC3E}">
        <p14:creationId xmlns:p14="http://schemas.microsoft.com/office/powerpoint/2010/main" val="394123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74B984-942F-F635-636E-9F036B8D3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  <a:t>Milestone 2:-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6AD13F6-6B76-B262-42BA-0035ADACA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44" y="1447800"/>
            <a:ext cx="9625310" cy="4800599"/>
          </a:xfrm>
        </p:spPr>
        <p:txBody>
          <a:bodyPr/>
          <a:lstStyle/>
          <a:p>
            <a:r>
              <a:rPr lang="en-US" dirty="0"/>
              <a:t>KPI Calculation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Total Admissions &amp; Occupancy Rate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Average Length of Stay &amp; Readmission Rate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Bed Utilization Rate &amp; Department Efficiency Score </a:t>
            </a:r>
          </a:p>
          <a:p>
            <a:r>
              <a:rPr lang="en-US" dirty="0"/>
              <a:t>KPI Documentation : Formula, Definition, Data Source, Interpretation</a:t>
            </a:r>
          </a:p>
          <a:p>
            <a:r>
              <a:rPr lang="en-US" dirty="0"/>
              <a:t>Dashboard Storyboard : Purpose → KPIs → Charts → Filters → Interactions</a:t>
            </a:r>
          </a:p>
          <a:p>
            <a:r>
              <a:rPr lang="en-US" dirty="0"/>
              <a:t>Tableau Data Model </a:t>
            </a:r>
          </a:p>
          <a:p>
            <a:r>
              <a:rPr lang="en-US" dirty="0"/>
              <a:t>Initial Dashboard Prototype </a:t>
            </a:r>
          </a:p>
        </p:txBody>
      </p:sp>
    </p:spTree>
    <p:extLst>
      <p:ext uri="{BB962C8B-B14F-4D97-AF65-F5344CB8AC3E}">
        <p14:creationId xmlns:p14="http://schemas.microsoft.com/office/powerpoint/2010/main" val="38719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4794B0-CACF-A5F3-15D7-EEB2BE859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52400"/>
            <a:ext cx="9404723" cy="1333500"/>
          </a:xfrm>
        </p:spPr>
        <p:txBody>
          <a:bodyPr/>
          <a:lstStyle/>
          <a:p>
            <a:r>
              <a:rPr lang="en-US" sz="3200" dirty="0" smtClean="0">
                <a:latin typeface="Batang" panose="02030600000101010101" pitchFamily="18" charset="-127"/>
                <a:ea typeface="Batang" panose="02030600000101010101" pitchFamily="18" charset="-127"/>
              </a:rPr>
              <a:t>Milestone 3:-</a:t>
            </a:r>
            <a:br>
              <a:rPr lang="en-US" sz="3200" dirty="0" smtClean="0"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sz="3200" dirty="0" smtClean="0">
                <a:latin typeface="Batang" panose="02030600000101010101" pitchFamily="18" charset="-127"/>
                <a:ea typeface="Batang" panose="02030600000101010101" pitchFamily="18" charset="-127"/>
              </a:rPr>
              <a:t>Hospital Overview Dashboard:-</a:t>
            </a:r>
            <a:endParaRPr lang="en-US" sz="3200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E194DB19-432F-13F1-C4B2-00B569B99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857" y="1453244"/>
            <a:ext cx="9748157" cy="432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44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439B50-4FCB-9162-3D0D-E03CCB1FE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95944"/>
            <a:ext cx="9404723" cy="740228"/>
          </a:xfrm>
        </p:spPr>
        <p:txBody>
          <a:bodyPr/>
          <a:lstStyle/>
          <a:p>
            <a: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  <a:t>Department Analytics Dashboard:-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E1F45C67-92D8-A6FB-56D8-D2B42F2D06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9971" y="1369897"/>
            <a:ext cx="10025743" cy="483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570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05DFE64-C6C6-7226-7762-1F4E3A35D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64030"/>
            <a:ext cx="10123714" cy="496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799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89B202-07AC-DD6B-F208-8088735AA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61257"/>
            <a:ext cx="9404723" cy="587829"/>
          </a:xfrm>
        </p:spPr>
        <p:txBody>
          <a:bodyPr/>
          <a:lstStyle/>
          <a:p>
            <a: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  <a:t>Patient Flow Dashboard:-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D4AE55-9375-E62E-3EDB-E513811FD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08314"/>
            <a:ext cx="8946541" cy="504008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D10204B-34A6-EC80-1E17-227C480DB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71" y="1208314"/>
            <a:ext cx="10940143" cy="504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40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19D9A4-1498-58CF-EA2B-0F90F6F20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74172"/>
            <a:ext cx="9404723" cy="794657"/>
          </a:xfrm>
        </p:spPr>
        <p:txBody>
          <a:bodyPr/>
          <a:lstStyle/>
          <a:p>
            <a: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  <a:t>Resource Utilization Dashboard:-</a:t>
            </a:r>
            <a:b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</a:br>
            <a:endParaRPr lang="en-US" sz="3200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965" y="1077914"/>
            <a:ext cx="7992836" cy="4432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7317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478553-07EC-9E92-CFA2-E4894664A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72143"/>
            <a:ext cx="9404723" cy="936171"/>
          </a:xfrm>
        </p:spPr>
        <p:txBody>
          <a:bodyPr/>
          <a:lstStyle/>
          <a:p>
            <a: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  <a:t>Milestone 4:-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1A98F1-8A8E-8A59-993F-30200F7C8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08314"/>
            <a:ext cx="8946541" cy="5040085"/>
          </a:xfrm>
        </p:spPr>
        <p:txBody>
          <a:bodyPr/>
          <a:lstStyle/>
          <a:p>
            <a:r>
              <a:rPr lang="en-US" dirty="0"/>
              <a:t>Dashboard Testing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Hospital Overview Dashboard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Patient Flow Dashboard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Department Analytics Dashboard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Resource Utilization Dashboard </a:t>
            </a:r>
          </a:p>
          <a:p>
            <a:r>
              <a:rPr lang="en-US" dirty="0"/>
              <a:t>Dashboard Checks: KPIs, Filters, Navigation/Actions, Consistency</a:t>
            </a:r>
          </a:p>
          <a:p>
            <a:r>
              <a:rPr lang="en-US" dirty="0"/>
              <a:t>Data Testing, Part 1 : Row Counts, Missing/Null Values, Duplicate Checks</a:t>
            </a:r>
          </a:p>
          <a:p>
            <a:r>
              <a:rPr lang="en-US" dirty="0"/>
              <a:t>Data Testing, Part 2 : Primary Keys, Foreign Keys, Relationship Matching</a:t>
            </a:r>
          </a:p>
          <a:p>
            <a:r>
              <a:rPr lang="en-US" dirty="0"/>
              <a:t>KPI Testing : Verifying the 6 Mandatory KPIs with Python/Pandas</a:t>
            </a:r>
          </a:p>
        </p:txBody>
      </p:sp>
    </p:spTree>
    <p:extLst>
      <p:ext uri="{BB962C8B-B14F-4D97-AF65-F5344CB8AC3E}">
        <p14:creationId xmlns:p14="http://schemas.microsoft.com/office/powerpoint/2010/main" val="3257347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A9E14D-627B-A63C-243D-C57D5B0F0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  <a:t>Conclusion:-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7340590-E554-BB2B-DDC5-541B7EE41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2" y="1338942"/>
            <a:ext cx="9404722" cy="4909457"/>
          </a:xfrm>
        </p:spPr>
        <p:txBody>
          <a:bodyPr/>
          <a:lstStyle/>
          <a:p>
            <a:r>
              <a:rPr lang="en-US" dirty="0"/>
              <a:t>Raw hospital data was cleaned, standardized and made analysis-ready.</a:t>
            </a:r>
          </a:p>
          <a:p>
            <a:r>
              <a:rPr lang="en-US" dirty="0"/>
              <a:t>Key KPIs were defined, documented and verified.</a:t>
            </a:r>
          </a:p>
          <a:p>
            <a:r>
              <a:rPr lang="en-US" dirty="0"/>
              <a:t>Four interactive Tableau dashboards were built: Hospital Overview, Patient Flow, Department Analytics and Resource Utilization.</a:t>
            </a:r>
          </a:p>
          <a:p>
            <a:r>
              <a:rPr lang="en-US" dirty="0"/>
              <a:t>Data and dashboards were tested for accuracy, consistency and working filters.</a:t>
            </a:r>
          </a:p>
          <a:p>
            <a:r>
              <a:rPr lang="en-US" dirty="0"/>
              <a:t>Resource usage shows an average utilization rate of 30.37%, so there is room for better bed and resource planning.</a:t>
            </a:r>
          </a:p>
          <a:p>
            <a:r>
              <a:rPr lang="en-US" dirty="0"/>
              <a:t>Hospital management can use the dashboards to make faster, data-driven decisions.</a:t>
            </a:r>
          </a:p>
          <a:p>
            <a:r>
              <a:rPr lang="en-US" dirty="0"/>
              <a:t>Future scope: real-time data and predictive analytics.</a:t>
            </a:r>
          </a:p>
        </p:txBody>
      </p:sp>
    </p:spTree>
    <p:extLst>
      <p:ext uri="{BB962C8B-B14F-4D97-AF65-F5344CB8AC3E}">
        <p14:creationId xmlns:p14="http://schemas.microsoft.com/office/powerpoint/2010/main" val="120703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956ADB-48DB-D045-CDBD-47A67AA46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7368"/>
          </a:xfrm>
        </p:spPr>
        <p:txBody>
          <a:bodyPr/>
          <a:lstStyle/>
          <a:p>
            <a: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  <a:t>Tableau Links:-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BB00B8-7D8B-DDA2-CEC8-CA63FBB5F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11086"/>
            <a:ext cx="8946541" cy="4637313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>
                <a:hlinkClick r:id="rId2"/>
              </a:rPr>
              <a:t>https://public.tableau.com/app/profile/suhitha.paidi/viz/Hospital_Overview_Dashboard3/HospitalOverview?publish=yes</a:t>
            </a:r>
            <a:endParaRPr lang="en-US" dirty="0"/>
          </a:p>
          <a:p>
            <a:r>
              <a:rPr lang="en-US" dirty="0">
                <a:hlinkClick r:id="rId3"/>
              </a:rPr>
              <a:t>resource_utilization_dashboard1 | Tableau Public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978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C7E107-D4B8-646A-42BB-AAEC55038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7368"/>
          </a:xfrm>
        </p:spPr>
        <p:txBody>
          <a:bodyPr/>
          <a:lstStyle/>
          <a:p>
            <a: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  <a:t>Team Members:-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76DC61E-219B-C836-30AF-EF02F76E5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63436"/>
            <a:ext cx="8946541" cy="4884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Suhitha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Shika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Divya Sree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Kavya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Jayanth </a:t>
            </a:r>
            <a:r>
              <a:rPr lang="en-US" dirty="0" err="1"/>
              <a:t>kumar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Devansh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Shivam Rawat</a:t>
            </a:r>
          </a:p>
        </p:txBody>
      </p:sp>
    </p:spTree>
    <p:extLst>
      <p:ext uri="{BB962C8B-B14F-4D97-AF65-F5344CB8AC3E}">
        <p14:creationId xmlns:p14="http://schemas.microsoft.com/office/powerpoint/2010/main" val="288965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30F5F6-D10F-4FAD-E802-6F1DDB52A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3400" y="2688771"/>
            <a:ext cx="5707434" cy="1578428"/>
          </a:xfrm>
        </p:spPr>
        <p:txBody>
          <a:bodyPr/>
          <a:lstStyle/>
          <a:p>
            <a:r>
              <a:rPr lang="en-US" sz="4400" dirty="0">
                <a:latin typeface="Algerian" panose="04020705040A02060702" pitchFamily="82" charset="0"/>
                <a:ea typeface="Batang" panose="02030600000101010101" pitchFamily="18" charset="-12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5960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163</TotalTime>
  <Words>372</Words>
  <Application>Microsoft Office PowerPoint</Application>
  <PresentationFormat>Custom</PresentationFormat>
  <Paragraphs>59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Ion</vt:lpstr>
      <vt:lpstr>MedTrack_DV (Hospital Operations &amp; Patient Analytics Dashboard)</vt:lpstr>
      <vt:lpstr>Problem Statement :-</vt:lpstr>
      <vt:lpstr>Milestone 1:-</vt:lpstr>
      <vt:lpstr>Milestone 2:-</vt:lpstr>
      <vt:lpstr>Milestone 3:- Hospital Overview Dashboard:-</vt:lpstr>
      <vt:lpstr>Department Analytics Dashboard:- </vt:lpstr>
      <vt:lpstr>PowerPoint Presentation</vt:lpstr>
      <vt:lpstr>Patient Flow Dashboard:- </vt:lpstr>
      <vt:lpstr>Resource Utilization Dashboard:- </vt:lpstr>
      <vt:lpstr>Milestone 4:-</vt:lpstr>
      <vt:lpstr>Conclusion:-</vt:lpstr>
      <vt:lpstr>Tableau Links:-</vt:lpstr>
      <vt:lpstr>Team Members:-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MedTrack_DV (Hospital Operations &amp; Patient Analytics Dashboard)</dc:title>
  <dc:creator>Suhitha P</dc:creator>
  <cp:lastModifiedBy>Admin</cp:lastModifiedBy>
  <cp:revision>3</cp:revision>
  <dcterms:created xsi:type="dcterms:W3CDTF">2026-10-06T15:03:17Z</dcterms:created>
  <dcterms:modified xsi:type="dcterms:W3CDTF">2026-10-07T08:01:57Z</dcterms:modified>
</cp:coreProperties>
</file>